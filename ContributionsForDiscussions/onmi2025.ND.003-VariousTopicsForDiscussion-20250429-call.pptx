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7E1FD-EE1D-414A-B845-510C1D6FF3AE}" v="7" dt="2025-04-29T09:04:50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Nigel" userId="c29b3813-a1f4-40e2-a213-c1c0b0befa0c" providerId="ADAL" clId="{DE37E1FD-EE1D-414A-B845-510C1D6FF3AE}"/>
    <pc:docChg chg="custSel addSld modSld sldOrd">
      <pc:chgData name="Davis, Nigel" userId="c29b3813-a1f4-40e2-a213-c1c0b0befa0c" providerId="ADAL" clId="{DE37E1FD-EE1D-414A-B845-510C1D6FF3AE}" dt="2025-04-29T09:48:21.598" v="2804" actId="20577"/>
      <pc:docMkLst>
        <pc:docMk/>
      </pc:docMkLst>
      <pc:sldChg chg="modSp mod">
        <pc:chgData name="Davis, Nigel" userId="c29b3813-a1f4-40e2-a213-c1c0b0befa0c" providerId="ADAL" clId="{DE37E1FD-EE1D-414A-B845-510C1D6FF3AE}" dt="2025-04-29T08:31:11.898" v="50" actId="20577"/>
        <pc:sldMkLst>
          <pc:docMk/>
          <pc:sldMk cId="396312027" sldId="256"/>
        </pc:sldMkLst>
        <pc:spChg chg="mod">
          <ac:chgData name="Davis, Nigel" userId="c29b3813-a1f4-40e2-a213-c1c0b0befa0c" providerId="ADAL" clId="{DE37E1FD-EE1D-414A-B845-510C1D6FF3AE}" dt="2025-04-29T08:30:59.768" v="28" actId="20577"/>
          <ac:spMkLst>
            <pc:docMk/>
            <pc:sldMk cId="396312027" sldId="256"/>
            <ac:spMk id="2" creationId="{D7E9F387-914C-C3BC-9439-23D86E6B5849}"/>
          </ac:spMkLst>
        </pc:spChg>
        <pc:spChg chg="mod">
          <ac:chgData name="Davis, Nigel" userId="c29b3813-a1f4-40e2-a213-c1c0b0befa0c" providerId="ADAL" clId="{DE37E1FD-EE1D-414A-B845-510C1D6FF3AE}" dt="2025-04-29T08:31:11.898" v="50" actId="20577"/>
          <ac:spMkLst>
            <pc:docMk/>
            <pc:sldMk cId="396312027" sldId="256"/>
            <ac:spMk id="3" creationId="{85309FED-2BE0-C2E9-AB0B-8C4268BF694E}"/>
          </ac:spMkLst>
        </pc:spChg>
      </pc:sldChg>
      <pc:sldChg chg="addSp modSp new mod">
        <pc:chgData name="Davis, Nigel" userId="c29b3813-a1f4-40e2-a213-c1c0b0befa0c" providerId="ADAL" clId="{DE37E1FD-EE1D-414A-B845-510C1D6FF3AE}" dt="2025-04-29T08:57:20.372" v="2432" actId="1076"/>
        <pc:sldMkLst>
          <pc:docMk/>
          <pc:sldMk cId="1071192777" sldId="257"/>
        </pc:sldMkLst>
        <pc:spChg chg="mod">
          <ac:chgData name="Davis, Nigel" userId="c29b3813-a1f4-40e2-a213-c1c0b0befa0c" providerId="ADAL" clId="{DE37E1FD-EE1D-414A-B845-510C1D6FF3AE}" dt="2025-04-29T08:32:28.478" v="74" actId="20577"/>
          <ac:spMkLst>
            <pc:docMk/>
            <pc:sldMk cId="1071192777" sldId="257"/>
            <ac:spMk id="2" creationId="{3E972F32-5A29-BC5A-0A8B-10B5466105D1}"/>
          </ac:spMkLst>
        </pc:spChg>
        <pc:spChg chg="mod">
          <ac:chgData name="Davis, Nigel" userId="c29b3813-a1f4-40e2-a213-c1c0b0befa0c" providerId="ADAL" clId="{DE37E1FD-EE1D-414A-B845-510C1D6FF3AE}" dt="2025-04-29T08:54:30.916" v="2430" actId="14"/>
          <ac:spMkLst>
            <pc:docMk/>
            <pc:sldMk cId="1071192777" sldId="257"/>
            <ac:spMk id="3" creationId="{5373EE82-C681-1D81-B5D0-53DD0C5D38D5}"/>
          </ac:spMkLst>
        </pc:spChg>
        <pc:graphicFrameChg chg="add mod">
          <ac:chgData name="Davis, Nigel" userId="c29b3813-a1f4-40e2-a213-c1c0b0befa0c" providerId="ADAL" clId="{DE37E1FD-EE1D-414A-B845-510C1D6FF3AE}" dt="2025-04-29T08:57:20.372" v="2432" actId="1076"/>
          <ac:graphicFrameMkLst>
            <pc:docMk/>
            <pc:sldMk cId="1071192777" sldId="257"/>
            <ac:graphicFrameMk id="4" creationId="{6799AFF9-2E88-D48B-0BAD-1D3BB6AE7264}"/>
          </ac:graphicFrameMkLst>
        </pc:graphicFrameChg>
      </pc:sldChg>
      <pc:sldChg chg="modSp new mod">
        <pc:chgData name="Davis, Nigel" userId="c29b3813-a1f4-40e2-a213-c1c0b0befa0c" providerId="ADAL" clId="{DE37E1FD-EE1D-414A-B845-510C1D6FF3AE}" dt="2025-04-29T09:42:09.720" v="2758" actId="20577"/>
        <pc:sldMkLst>
          <pc:docMk/>
          <pc:sldMk cId="1194657002" sldId="258"/>
        </pc:sldMkLst>
        <pc:spChg chg="mod">
          <ac:chgData name="Davis, Nigel" userId="c29b3813-a1f4-40e2-a213-c1c0b0befa0c" providerId="ADAL" clId="{DE37E1FD-EE1D-414A-B845-510C1D6FF3AE}" dt="2025-04-29T08:32:35.912" v="85" actId="20577"/>
          <ac:spMkLst>
            <pc:docMk/>
            <pc:sldMk cId="1194657002" sldId="258"/>
            <ac:spMk id="2" creationId="{5F686A8C-7BC3-AF58-F050-8C4DE645AA3A}"/>
          </ac:spMkLst>
        </pc:spChg>
        <pc:spChg chg="mod">
          <ac:chgData name="Davis, Nigel" userId="c29b3813-a1f4-40e2-a213-c1c0b0befa0c" providerId="ADAL" clId="{DE37E1FD-EE1D-414A-B845-510C1D6FF3AE}" dt="2025-04-29T09:42:09.720" v="2758" actId="20577"/>
          <ac:spMkLst>
            <pc:docMk/>
            <pc:sldMk cId="1194657002" sldId="258"/>
            <ac:spMk id="3" creationId="{4743EA1D-F3A9-1C50-4ED8-E0B18B2AA797}"/>
          </ac:spMkLst>
        </pc:spChg>
      </pc:sldChg>
      <pc:sldChg chg="addSp modSp new mod">
        <pc:chgData name="Davis, Nigel" userId="c29b3813-a1f4-40e2-a213-c1c0b0befa0c" providerId="ADAL" clId="{DE37E1FD-EE1D-414A-B845-510C1D6FF3AE}" dt="2025-04-29T08:45:00.068" v="1513" actId="27636"/>
        <pc:sldMkLst>
          <pc:docMk/>
          <pc:sldMk cId="4211883983" sldId="259"/>
        </pc:sldMkLst>
        <pc:spChg chg="mod">
          <ac:chgData name="Davis, Nigel" userId="c29b3813-a1f4-40e2-a213-c1c0b0befa0c" providerId="ADAL" clId="{DE37E1FD-EE1D-414A-B845-510C1D6FF3AE}" dt="2025-04-29T08:32:51.979" v="112" actId="20577"/>
          <ac:spMkLst>
            <pc:docMk/>
            <pc:sldMk cId="4211883983" sldId="259"/>
            <ac:spMk id="2" creationId="{AEFBAEE3-712B-E0BB-6405-12BBFE4FF7C8}"/>
          </ac:spMkLst>
        </pc:spChg>
        <pc:spChg chg="mod">
          <ac:chgData name="Davis, Nigel" userId="c29b3813-a1f4-40e2-a213-c1c0b0befa0c" providerId="ADAL" clId="{DE37E1FD-EE1D-414A-B845-510C1D6FF3AE}" dt="2025-04-29T08:45:00.068" v="1513" actId="27636"/>
          <ac:spMkLst>
            <pc:docMk/>
            <pc:sldMk cId="4211883983" sldId="259"/>
            <ac:spMk id="3" creationId="{90D2070E-515A-B7F7-E9D9-1000B06CFB7A}"/>
          </ac:spMkLst>
        </pc:spChg>
        <pc:graphicFrameChg chg="add mod">
          <ac:chgData name="Davis, Nigel" userId="c29b3813-a1f4-40e2-a213-c1c0b0befa0c" providerId="ADAL" clId="{DE37E1FD-EE1D-414A-B845-510C1D6FF3AE}" dt="2025-04-29T08:43:13.156" v="1246" actId="1076"/>
          <ac:graphicFrameMkLst>
            <pc:docMk/>
            <pc:sldMk cId="4211883983" sldId="259"/>
            <ac:graphicFrameMk id="4" creationId="{D859D60F-BB5C-AF40-EFAB-CA9C88A1A3E2}"/>
          </ac:graphicFrameMkLst>
        </pc:graphicFrameChg>
      </pc:sldChg>
      <pc:sldChg chg="modSp new mod">
        <pc:chgData name="Davis, Nigel" userId="c29b3813-a1f4-40e2-a213-c1c0b0befa0c" providerId="ADAL" clId="{DE37E1FD-EE1D-414A-B845-510C1D6FF3AE}" dt="2025-04-29T08:36:43.917" v="653" actId="20577"/>
        <pc:sldMkLst>
          <pc:docMk/>
          <pc:sldMk cId="3441285548" sldId="260"/>
        </pc:sldMkLst>
        <pc:spChg chg="mod">
          <ac:chgData name="Davis, Nigel" userId="c29b3813-a1f4-40e2-a213-c1c0b0befa0c" providerId="ADAL" clId="{DE37E1FD-EE1D-414A-B845-510C1D6FF3AE}" dt="2025-04-29T08:33:30.020" v="171" actId="20577"/>
          <ac:spMkLst>
            <pc:docMk/>
            <pc:sldMk cId="3441285548" sldId="260"/>
            <ac:spMk id="2" creationId="{19B1C00B-D06B-EBD2-713E-AB4D536ACCEA}"/>
          </ac:spMkLst>
        </pc:spChg>
        <pc:spChg chg="mod">
          <ac:chgData name="Davis, Nigel" userId="c29b3813-a1f4-40e2-a213-c1c0b0befa0c" providerId="ADAL" clId="{DE37E1FD-EE1D-414A-B845-510C1D6FF3AE}" dt="2025-04-29T08:36:43.917" v="653" actId="20577"/>
          <ac:spMkLst>
            <pc:docMk/>
            <pc:sldMk cId="3441285548" sldId="260"/>
            <ac:spMk id="3" creationId="{86D088B3-9979-901E-39CB-5ABDC4D22075}"/>
          </ac:spMkLst>
        </pc:spChg>
      </pc:sldChg>
      <pc:sldChg chg="modSp new mod">
        <pc:chgData name="Davis, Nigel" userId="c29b3813-a1f4-40e2-a213-c1c0b0befa0c" providerId="ADAL" clId="{DE37E1FD-EE1D-414A-B845-510C1D6FF3AE}" dt="2025-04-29T08:39:11.417" v="1070" actId="20577"/>
        <pc:sldMkLst>
          <pc:docMk/>
          <pc:sldMk cId="1522451112" sldId="261"/>
        </pc:sldMkLst>
        <pc:spChg chg="mod">
          <ac:chgData name="Davis, Nigel" userId="c29b3813-a1f4-40e2-a213-c1c0b0befa0c" providerId="ADAL" clId="{DE37E1FD-EE1D-414A-B845-510C1D6FF3AE}" dt="2025-04-29T08:33:48.363" v="200" actId="20577"/>
          <ac:spMkLst>
            <pc:docMk/>
            <pc:sldMk cId="1522451112" sldId="261"/>
            <ac:spMk id="2" creationId="{BE90049F-03FF-A650-0A29-2EFA26F1A552}"/>
          </ac:spMkLst>
        </pc:spChg>
        <pc:spChg chg="mod">
          <ac:chgData name="Davis, Nigel" userId="c29b3813-a1f4-40e2-a213-c1c0b0befa0c" providerId="ADAL" clId="{DE37E1FD-EE1D-414A-B845-510C1D6FF3AE}" dt="2025-04-29T08:39:11.417" v="1070" actId="20577"/>
          <ac:spMkLst>
            <pc:docMk/>
            <pc:sldMk cId="1522451112" sldId="261"/>
            <ac:spMk id="3" creationId="{8AD3A3BC-A8AF-6A6D-74BD-B0857155BAD5}"/>
          </ac:spMkLst>
        </pc:spChg>
      </pc:sldChg>
      <pc:sldChg chg="modSp new mod ord">
        <pc:chgData name="Davis, Nigel" userId="c29b3813-a1f4-40e2-a213-c1c0b0befa0c" providerId="ADAL" clId="{DE37E1FD-EE1D-414A-B845-510C1D6FF3AE}" dt="2025-04-29T09:48:21.598" v="2804" actId="20577"/>
        <pc:sldMkLst>
          <pc:docMk/>
          <pc:sldMk cId="2971350418" sldId="262"/>
        </pc:sldMkLst>
        <pc:spChg chg="mod">
          <ac:chgData name="Davis, Nigel" userId="c29b3813-a1f4-40e2-a213-c1c0b0befa0c" providerId="ADAL" clId="{DE37E1FD-EE1D-414A-B845-510C1D6FF3AE}" dt="2025-04-29T09:48:21.598" v="2804" actId="20577"/>
          <ac:spMkLst>
            <pc:docMk/>
            <pc:sldMk cId="2971350418" sldId="262"/>
            <ac:spMk id="2" creationId="{C678D47F-9379-EFF3-1D6A-02A6A5054C54}"/>
          </ac:spMkLst>
        </pc:spChg>
        <pc:spChg chg="mod">
          <ac:chgData name="Davis, Nigel" userId="c29b3813-a1f4-40e2-a213-c1c0b0befa0c" providerId="ADAL" clId="{DE37E1FD-EE1D-414A-B845-510C1D6FF3AE}" dt="2025-04-29T09:48:13.160" v="2803" actId="15"/>
          <ac:spMkLst>
            <pc:docMk/>
            <pc:sldMk cId="2971350418" sldId="262"/>
            <ac:spMk id="3" creationId="{A8125243-2C00-F76F-7653-1690FE6BD75D}"/>
          </ac:spMkLst>
        </pc:spChg>
      </pc:sldChg>
      <pc:sldChg chg="addSp modSp new mod">
        <pc:chgData name="Davis, Nigel" userId="c29b3813-a1f4-40e2-a213-c1c0b0befa0c" providerId="ADAL" clId="{DE37E1FD-EE1D-414A-B845-510C1D6FF3AE}" dt="2025-04-29T09:05:57.885" v="2748" actId="20577"/>
        <pc:sldMkLst>
          <pc:docMk/>
          <pc:sldMk cId="985326767" sldId="263"/>
        </pc:sldMkLst>
        <pc:spChg chg="mod">
          <ac:chgData name="Davis, Nigel" userId="c29b3813-a1f4-40e2-a213-c1c0b0befa0c" providerId="ADAL" clId="{DE37E1FD-EE1D-414A-B845-510C1D6FF3AE}" dt="2025-04-29T09:05:57.885" v="2748" actId="20577"/>
          <ac:spMkLst>
            <pc:docMk/>
            <pc:sldMk cId="985326767" sldId="263"/>
            <ac:spMk id="2" creationId="{E86DAD80-FFA4-4790-0135-4C2538131593}"/>
          </ac:spMkLst>
        </pc:spChg>
        <pc:spChg chg="mod">
          <ac:chgData name="Davis, Nigel" userId="c29b3813-a1f4-40e2-a213-c1c0b0befa0c" providerId="ADAL" clId="{DE37E1FD-EE1D-414A-B845-510C1D6FF3AE}" dt="2025-04-29T09:05:13.837" v="2730" actId="20577"/>
          <ac:spMkLst>
            <pc:docMk/>
            <pc:sldMk cId="985326767" sldId="263"/>
            <ac:spMk id="3" creationId="{168DE33C-7D76-E936-3E02-9230320C4FF6}"/>
          </ac:spMkLst>
        </pc:spChg>
        <pc:picChg chg="add mod">
          <ac:chgData name="Davis, Nigel" userId="c29b3813-a1f4-40e2-a213-c1c0b0befa0c" providerId="ADAL" clId="{DE37E1FD-EE1D-414A-B845-510C1D6FF3AE}" dt="2025-04-29T09:04:56.364" v="2711" actId="1076"/>
          <ac:picMkLst>
            <pc:docMk/>
            <pc:sldMk cId="985326767" sldId="263"/>
            <ac:picMk id="4" creationId="{1FDE4CC9-5A5C-E8CB-4698-9C586B70E3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56AC-7767-8A06-E950-16C4B294D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A616A-10AA-9881-7600-020C3CC57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BA89C-FD61-6582-29AA-C8918E99F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C8583-9E47-6626-6342-24A4000B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12F29-6322-DFEC-88B0-717C2268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24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44D12-706F-76B0-B177-C685A769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56DEB-3F74-8039-5274-90C95F1D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1A3D3-789D-30A2-AF33-56F329DA6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7CC5C-3528-1ADF-F2A7-3E66583B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B9FF2-3D28-7AFC-423B-D86866F1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76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039E-E65F-67F4-E9AF-E3D93CEE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FF3F9-54E4-4D01-27C4-F56A3CF32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463F-EEB0-AB20-46D0-ADADE78E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B4F1D-D0B8-B621-8285-9CF54AE6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4A5D0-79F7-F3D8-857D-4964D87C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939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97CF-4E0D-8057-6EFB-628E8A6D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D6D9D-347C-0B84-AFE5-0EA8FE69E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A890D-0D01-C076-AA91-29981BE12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14EA9-075F-F113-BB57-A2CC7F55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3F26-8F02-62B4-050A-394740D2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9DB55-0D23-A309-B941-3DACA1689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70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35B2-D717-FBFC-7A56-D9386EEF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B5474-BBB9-FC4A-2277-59FF737D1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C4105-5D52-158D-854D-3E444821C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8FE9C-CDB1-D2E1-890F-63D9015D3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50545-67E0-2BDD-8861-589B4EE36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879BF-A2EE-6EBD-D230-5FD5F80EA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6ECC4-205A-8E1A-243C-0B002943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BEAD4-6844-14C5-24F3-7565446B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420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F86E-79B4-CF0F-AC20-0A9A5801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BE8DC-8A15-30DB-55ED-BBA5EE6B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554F5-979B-707B-8FD8-178078B0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61160-458F-B00B-79DB-28F3FC7B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96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3227D-6901-D930-14AE-C9532C47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651C3-4757-7BDC-6DE9-B49DDB67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C1F91-B055-B698-6772-8E7EE9C6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76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74275-42E7-819C-B427-C767D7CA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E0F01-796D-3C65-6C7D-DBE33B0E3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8941A-93D2-279B-1BA7-6DB9B914A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E073C-4B79-C469-903A-DBF641B3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6681C-0BA7-A35F-3E6E-63818C9F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08BB1-3A00-DB42-A1C0-6925C7B1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640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3341-4821-B430-9521-6255444F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C48211-0C07-7887-6563-00A318728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5671E-CD65-EAC7-AE9B-FD26F3558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F6DE6-FCD0-C5FC-B4F9-3AA4D89EC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FA68E-7E8D-4D4D-99AE-40C1B0A5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4AA77-DE9A-1ACF-4E0E-A4613CCB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50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2F13-1B59-6B2B-F83A-2C15D6436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327E8-DACE-E1CA-4E5E-BC1AFEE21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2DDD-4400-227B-8663-ED60359E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0F8FA-40DC-F5CE-255F-ECEA9A7C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55A7A-17A1-944C-93E3-62473AED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11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DAB55-C7BB-8E8B-68A5-8EE95621B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78A54-6C03-7D7C-C523-568A63EA2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CAE04-80E7-7EA0-FFB5-46B28245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A8463-727A-76F7-0DE4-FCABFF96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2C605-2DAE-AE67-D114-FDB85187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66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BF8E2-1103-7E8E-FDD4-0F09B1FB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4DC2E-6136-E4E1-A36E-7D92B72EA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5ADFE-D4B3-987A-9002-EE5F56C09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FC905-FE49-414D-B3AB-E1E49A6D7F7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3E109-47C5-D3EE-D083-2FC98C007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E8BC3-6F0F-EAAC-2AB8-22416EFF9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420A3-7A52-4E0B-8931-B474E1F78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43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-Network-Models-and-Interfaces-ONMI/TAPI-Documentation" TargetMode="External"/><Relationship Id="rId2" Type="http://schemas.openxmlformats.org/officeDocument/2006/relationships/hyperlink" Target="https://github.com/Open-Network-Models-and-Interfaces-ONMI/TAPI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package" Target="../embeddings/Microsoft_Word_Document.docx"/><Relationship Id="rId4" Type="http://schemas.openxmlformats.org/officeDocument/2006/relationships/hyperlink" Target="https://github.com/Open-Network-Models-and-Interfaces-ONMI/TAPI-Activiti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Open-Network-Models-and-Interfaces-ONMI/TAPI-Activities/blob/main/ContributionsForDiscussions/FeaturesAndWorkFor2.7.xls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FeaturesAndWorkFor2.7.xlsx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F387-914C-C3BC-9439-23D86E6B58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Various topics for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09FED-2BE0-C2E9-AB0B-8C4268BF69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Nigel Davis</a:t>
            </a:r>
          </a:p>
          <a:p>
            <a:r>
              <a:rPr lang="en-GB" dirty="0"/>
              <a:t>20250429</a:t>
            </a:r>
          </a:p>
        </p:txBody>
      </p:sp>
    </p:spTree>
    <p:extLst>
      <p:ext uri="{BB962C8B-B14F-4D97-AF65-F5344CB8AC3E}">
        <p14:creationId xmlns:p14="http://schemas.microsoft.com/office/powerpoint/2010/main" val="396312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2F32-5A29-BC5A-0A8B-10B54661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Tidy up of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3EE82-C681-1D81-B5D0-53DD0C5D3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Working with </a:t>
            </a:r>
            <a:r>
              <a:rPr lang="en-GB" dirty="0">
                <a:hlinkClick r:id="rId2"/>
              </a:rPr>
              <a:t>TAPI</a:t>
            </a:r>
            <a:r>
              <a:rPr lang="en-GB" dirty="0"/>
              <a:t>, </a:t>
            </a:r>
            <a:r>
              <a:rPr lang="en-GB" dirty="0">
                <a:hlinkClick r:id="rId3"/>
              </a:rPr>
              <a:t>TAPI-Documentation</a:t>
            </a:r>
            <a:r>
              <a:rPr lang="en-GB" dirty="0"/>
              <a:t> and </a:t>
            </a:r>
            <a:r>
              <a:rPr lang="en-GB" dirty="0">
                <a:hlinkClick r:id="rId4"/>
              </a:rPr>
              <a:t>TAPI-Activities</a:t>
            </a:r>
            <a:r>
              <a:rPr lang="en-GB" dirty="0"/>
              <a:t>  </a:t>
            </a:r>
          </a:p>
          <a:p>
            <a:pPr lvl="1"/>
            <a:r>
              <a:rPr lang="en-GB" dirty="0"/>
              <a:t>Have added branches to make TAPI and TAPI-Documentation consistent</a:t>
            </a:r>
          </a:p>
          <a:p>
            <a:pPr lvl="2"/>
            <a:r>
              <a:rPr lang="en-GB" dirty="0"/>
              <a:t>The both now have tapi-2.1.3-fixes, tapi-2.5.0-fixes, tapi-2.6.0-fixes branches</a:t>
            </a:r>
          </a:p>
          <a:p>
            <a:pPr lvl="3"/>
            <a:r>
              <a:rPr lang="en-GB" dirty="0"/>
              <a:t>Note that TAPI has a typo in the branch name 2_5_0. I will try to fix this.</a:t>
            </a:r>
          </a:p>
          <a:p>
            <a:pPr lvl="1"/>
            <a:r>
              <a:rPr lang="en-GB" dirty="0"/>
              <a:t>TAPI has develop and TAPI-Documentation has main as default branch</a:t>
            </a:r>
          </a:p>
          <a:p>
            <a:pPr lvl="2"/>
            <a:r>
              <a:rPr lang="en-GB" dirty="0"/>
              <a:t>Names unnecessarily different, but will leave for now</a:t>
            </a:r>
          </a:p>
          <a:p>
            <a:pPr lvl="1"/>
            <a:r>
              <a:rPr lang="en-GB" dirty="0"/>
              <a:t>TAPI has additional branches</a:t>
            </a:r>
          </a:p>
          <a:p>
            <a:pPr lvl="2"/>
            <a:r>
              <a:rPr lang="en-GB" dirty="0"/>
              <a:t>develop_v2_1 and tapi_2.1 that I need to explore (with the aim to delete)</a:t>
            </a:r>
          </a:p>
          <a:p>
            <a:pPr lvl="2"/>
            <a:r>
              <a:rPr lang="en-GB" dirty="0" err="1"/>
              <a:t>tapi</a:t>
            </a:r>
            <a:r>
              <a:rPr lang="en-GB" dirty="0"/>
              <a:t>-team-activities which I think we can delete</a:t>
            </a:r>
          </a:p>
          <a:p>
            <a:pPr lvl="3"/>
            <a:r>
              <a:rPr lang="en-GB" dirty="0"/>
              <a:t>I have analysed most and can find locations in other repositories</a:t>
            </a:r>
          </a:p>
          <a:p>
            <a:pPr lvl="2"/>
            <a:endParaRPr lang="en-GB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799AFF9-2E88-D48B-0BAD-1D3BB6AE7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313905"/>
              </p:ext>
            </p:extLst>
          </p:nvPr>
        </p:nvGraphicFramePr>
        <p:xfrm>
          <a:off x="5181600" y="554037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5" imgW="914400" imgH="771392" progId="Word.Document.12">
                  <p:embed/>
                </p:oleObj>
              </mc:Choice>
              <mc:Fallback>
                <p:oleObj name="Document" showAsIcon="1" r:id="rId5" imgW="914400" imgH="771392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799AFF9-2E88-D48B-0BAD-1D3BB6AE72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81600" y="554037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1192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DAD80-FFA4-4790-0135-4C2538131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Node-device relationship </a:t>
            </a:r>
            <a:br>
              <a:rPr lang="en-GB" dirty="0"/>
            </a:br>
            <a:r>
              <a:rPr lang="en-GB" dirty="0"/>
              <a:t>(item 46 in </a:t>
            </a:r>
            <a:r>
              <a:rPr lang="en-GB" dirty="0">
                <a:hlinkClick r:id="rId2"/>
              </a:rPr>
              <a:t>FeaturesAndWorkFor2.7.xlsx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DE33C-7D76-E936-3E02-9230320C4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Issue Validate that the node-device relationship provides the opportunity for n:m.</a:t>
            </a: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Aptos" panose="020B0004020202020204" pitchFamily="34" charset="0"/>
              </a:rPr>
              <a:t>Looks 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E4CC9-5A5C-E8CB-4698-9C586B70E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509" y="2491279"/>
            <a:ext cx="8002982" cy="270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26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6A8C-7BC3-AF58-F050-8C4DE645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3EA1D-F3A9-1C50-4ED8-E0B18B2AA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See </a:t>
            </a:r>
            <a:r>
              <a:rPr lang="en-GB" dirty="0">
                <a:hlinkClick r:id="rId2"/>
              </a:rPr>
              <a:t>FeaturesAndWorkFor2.7.xlsx</a:t>
            </a:r>
            <a:r>
              <a:rPr lang="en-GB" dirty="0"/>
              <a:t> (updated)</a:t>
            </a:r>
          </a:p>
          <a:p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4657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AEE3-712B-E0BB-6405-12BBFE4F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Route in 2.1.3+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2070E-515A-B7F7-E9D9-1000B06CF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Have constructed YANG augment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Next will explore use case augment to TR-547</a:t>
            </a:r>
          </a:p>
          <a:p>
            <a:pPr lvl="1"/>
            <a:r>
              <a:rPr lang="en-GB" dirty="0"/>
              <a:t>Aim is to make the change purely incremental and external to existing TR-547</a:t>
            </a:r>
          </a:p>
          <a:p>
            <a:r>
              <a:rPr lang="en-GB" dirty="0"/>
              <a:t>Aim to provide in tapi-2.1.3-fixes as a full build with additional files</a:t>
            </a:r>
          </a:p>
          <a:p>
            <a:pPr lvl="1"/>
            <a:r>
              <a:rPr lang="en-GB" dirty="0"/>
              <a:t>Not clear on numbering as 2.1.4 already exists (with OAS corrections – I need to ensure these are also in the new 2.1.x)</a:t>
            </a:r>
          </a:p>
          <a:p>
            <a:pPr lvl="2"/>
            <a:r>
              <a:rPr lang="en-GB" dirty="0"/>
              <a:t>Looking for guidance on numbering from TIP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859D60F-BB5C-AF40-EFAB-CA9C88A1A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503581"/>
              </p:ext>
            </p:extLst>
          </p:nvPr>
        </p:nvGraphicFramePr>
        <p:xfrm>
          <a:off x="4501978" y="232495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400" imgH="771392" progId="Package">
                  <p:embed/>
                </p:oleObj>
              </mc:Choice>
              <mc:Fallback>
                <p:oleObj name="Packager Shell Object" showAsIcon="1" r:id="rId2" imgW="914400" imgH="771392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859D60F-BB5C-AF40-EFAB-CA9C88A1A3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1978" y="232495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188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C00B-D06B-EBD2-713E-AB4D536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 in Link creation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088B3-9979-901E-39CB-5ABDC4D22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process of constructing appropriate YANG and UML</a:t>
            </a:r>
          </a:p>
          <a:p>
            <a:pPr lvl="1"/>
            <a:r>
              <a:rPr lang="en-GB" dirty="0"/>
              <a:t>Adding constraints to the connectivity-service request for the link</a:t>
            </a:r>
          </a:p>
          <a:p>
            <a:r>
              <a:rPr lang="en-GB" dirty="0"/>
              <a:t>Will provide input within the next two weeks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28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049F-03FF-A650-0A29-2EFA26F1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 false issue in 2.5.0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3A3BC-A8AF-6A6D-74BD-B0857155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a service approach as opposed to direct writes</a:t>
            </a:r>
          </a:p>
          <a:p>
            <a:pPr lvl="1"/>
            <a:r>
              <a:rPr lang="en-GB" dirty="0"/>
              <a:t>Need to take the model back to config false</a:t>
            </a:r>
          </a:p>
          <a:p>
            <a:pPr lvl="2"/>
            <a:r>
              <a:rPr lang="en-GB" dirty="0"/>
              <a:t>Deprecate the config true aspect via the RIA</a:t>
            </a:r>
          </a:p>
          <a:p>
            <a:pPr lvl="2"/>
            <a:r>
              <a:rPr lang="en-GB" dirty="0"/>
              <a:t>Generate a parallel Topology module with config false</a:t>
            </a:r>
          </a:p>
          <a:p>
            <a:pPr lvl="1"/>
            <a:r>
              <a:rPr lang="en-GB" dirty="0"/>
              <a:t>Need to explore connectivity issue in detail</a:t>
            </a:r>
          </a:p>
          <a:p>
            <a:pPr lvl="2"/>
            <a:r>
              <a:rPr lang="en-GB" dirty="0"/>
              <a:t>Expect it is due to a mingle of config true and false in connectivity</a:t>
            </a:r>
          </a:p>
          <a:p>
            <a:pPr lvl="2"/>
            <a:r>
              <a:rPr lang="en-GB" dirty="0"/>
              <a:t>May lead to the need to replicate structures??</a:t>
            </a:r>
          </a:p>
          <a:p>
            <a:r>
              <a:rPr lang="en-GB" dirty="0"/>
              <a:t>May need to extract all services into a separate set of modules</a:t>
            </a:r>
          </a:p>
          <a:p>
            <a:pPr lvl="1"/>
            <a:r>
              <a:rPr lang="en-GB" dirty="0"/>
              <a:t>Backward compatibility concern – the key is that the JSON needs to be the same (the YANG can be different)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2451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D47F-9379-EFF3-1D6A-02A6A505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2.1.3 additions and adjustments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25243-2C00-F76F-7653-1690FE6BD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Issues identified so far</a:t>
            </a:r>
          </a:p>
          <a:p>
            <a:r>
              <a:rPr lang="en-GB" dirty="0"/>
              <a:t>Candidate additions</a:t>
            </a:r>
          </a:p>
          <a:p>
            <a:pPr lvl="1"/>
            <a:r>
              <a:rPr lang="en-GB" dirty="0"/>
              <a:t>MC width parameter</a:t>
            </a:r>
          </a:p>
        </p:txBody>
      </p:sp>
    </p:spTree>
    <p:extLst>
      <p:ext uri="{BB962C8B-B14F-4D97-AF65-F5344CB8AC3E}">
        <p14:creationId xmlns:p14="http://schemas.microsoft.com/office/powerpoint/2010/main" val="2971350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376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Microsoft Word Document</vt:lpstr>
      <vt:lpstr>Package</vt:lpstr>
      <vt:lpstr>Various topics for discussion</vt:lpstr>
      <vt:lpstr>Tidy up of repository</vt:lpstr>
      <vt:lpstr>Node-device relationship  (item 46 in FeaturesAndWorkFor2.7.xlsx)</vt:lpstr>
      <vt:lpstr>Priorities</vt:lpstr>
      <vt:lpstr>Physical Route in 2.1.3+</vt:lpstr>
      <vt:lpstr>Update in Link creation etc.</vt:lpstr>
      <vt:lpstr>Config false issue in 2.5.0</vt:lpstr>
      <vt:lpstr>2.1.3 additions and adjustments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1</cp:revision>
  <dcterms:created xsi:type="dcterms:W3CDTF">2025-04-29T08:30:02Z</dcterms:created>
  <dcterms:modified xsi:type="dcterms:W3CDTF">2025-04-29T09:48:27Z</dcterms:modified>
</cp:coreProperties>
</file>