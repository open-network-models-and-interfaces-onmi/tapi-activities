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AC1E-EA07-8629-4A66-F7FB1A0EB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48E7B-44DD-38DE-FE22-506EFEC12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E1A8E-4FBC-EF3D-4EE6-11C4A9BF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FB4FF-E2CC-69C2-B748-F906BE87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89F1E-1F13-BD49-FB4E-16E8FC7F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40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2A41-582A-ECAA-2146-84121421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175C-B400-9F48-1436-706FD7F51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FABA3-729B-E3B8-CB2C-6AED06B5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512D8-9702-4127-5C4A-76A91735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671DF-C360-DEED-6632-7C03CBDA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04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F0A9-4E92-0A0A-55A6-5DCCC3EE8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7123A-4B4C-B08D-E977-741BBDB8F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69496-E03E-8A6C-4CC5-B22125B25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EA372-D121-3805-B805-FE6ED03C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B3C26-EB03-AA02-2457-985220A2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33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52FC-33A0-5C3A-D0C9-A936B61F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38696-33BB-BC23-AFB0-EDC74D820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D15AB-BC65-6860-8A39-F9775E7D8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78E0A-4244-3966-D97A-487BF464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EFBCE-296F-E28B-8032-8090214E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934E4-066D-9CC0-D39C-A531EF4A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14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8EB2-003F-5422-E090-DA0E94345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98BC1-CC69-D673-7C91-49CE6D956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9FD47-4983-D404-160D-E6DA2F6AB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B97EC-3CD5-0505-6C5D-0AC5CBFA7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CE1B3-869A-3554-6920-3A1B912BE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E15EF-F77A-513A-120D-DEC4DDF7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3E3915-A590-5214-F101-E4137059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3DA37-D1B1-6F71-1702-63B01E99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6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3C92-30C9-32B5-069E-7F37C1E27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D9B2F-8C98-F81A-EB36-0DBDF04A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2A0E8-8AEF-4855-5035-78D959A8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08E37-5246-E50F-9A6C-4C69BA30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99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DFB71-986A-8293-9D99-8677AB30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813C1-D5CD-735F-7E7D-D5BE0D85A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8A64B-3D51-2104-DDE5-6763FB5E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6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E86B-328E-73FE-289C-FA3FDE548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DAAD5-495A-96FE-0036-04A412E5D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FB78E-AADE-26F1-7013-5009A5BD6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E9DA1-39FA-D395-7474-C18E6E06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D193F-CE00-4E39-64E3-8CD50249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2E41A-37E4-B0FD-742F-A67FF348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11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F38F-A86C-11EC-D195-C7B7C4D4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F56B9-4CF0-0372-C3A2-B2801495F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92203-CAAB-BCEF-407B-CF811574D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AAD67-39A2-0412-6740-5B416688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7E660-8625-2462-C3CC-10D56C82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50251-F05F-73A8-9139-1E396778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77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72A6-DBC9-2DB2-49C7-EA161D245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6CEC7-CF87-3950-D1BD-CE1088FB1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1CB08-2130-EED3-D331-E0865A9D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88F36-D473-1CF3-565F-A9EDBECD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D5954-6054-27C5-78E9-EF471643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32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9E46A-7557-0A02-DB75-6703EEE9B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3C2AC-E3AF-50D7-A565-D17D00129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3D8BE-1303-3905-7041-08A494B93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5B670-CD5E-0F25-0A21-B1243D63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E652C-7A5E-C7AA-5FE9-31994C9B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9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47132-498B-43AE-D86E-858AF2A7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A871E-3E66-04E1-A5F7-3F06B317D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BE0A0-E674-7586-1C79-2E6E04D2C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36263-C59B-48F3-9E72-AF58C83D397C}" type="datetimeFigureOut">
              <a:rPr lang="en-GB" smtClean="0"/>
              <a:t>17/06/2025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2A743-DE70-2675-0AE1-441F681AA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E130F-8EAB-511F-73AD-FF659B19A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004BD-6982-4510-BB21-DCC433B081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22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/issues/60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1E58-603D-11DA-E83A-487D28B993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RESTCONF Notification challenges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004AC-877C-F4B1-F051-F79E20F9B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Nigel Davis (to be reviewed by Ramon Casellas)</a:t>
            </a:r>
          </a:p>
          <a:p>
            <a:r>
              <a:rPr lang="en-GB" dirty="0"/>
              <a:t>20250617</a:t>
            </a:r>
          </a:p>
          <a:p>
            <a:endParaRPr lang="en-GB" dirty="0"/>
          </a:p>
          <a:p>
            <a:r>
              <a:rPr lang="en-GB" dirty="0"/>
              <a:t>Issue: </a:t>
            </a:r>
            <a:r>
              <a:rPr lang="en-GB" dirty="0">
                <a:hlinkClick r:id="rId2"/>
              </a:rPr>
              <a:t>607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293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219B7-1C59-C960-F547-F1947CE7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notification rules v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9A2A9-0DF6-24CB-A56E-0F082DF1D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mixed perspective</a:t>
            </a:r>
          </a:p>
          <a:p>
            <a:pPr lvl="1"/>
            <a:r>
              <a:rPr lang="en-GB" dirty="0"/>
              <a:t>For create: Whole deep node tree</a:t>
            </a:r>
          </a:p>
          <a:p>
            <a:pPr lvl="1"/>
            <a:r>
              <a:rPr lang="en-GB" dirty="0"/>
              <a:t>For change: Shallow node without NEPs and CEPs etc.</a:t>
            </a:r>
          </a:p>
          <a:p>
            <a:pPr lvl="2"/>
            <a:r>
              <a:rPr lang="en-GB" dirty="0"/>
              <a:t>This is based upon global classes</a:t>
            </a:r>
          </a:p>
          <a:p>
            <a:pPr lvl="1"/>
            <a:r>
              <a:rPr lang="en-GB" dirty="0"/>
              <a:t>This mix is what causes the essential issue</a:t>
            </a:r>
          </a:p>
          <a:p>
            <a:r>
              <a:rPr lang="en-GB" dirty="0"/>
              <a:t>Streaming is purely global class based</a:t>
            </a:r>
          </a:p>
          <a:p>
            <a:pPr lvl="1"/>
            <a:r>
              <a:rPr lang="en-GB" dirty="0"/>
              <a:t>The tree positioning is relayed via parent address</a:t>
            </a:r>
          </a:p>
          <a:p>
            <a:r>
              <a:rPr lang="en-GB" dirty="0"/>
              <a:t>Concern over filtering choices for notification that might cause misses of key information</a:t>
            </a:r>
          </a:p>
          <a:p>
            <a:pPr lvl="1"/>
            <a:r>
              <a:rPr lang="en-GB" dirty="0"/>
              <a:t>Streaming uses the context as the filter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407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3239-9816-4FFB-6A5C-EC779070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Resolution sketch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9D7A-E7B8-3AC3-186A-3F18184A0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All notifications should be tree based</a:t>
            </a:r>
          </a:p>
          <a:p>
            <a:pPr lvl="1"/>
            <a:r>
              <a:rPr lang="en-GB" dirty="0"/>
              <a:t>The delta report should be against position in the context</a:t>
            </a:r>
          </a:p>
          <a:p>
            <a:r>
              <a:rPr lang="en-GB" dirty="0"/>
              <a:t>For creation of a node with NEPs and CEPs there are two valid options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Node with all NEPs and CEPs is reported as one whole structure (this is expected to be preferred)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Shallow node is reported then followed by shallow NEPs and then CEPs</a:t>
            </a:r>
          </a:p>
          <a:p>
            <a:r>
              <a:rPr lang="en-GB" dirty="0"/>
              <a:t>For a change, the leaf in position of the context tree is reported (so skeleton to the leaf then leaf details</a:t>
            </a:r>
          </a:p>
          <a:p>
            <a:r>
              <a:rPr lang="en-GB" dirty="0"/>
              <a:t>It is anticipated that each notification will include a single leaf</a:t>
            </a:r>
          </a:p>
          <a:p>
            <a:pPr lvl="1"/>
            <a:r>
              <a:rPr lang="en-GB" dirty="0"/>
              <a:t>It is allowed to incorporate multiple leaf changes if at the same time and of the same class</a:t>
            </a:r>
          </a:p>
          <a:p>
            <a:r>
              <a:rPr lang="en-GB" dirty="0"/>
              <a:t>Filtering is not recommended</a:t>
            </a:r>
          </a:p>
          <a:p>
            <a:pPr lvl="1"/>
            <a:r>
              <a:rPr lang="en-GB" dirty="0"/>
              <a:t>Filter opportunities are dangerously powerful</a:t>
            </a:r>
          </a:p>
          <a:p>
            <a:pPr lvl="1"/>
            <a:r>
              <a:rPr lang="en-GB" dirty="0"/>
              <a:t>It is expected that a client will be interested in a segment of the context (all alarms etc.)</a:t>
            </a:r>
          </a:p>
          <a:p>
            <a:pPr lvl="1"/>
            <a:r>
              <a:rPr lang="en-GB" dirty="0"/>
              <a:t>Where clients have more complicated needs it is recommended that there are multiple contexts… what is available via GET is also available via notification and vice-versa.</a:t>
            </a:r>
          </a:p>
        </p:txBody>
      </p:sp>
    </p:spTree>
    <p:extLst>
      <p:ext uri="{BB962C8B-B14F-4D97-AF65-F5344CB8AC3E}">
        <p14:creationId xmlns:p14="http://schemas.microsoft.com/office/powerpoint/2010/main" val="217761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264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RESTCONF Notification challenges</vt:lpstr>
      <vt:lpstr>Event notification rules v streaming</vt:lpstr>
      <vt:lpstr>Resolution sketch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2</cp:revision>
  <dcterms:created xsi:type="dcterms:W3CDTF">2025-06-17T12:22:02Z</dcterms:created>
  <dcterms:modified xsi:type="dcterms:W3CDTF">2025-06-17T23:28:01Z</dcterms:modified>
</cp:coreProperties>
</file>