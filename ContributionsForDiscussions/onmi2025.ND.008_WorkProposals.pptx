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0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DE6C-9391-BC52-65E0-AB077635BE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763BA-1784-A285-1485-FEFFE45AC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0DBC5-331D-47C7-3265-153C212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D231-0863-76D6-B8E6-C31BCC4E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B91C9-6F45-B84A-1935-027EEA7C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4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CB8F-B222-3BD8-1F41-B5DE9310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89858-8267-F512-DB9A-25894F1EC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16D5C-68C1-CFD0-7F0E-682B2992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0C18-DEB5-7DA2-2AE4-943CEF28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CB886-FC6B-C184-B63B-894DC98E1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63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3E46-9CB7-8B58-4B42-A7A0671C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974C-6C9A-D44E-8A27-E125FED77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7B20C-E6C7-6F9F-82C5-8825DACF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A49A0-291D-A347-1ED9-30C9ED93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32DB-E57C-9DEE-1D57-62C8A39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5591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C298-5A69-82EE-8747-E1A9BD5A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10FEF-6152-74FF-8C83-8EEB16B01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3D539-8592-B2DE-3E1A-F3BB8F1E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C27C8-3CAE-9EA4-D689-6A92D0685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E1DA4-676E-294F-0D02-F6F4C590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E9B1A-C460-1C62-E532-279672803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38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A12AE-4BA2-CA55-2210-2E051BC9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BE489-A325-FD55-6366-B505C955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9D063-30CF-24C4-F457-B0A071775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3912E-70EB-E59E-BBF3-AD27F11F4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09779-D996-DECF-AB8F-D47CE8F3EB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8E3AB-A8EF-75CE-8175-60B07C01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BF55C9-0549-C697-FDA9-08B3D7D18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E64445-3943-7546-61CC-BB2295CDE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434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B14-44AA-C551-FFCC-91458CDB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534E1E-93F2-612A-3DD7-F647F67CC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E7DF74-4DF7-A6A4-7524-B5F3CED2E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E79858-302C-91A3-6E52-CAC87291C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79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7B038-802C-9994-4751-F5FF7105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A87156-E0BB-FA1D-E4A6-D401D361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FD37E-8A5F-AEEB-8A02-515C4A94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5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E7560-6954-BFE6-DACA-5C716E646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A3AA-7BB8-166C-DAA1-7334003B9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FE8CF-5AD8-1A23-3089-A42454A3EF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11A2B-3DB5-395E-BA3B-C5F1D073B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42F82-60A1-7010-B78B-3514AC9FA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4149AE-BFF5-FA4D-C695-9C5BC108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048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BF401-1294-B770-504F-D852EAA8B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0BF66-B7EC-6BDE-87EB-A73C88B8B9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6EEC0-7AE7-D5B7-EB87-1733A636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EB32D-2416-518A-4FE9-F60F77CD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6798-2337-8BAA-4035-13C6C90C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68426-22E2-7200-7CB6-5C00B2D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8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EF4-0A70-852F-43ED-91DFDBFF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3521BC-18EC-E88D-BEFB-4583501E8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3DFFF6-BE6E-292A-E634-DBFB8EA59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D7F47-B597-5FA1-E4F7-060AA063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23B8-3D39-3B31-1257-74951F69D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342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04A07D-AB6E-DDC8-BB8F-A39FA4178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E199F-6208-B954-E97D-CF508B219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F618B-9B67-8513-D232-991CF428E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50A58-3017-4A80-94B1-5A1CB2C46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50888-A14D-8C27-C122-615E841A6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0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E87413-AD7A-F63A-33F7-97768526D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AB60A-5AEE-45B5-DAAD-76C3D1022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4D2EA-B477-A02E-30EB-A607AF0FE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9E538-0188-4EE6-B8EB-96DC982D4D90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0ECD3-AEA2-7C20-8DB7-90C541AA8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5E7FE-1F36-37B1-861A-1A14DC665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7BF6B-5A91-4EDB-BB37-09F91C90AE5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42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-Network-Models-and-Interfaces-ONMI/TAPI-Activities/blob/main/ContributionsForDiscussions/onmi2025.ND.007_StreamingTestPlan-FirstDraft.docx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CAEB-1991-384F-7CAE-2214264DDF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TAPI Work proposals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9B9FE-F929-CFB1-6A04-97ED608AE4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Nigel Davis</a:t>
            </a:r>
          </a:p>
          <a:p>
            <a:r>
              <a:rPr lang="en-GB" dirty="0"/>
              <a:t>20250902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2924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14D40-30E3-3856-722C-4EA97DBC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Updates to 2.1.3… </a:t>
            </a:r>
            <a:br>
              <a:rPr lang="en-GB" noProof="0" dirty="0"/>
            </a:br>
            <a:r>
              <a:rPr lang="en-GB" noProof="0" dirty="0"/>
              <a:t>(part of </a:t>
            </a:r>
            <a:r>
              <a:rPr lang="en-GB" dirty="0"/>
              <a:t>issue 618 work item 64)</a:t>
            </a:r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DE5F-EA03-F8EE-8359-DD4D4C94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When we update 2.1.3 we will need to up version</a:t>
            </a:r>
          </a:p>
          <a:p>
            <a:pPr lvl="1"/>
            <a:r>
              <a:rPr lang="en-GB" noProof="0" dirty="0"/>
              <a:t>E.g., issue #622 (work item 62) String restriction removal</a:t>
            </a:r>
          </a:p>
          <a:p>
            <a:r>
              <a:rPr lang="en-GB" noProof="0" dirty="0"/>
              <a:t>We cannot simply use 2.1.4 as that has been used.</a:t>
            </a:r>
          </a:p>
          <a:p>
            <a:r>
              <a:rPr lang="en-GB" noProof="0" dirty="0"/>
              <a:t>Proposal</a:t>
            </a:r>
          </a:p>
          <a:p>
            <a:pPr lvl="1"/>
            <a:r>
              <a:rPr lang="en-GB" noProof="0" dirty="0"/>
              <a:t>Maintain release number familiarity and break traditional semantic versioning in this case and release a 2.1.3.1 etc.</a:t>
            </a:r>
          </a:p>
          <a:p>
            <a:pPr lvl="1"/>
            <a:r>
              <a:rPr lang="en-GB" noProof="0" dirty="0">
                <a:highlight>
                  <a:srgbClr val="FFFF00"/>
                </a:highlight>
              </a:rPr>
              <a:t>Skip 2.1.4 and go to 2.1.5 </a:t>
            </a:r>
            <a:r>
              <a:rPr lang="en-GB" strike="sngStrike" noProof="0" dirty="0">
                <a:highlight>
                  <a:srgbClr val="FFFF00"/>
                </a:highlight>
              </a:rPr>
              <a:t>(and delete 2.1.4 so it is not mistakenly used as an intermediate release)</a:t>
            </a:r>
          </a:p>
          <a:p>
            <a:pPr lvl="1"/>
            <a:r>
              <a:rPr lang="en-GB" noProof="0" dirty="0"/>
              <a:t>Delete little know 2.1.4 tag and reuse (danger as it potentially out there somewhere)</a:t>
            </a:r>
          </a:p>
          <a:p>
            <a:r>
              <a:rPr lang="en-GB" dirty="0"/>
              <a:t>We will need to go through steering team review and will need to announce delivery via some suitable mechanism</a:t>
            </a:r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31231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31FE1-B340-2547-5920-BC2E84922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"/>
            <a:ext cx="10515600" cy="602380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Specific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B35A3-09B4-8A80-449F-3907F1DEF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5495925"/>
          </a:xfrm>
        </p:spPr>
        <p:txBody>
          <a:bodyPr>
            <a:normAutofit fontScale="55000" lnSpcReduction="20000"/>
          </a:bodyPr>
          <a:lstStyle/>
          <a:p>
            <a:r>
              <a:rPr lang="en-GB" noProof="0" dirty="0"/>
              <a:t>Config false (issue 620 work item 15)</a:t>
            </a:r>
          </a:p>
          <a:p>
            <a:pPr lvl="1"/>
            <a:r>
              <a:rPr lang="en-GB" noProof="0" dirty="0"/>
              <a:t>I will prepare a sample using Ramon’s recommendation, working on 2.6 as a base for 2.7 develop, for the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</a:p>
          <a:p>
            <a:pPr lvl="2"/>
            <a:r>
              <a:rPr lang="en-GB" noProof="0" dirty="0"/>
              <a:t>Recommendation: Mark all </a:t>
            </a:r>
            <a:r>
              <a:rPr lang="en-GB" noProof="0" dirty="0" err="1"/>
              <a:t>leafrefs</a:t>
            </a:r>
            <a:r>
              <a:rPr lang="en-GB" noProof="0" dirty="0"/>
              <a:t> in config groupings that point to non-config </a:t>
            </a:r>
            <a:r>
              <a:rPr lang="en-GB" noProof="0" dirty="0" err="1"/>
              <a:t>uuids</a:t>
            </a:r>
            <a:r>
              <a:rPr lang="en-GB" noProof="0" dirty="0"/>
              <a:t> as “require-instance false;”</a:t>
            </a:r>
          </a:p>
          <a:p>
            <a:pPr lvl="1"/>
            <a:r>
              <a:rPr lang="en-GB" noProof="0" dirty="0"/>
              <a:t>Follow-on action:</a:t>
            </a:r>
          </a:p>
          <a:p>
            <a:pPr lvl="2"/>
            <a:r>
              <a:rPr lang="en-GB" noProof="0" dirty="0"/>
              <a:t>Review sample</a:t>
            </a:r>
          </a:p>
          <a:p>
            <a:pPr lvl="2"/>
            <a:r>
              <a:rPr lang="en-GB" noProof="0" dirty="0"/>
              <a:t>Complete work for all identified problems</a:t>
            </a:r>
          </a:p>
          <a:p>
            <a:pPr lvl="2"/>
            <a:r>
              <a:rPr lang="en-GB" noProof="0" dirty="0"/>
              <a:t>Review completed YANG</a:t>
            </a:r>
          </a:p>
          <a:p>
            <a:pPr lvl="2"/>
            <a:r>
              <a:rPr lang="en-GB" noProof="0" dirty="0"/>
              <a:t>Review TR-547 for any changes (suspect none but may be a YANG snippet in the document)</a:t>
            </a:r>
          </a:p>
          <a:p>
            <a:pPr lvl="2"/>
            <a:r>
              <a:rPr lang="en-GB" noProof="0" dirty="0"/>
              <a:t>Plan back propagation to 2.5 and 2.1.3</a:t>
            </a:r>
          </a:p>
          <a:p>
            <a:pPr lvl="2"/>
            <a:r>
              <a:rPr lang="en-GB" noProof="0" dirty="0"/>
              <a:t>Complete and review…</a:t>
            </a:r>
          </a:p>
          <a:p>
            <a:r>
              <a:rPr lang="en-GB" noProof="0" dirty="0"/>
              <a:t>String restrictions (issue 622 work item 62)</a:t>
            </a:r>
          </a:p>
          <a:p>
            <a:pPr lvl="1"/>
            <a:r>
              <a:rPr lang="en-GB" noProof="0" dirty="0"/>
              <a:t>I will prepare TR-547 </a:t>
            </a:r>
            <a:r>
              <a:rPr lang="en-GB" dirty="0"/>
              <a:t>for</a:t>
            </a:r>
            <a:r>
              <a:rPr lang="en-GB" noProof="0" dirty="0"/>
              <a:t> 2.1.3 and 2.5 with all string restrictions removed as done for 2.6, for the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  <a:endParaRPr lang="en-GB" noProof="0" dirty="0"/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noProof="0" dirty="0"/>
              <a:t>Review as drafts of TR-547 v1.1.1 and v3.1.1</a:t>
            </a:r>
          </a:p>
          <a:p>
            <a:pPr lvl="2"/>
            <a:r>
              <a:rPr lang="en-GB" noProof="0" dirty="0"/>
              <a:t>Publish as new release of 2.5 and 2.1.3  (rearrange folders for docs for TRs so TR-547 and TR-548)</a:t>
            </a:r>
          </a:p>
          <a:p>
            <a:r>
              <a:rPr lang="en-GB" noProof="0" dirty="0"/>
              <a:t>physical-route to 2.1.3 (issue 628 work item 63)</a:t>
            </a:r>
          </a:p>
          <a:p>
            <a:pPr lvl="1"/>
            <a:r>
              <a:rPr lang="en-GB" noProof="0" dirty="0"/>
              <a:t>I will prepare a draft of the addition to both UML and YANG for the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dirty="0"/>
              <a:t>Draft update to TR-547</a:t>
            </a:r>
          </a:p>
          <a:p>
            <a:pPr lvl="2"/>
            <a:r>
              <a:rPr lang="en-GB" noProof="0" dirty="0"/>
              <a:t>Updates to UML and YANG additions if any</a:t>
            </a:r>
          </a:p>
          <a:p>
            <a:pPr lvl="2"/>
            <a:r>
              <a:rPr lang="en-GB" dirty="0"/>
              <a:t>Review solution</a:t>
            </a:r>
          </a:p>
          <a:p>
            <a:pPr lvl="2"/>
            <a:r>
              <a:rPr lang="en-GB" noProof="0" dirty="0"/>
              <a:t>Prepare delivery</a:t>
            </a:r>
          </a:p>
          <a:p>
            <a:r>
              <a:rPr lang="en-GB" dirty="0"/>
              <a:t>Add </a:t>
            </a:r>
            <a:r>
              <a:rPr lang="en-GB" dirty="0" err="1"/>
              <a:t>protobuf</a:t>
            </a:r>
            <a:r>
              <a:rPr lang="en-GB" dirty="0"/>
              <a:t> file to 2.5 (issue 619 work item 65)</a:t>
            </a:r>
          </a:p>
          <a:p>
            <a:pPr lvl="1"/>
            <a:r>
              <a:rPr lang="en-GB" noProof="0" dirty="0"/>
              <a:t>I will prepare the file and update to TR-548 in working 2.5 branch for call </a:t>
            </a:r>
            <a:r>
              <a:rPr lang="en-GB" noProof="0" dirty="0">
                <a:solidFill>
                  <a:srgbClr val="FF0000"/>
                </a:solidFill>
                <a:highlight>
                  <a:srgbClr val="FFFF00"/>
                </a:highlight>
              </a:rPr>
              <a:t>20250909</a:t>
            </a:r>
          </a:p>
          <a:p>
            <a:pPr lvl="1"/>
            <a:r>
              <a:rPr lang="en-GB" noProof="0" dirty="0"/>
              <a:t>Follow-on actions</a:t>
            </a:r>
          </a:p>
          <a:p>
            <a:pPr lvl="2"/>
            <a:r>
              <a:rPr lang="en-GB" dirty="0"/>
              <a:t>Review updates</a:t>
            </a:r>
          </a:p>
          <a:p>
            <a:pPr lvl="2"/>
            <a:r>
              <a:rPr lang="en-GB" noProof="0" dirty="0"/>
              <a:t>Prepare delivery</a:t>
            </a:r>
          </a:p>
          <a:p>
            <a:pPr lvl="2"/>
            <a:endParaRPr lang="en-GB" noProof="0" dirty="0"/>
          </a:p>
          <a:p>
            <a:pPr lvl="2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20156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0229C-7375-05A4-FFF2-C406C47A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Additional candidate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8A2E8-0A3E-C077-A36F-D3B2D1353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Model of control plane using standard TAPI classes</a:t>
            </a:r>
          </a:p>
          <a:p>
            <a:pPr lvl="1"/>
            <a:r>
              <a:rPr lang="en-GB" dirty="0"/>
              <a:t>SNPP </a:t>
            </a:r>
            <a:r>
              <a:rPr lang="en-GB" dirty="0">
                <a:sym typeface="Wingdings" panose="05000000000000000000" pitchFamily="2" charset="2"/>
              </a:rPr>
              <a:t> NEP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SNP  CEP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Connection  Connection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Abstraction through new association such that control plane entities reference real entities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Works with TAPI path and path set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150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8029-9C8A-1FFF-7429-82016A142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Streaming test plan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B55C8-C87B-D982-94C8-2DC70971E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u="sng" noProof="0" dirty="0">
                <a:hlinkClick r:id="rId2" tooltip="onmi2025.ND.007_StreamingTestPlan-FirstDraft.docx"/>
              </a:rPr>
              <a:t>onmi2025.ND.007_StreamingTestPlan-FirstDraft.docx</a:t>
            </a:r>
            <a:endParaRPr lang="en-GB" u="sng" noProof="0" dirty="0"/>
          </a:p>
          <a:p>
            <a:endParaRPr lang="en-GB" u="sng" dirty="0"/>
          </a:p>
          <a:p>
            <a:r>
              <a:rPr lang="en-GB" dirty="0"/>
              <a:t>Deeper dive than last skim on today’s call</a:t>
            </a:r>
          </a:p>
          <a:p>
            <a:r>
              <a:rPr lang="en-GB" dirty="0"/>
              <a:t>Document available for assessment</a:t>
            </a:r>
          </a:p>
          <a:p>
            <a:r>
              <a:rPr lang="en-GB" noProof="0" dirty="0"/>
              <a:t>Comments in two weeks (20250916)</a:t>
            </a:r>
          </a:p>
        </p:txBody>
      </p:sp>
    </p:spTree>
    <p:extLst>
      <p:ext uri="{BB962C8B-B14F-4D97-AF65-F5344CB8AC3E}">
        <p14:creationId xmlns:p14="http://schemas.microsoft.com/office/powerpoint/2010/main" val="178300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73EF0-F3A3-AB26-6D22-ECD17F240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F601B-A4B0-A111-CFE5-79EDE428F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922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437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Wingdings</vt:lpstr>
      <vt:lpstr>Office Theme</vt:lpstr>
      <vt:lpstr>TAPI Work proposals</vt:lpstr>
      <vt:lpstr>Updates to 2.1.3…  (part of issue 618 work item 64)</vt:lpstr>
      <vt:lpstr>Specific issues</vt:lpstr>
      <vt:lpstr>Additional candidate item</vt:lpstr>
      <vt:lpstr>Streaming test plan review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Davis, Nigel</dc:creator>
  <cp:lastModifiedBy>Davis, Nigel</cp:lastModifiedBy>
  <cp:revision>2</cp:revision>
  <dcterms:created xsi:type="dcterms:W3CDTF">2025-09-02T09:15:52Z</dcterms:created>
  <dcterms:modified xsi:type="dcterms:W3CDTF">2025-09-02T14:02:49Z</dcterms:modified>
</cp:coreProperties>
</file>