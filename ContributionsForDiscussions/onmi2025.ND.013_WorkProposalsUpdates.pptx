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62" r:id="rId5"/>
    <p:sldId id="263" r:id="rId6"/>
    <p:sldId id="258" r:id="rId7"/>
    <p:sldId id="264" r:id="rId8"/>
    <p:sldId id="266" r:id="rId9"/>
    <p:sldId id="261" r:id="rId10"/>
    <p:sldId id="265" r:id="rId11"/>
    <p:sldId id="270" r:id="rId12"/>
    <p:sldId id="269" r:id="rId13"/>
    <p:sldId id="271" r:id="rId14"/>
    <p:sldId id="272" r:id="rId15"/>
    <p:sldId id="267" r:id="rId16"/>
    <p:sldId id="268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6449" autoAdjust="0"/>
  </p:normalViewPr>
  <p:slideViewPr>
    <p:cSldViewPr snapToGrid="0">
      <p:cViewPr varScale="1">
        <p:scale>
          <a:sx n="113" d="100"/>
          <a:sy n="11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DE6C-9391-BC52-65E0-AB077635B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763BA-1784-A285-1485-FEFFE45AC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0DBC5-331D-47C7-3265-153C2129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D231-0863-76D6-B8E6-C31BCC4E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B91C9-6F45-B84A-1935-027EEA7C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44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1CB8F-B222-3BD8-1F41-B5DE9310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9858-8267-F512-DB9A-25894F1E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16D5C-68C1-CFD0-7F0E-682B2992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0C18-DEB5-7DA2-2AE4-943CEF28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B886-FC6B-C184-B63B-894DC98E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63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3E46-9CB7-8B58-4B42-A7A0671C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C974C-6C9A-D44E-8A27-E125FED77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7B20C-E6C7-6F9F-82C5-8825DACF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A49A0-291D-A347-1ED9-30C9ED93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32DB-E57C-9DEE-1D57-62C8A397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59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C298-5A69-82EE-8747-E1A9BD5A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0FEF-6152-74FF-8C83-8EEB16B01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3D539-8592-B2DE-3E1A-F3BB8F1EC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C27C8-3CAE-9EA4-D689-6A92D068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E1DA4-676E-294F-0D02-F6F4C590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E9B1A-C460-1C62-E532-27967280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38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12AE-4BA2-CA55-2210-2E051BC9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BE489-A325-FD55-6366-B505C9550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9D063-30CF-24C4-F457-B0A071775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3912E-70EB-E59E-BBF3-AD27F11F4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9779-D996-DECF-AB8F-D47CE8F3E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D8E3AB-A8EF-75CE-8175-60B07C01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BF55C9-0549-C697-FDA9-08B3D7D1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64445-3943-7546-61CC-BB2295CD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3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6B14-44AA-C551-FFCC-91458CDB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34E1E-93F2-612A-3DD7-F647F67C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7DF74-4DF7-A6A4-7524-B5F3CED2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79858-302C-91A3-6E52-CAC87291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79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7B038-802C-9994-4751-F5FF7105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87156-E0BB-FA1D-E4A6-D401D361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FD37E-8A5F-AEEB-8A02-515C4A94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5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7560-6954-BFE6-DACA-5C716E64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DA3AA-7BB8-166C-DAA1-7334003B9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FE8CF-5AD8-1A23-3089-A42454A3E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11A2B-3DB5-395E-BA3B-C5F1D073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42F82-60A1-7010-B78B-3514AC9F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149AE-BFF5-FA4D-C695-9C5BC108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04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401-1294-B770-504F-D852EAA8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0BF66-B7EC-6BDE-87EB-A73C88B8B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EEC0-7AE7-D5B7-EB87-1733A6366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EB32D-2416-518A-4FE9-F60F77CD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16798-2337-8BAA-4035-13C6C90C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68426-22E2-7200-7CB6-5C00B2DF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8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BEF4-0A70-852F-43ED-91DFDBFF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521BC-18EC-E88D-BEFB-4583501E8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DFFF6-BE6E-292A-E634-DBFB8EA5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D7F47-B597-5FA1-E4F7-060AA063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23B8-3D39-3B31-1257-74951F69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34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04A07D-AB6E-DDC8-BB8F-A39FA4178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E199F-6208-B954-E97D-CF508B219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F618B-9B67-8513-D232-991CF428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0A58-3017-4A80-94B1-5A1CB2C4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50888-A14D-8C27-C122-615E841A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0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87413-AD7A-F63A-33F7-97768526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AB60A-5AEE-45B5-DAAD-76C3D1022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4D2EA-B477-A02E-30EB-A607AF0FE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9E538-0188-4EE6-B8EB-96DC982D4D90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0ECD3-AEA2-7C20-8DB7-90C541AA8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E7FE-1F36-37B1-861A-1A14DC665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42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gel-r-davis/TAPI-Documentation" TargetMode="External"/><Relationship Id="rId2" Type="http://schemas.openxmlformats.org/officeDocument/2006/relationships/hyperlink" Target="https://github.com/nigel-r-davis/T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/tree/tapi-2.1.3-fix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gel-r-davis/TAPI-Documentation/tree/tapi-2.5.0-fixes/ReferenceImplementationAgreements/TR-547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nigel-r-davis/TAPI/tree/tapi-2.1.3-fix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gel-r-davis/TAPI-Documentation/tree/tapi-2.5.0-fixes/ReferenceImplementationAgreements/TR-54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tcc2024.ND.002_SpotlightAndSnapshotStreams.ppt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nmi025.ND.005_BriefAnalysis-TapiIetfModelLinkage.pptx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nmi2025.ND.007_StreamingTestPlan-FirstDraft.doc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CAEB-1991-384F-7CAE-2214264DD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TAPI Work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9B9FE-F929-CFB1-6A04-97ED608AE4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noProof="0" dirty="0"/>
              <a:t>Nigel Davis</a:t>
            </a:r>
          </a:p>
          <a:p>
            <a:r>
              <a:rPr lang="en-GB" dirty="0"/>
              <a:t>20251014</a:t>
            </a:r>
          </a:p>
          <a:p>
            <a:endParaRPr lang="en-GB" noProof="0" dirty="0"/>
          </a:p>
          <a:p>
            <a:r>
              <a:rPr lang="en-GB" dirty="0"/>
              <a:t>Note all work is being carried out in my forks…</a:t>
            </a:r>
          </a:p>
          <a:p>
            <a:r>
              <a:rPr lang="en-GB" dirty="0">
                <a:hlinkClick r:id="rId2"/>
              </a:rPr>
              <a:t>https://github.com/nigel-r-davis/TAPI</a:t>
            </a:r>
            <a:endParaRPr lang="en-GB" dirty="0"/>
          </a:p>
          <a:p>
            <a:r>
              <a:rPr lang="en-GB" dirty="0">
                <a:hlinkClick r:id="rId3"/>
              </a:rPr>
              <a:t>https://github.com/nigel-r-davis/TAPI-Documentation</a:t>
            </a:r>
            <a:r>
              <a:rPr lang="en-GB" dirty="0"/>
              <a:t>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2924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4426-2030-1A4D-8519-745BD707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A7FAD-F37C-D519-8D72-3FE5A0F0C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several items ready for review</a:t>
            </a:r>
          </a:p>
          <a:p>
            <a:pPr lvl="1"/>
            <a:r>
              <a:rPr lang="en-GB" dirty="0"/>
              <a:t>At this point they are in my fork</a:t>
            </a:r>
          </a:p>
          <a:p>
            <a:pPr lvl="1"/>
            <a:r>
              <a:rPr lang="en-GB" dirty="0"/>
              <a:t>I plan to create several pull requests to formalize the review process</a:t>
            </a:r>
          </a:p>
          <a:p>
            <a:r>
              <a:rPr lang="en-GB" dirty="0"/>
              <a:t>Current proposal is to identify specific reviewers </a:t>
            </a:r>
          </a:p>
          <a:p>
            <a:pPr lvl="1"/>
            <a:r>
              <a:rPr lang="en-GB" dirty="0"/>
              <a:t>review requested within two weeks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Any objections to the planned approach??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123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4D40-30E3-3856-722C-4EA97DBC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Updates to 2.1.3 and 2.5.x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DE5F-EA03-F8EE-8359-DD4D4C946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Updates to 2.1.3 will be based on 2.1.4 and go to 2.1.5</a:t>
            </a:r>
          </a:p>
          <a:p>
            <a:pPr lvl="1"/>
            <a:r>
              <a:rPr lang="en-GB" dirty="0"/>
              <a:t>2.1.4 has a fixed OAS that are rolled into </a:t>
            </a:r>
            <a:r>
              <a:rPr lang="en-GB" dirty="0">
                <a:hlinkClick r:id="rId2"/>
              </a:rPr>
              <a:t>tapi-2.1.3-fixes</a:t>
            </a:r>
            <a:r>
              <a:rPr lang="en-GB" dirty="0"/>
              <a:t> directly</a:t>
            </a:r>
            <a:endParaRPr lang="en-GB" noProof="0" dirty="0"/>
          </a:p>
          <a:p>
            <a:r>
              <a:rPr lang="en-GB" dirty="0"/>
              <a:t>Updates to 2.5.0 will be based on 2.5.1 and go to 2.5.2</a:t>
            </a:r>
          </a:p>
          <a:p>
            <a:pPr lvl="1"/>
            <a:r>
              <a:rPr lang="en-GB" noProof="0" dirty="0"/>
              <a:t>There are YANG patches in 2.5.0-fixes (from 2.5.1), should they be rolled into the formal YANG of 2.5.2 (i.e., update the YANG (backward compatible))?</a:t>
            </a:r>
          </a:p>
          <a:p>
            <a:pPr lvl="1"/>
            <a:r>
              <a:rPr lang="en-GB" dirty="0"/>
              <a:t>There is a corrected OAS in the patches, should this replace the OAS such that there is no confusion in 2.5.2 and be compatible with the 2.1.3 approach?</a:t>
            </a:r>
          </a:p>
          <a:p>
            <a:r>
              <a:rPr lang="en-GB" noProof="0" dirty="0"/>
              <a:t>Where we have YANG updates to 2.5 and 2.1.3 we </a:t>
            </a:r>
            <a:r>
              <a:rPr lang="en-GB" dirty="0"/>
              <a:t>should update the YANG from ONF to LF</a:t>
            </a:r>
          </a:p>
          <a:p>
            <a:pPr lvl="1"/>
            <a:r>
              <a:rPr lang="en-GB" noProof="0" dirty="0"/>
              <a:t>Should we update all YANG modules or just those that are modified?</a:t>
            </a:r>
          </a:p>
          <a:p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CF133-92F5-FE71-8691-5AB11E0B10A8}"/>
              </a:ext>
            </a:extLst>
          </p:cNvPr>
          <p:cNvSpPr txBox="1"/>
          <p:nvPr/>
        </p:nvSpPr>
        <p:spPr>
          <a:xfrm>
            <a:off x="6968067" y="365125"/>
            <a:ext cx="1568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Need to agree</a:t>
            </a:r>
          </a:p>
        </p:txBody>
      </p:sp>
    </p:spTree>
    <p:extLst>
      <p:ext uri="{BB962C8B-B14F-4D97-AF65-F5344CB8AC3E}">
        <p14:creationId xmlns:p14="http://schemas.microsoft.com/office/powerpoint/2010/main" val="2631231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E22D-66B0-3740-2397-71BCB2A6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Protobuf</a:t>
            </a:r>
            <a:r>
              <a:rPr lang="en-GB" dirty="0"/>
              <a:t> file to 2.5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93EF-4E3C-EAFD-FD51-C337888BC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Add </a:t>
            </a:r>
            <a:r>
              <a:rPr lang="en-GB" dirty="0" err="1"/>
              <a:t>protobuf</a:t>
            </a:r>
            <a:r>
              <a:rPr lang="en-GB" dirty="0"/>
              <a:t> file to 2.5 (issue 619 work item 65)</a:t>
            </a:r>
          </a:p>
          <a:p>
            <a:pPr lvl="1"/>
            <a:r>
              <a:rPr lang="en-GB" noProof="0" dirty="0"/>
              <a:t>Prepared the file and update to TR-548 in working 2.5 branch for call </a:t>
            </a:r>
            <a:r>
              <a:rPr lang="en-GB" noProof="0" dirty="0">
                <a:solidFill>
                  <a:srgbClr val="FF0000"/>
                </a:solidFill>
              </a:rPr>
              <a:t>20250909</a:t>
            </a:r>
          </a:p>
          <a:p>
            <a:pPr lvl="1"/>
            <a:r>
              <a:rPr lang="en-GB" noProof="0" dirty="0" err="1"/>
              <a:t>Protobuf</a:t>
            </a:r>
            <a:r>
              <a:rPr lang="en-GB" noProof="0" dirty="0"/>
              <a:t> file added to </a:t>
            </a:r>
            <a:r>
              <a:rPr lang="en-GB" noProof="0" dirty="0">
                <a:hlinkClick r:id="rId2"/>
              </a:rPr>
              <a:t>2.5.0-fixesTR-547-ND</a:t>
            </a:r>
            <a:r>
              <a:rPr lang="en-GB" noProof="0" dirty="0"/>
              <a:t>.</a:t>
            </a:r>
          </a:p>
          <a:p>
            <a:pPr lvl="1"/>
            <a:r>
              <a:rPr lang="en-GB" dirty="0"/>
              <a:t>TR folder structure changed</a:t>
            </a:r>
          </a:p>
          <a:p>
            <a:pPr lvl="1"/>
            <a:r>
              <a:rPr lang="en-GB" dirty="0"/>
              <a:t>TR-548 initial updates made in documentation </a:t>
            </a:r>
            <a:r>
              <a:rPr lang="en-GB" dirty="0" err="1"/>
              <a:t>nd</a:t>
            </a:r>
            <a:r>
              <a:rPr lang="en-GB" dirty="0"/>
              <a:t> fork v3.1.1</a:t>
            </a:r>
            <a:endParaRPr lang="en-GB" noProof="0" dirty="0"/>
          </a:p>
          <a:p>
            <a:r>
              <a:rPr lang="en-GB" noProof="0" dirty="0"/>
              <a:t>Follow-on actions</a:t>
            </a:r>
          </a:p>
          <a:p>
            <a:pPr lvl="1"/>
            <a:r>
              <a:rPr lang="en-GB" dirty="0"/>
              <a:t>Review updates</a:t>
            </a:r>
          </a:p>
          <a:p>
            <a:pPr lvl="1"/>
            <a:r>
              <a:rPr lang="en-GB" noProof="0" dirty="0"/>
              <a:t>Prepare delivery</a:t>
            </a:r>
          </a:p>
          <a:p>
            <a:r>
              <a:rPr lang="en-GB" dirty="0">
                <a:highlight>
                  <a:srgbClr val="FFFF00"/>
                </a:highlight>
              </a:rPr>
              <a:t>I will create two pull requests one on documentation and one on </a:t>
            </a:r>
            <a:r>
              <a:rPr lang="en-GB" dirty="0" err="1">
                <a:highlight>
                  <a:srgbClr val="FFFF00"/>
                </a:highlight>
              </a:rPr>
              <a:t>tapi</a:t>
            </a:r>
            <a:r>
              <a:rPr lang="en-GB" dirty="0">
                <a:highlight>
                  <a:srgbClr val="FFFF00"/>
                </a:highlight>
              </a:rPr>
              <a:t> main (2.5.0-fixes) with this update applied and will update the issue and work item</a:t>
            </a:r>
            <a:endParaRPr lang="en-GB" noProof="0" dirty="0">
              <a:highlight>
                <a:srgbClr val="FFFF00"/>
              </a:highlight>
            </a:endParaRPr>
          </a:p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C8C990-3072-1921-22FB-4CC8BE954FDE}"/>
              </a:ext>
            </a:extLst>
          </p:cNvPr>
          <p:cNvSpPr txBox="1"/>
          <p:nvPr/>
        </p:nvSpPr>
        <p:spPr>
          <a:xfrm>
            <a:off x="6968067" y="365125"/>
            <a:ext cx="180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Ready for review</a:t>
            </a:r>
          </a:p>
        </p:txBody>
      </p:sp>
    </p:spTree>
    <p:extLst>
      <p:ext uri="{BB962C8B-B14F-4D97-AF65-F5344CB8AC3E}">
        <p14:creationId xmlns:p14="http://schemas.microsoft.com/office/powerpoint/2010/main" val="246165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3210-5588-F747-C2C3-78F2CCA9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physical-route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F330-0E76-4E19-CF59-5E4DC1C8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4120" cy="4351338"/>
          </a:xfrm>
        </p:spPr>
        <p:txBody>
          <a:bodyPr>
            <a:normAutofit fontScale="70000" lnSpcReduction="20000"/>
          </a:bodyPr>
          <a:lstStyle/>
          <a:p>
            <a:r>
              <a:rPr lang="en-GB" noProof="0" dirty="0"/>
              <a:t>physical-route to 2.1.3 (issue 628 work item 63)</a:t>
            </a:r>
          </a:p>
          <a:p>
            <a:pPr lvl="1"/>
            <a:r>
              <a:rPr lang="en-GB" noProof="0" dirty="0"/>
              <a:t>UML/YANG draft generated 20250909</a:t>
            </a:r>
          </a:p>
          <a:p>
            <a:pPr lvl="2"/>
            <a:r>
              <a:rPr lang="en-GB" noProof="0" dirty="0"/>
              <a:t>Available at </a:t>
            </a:r>
            <a:r>
              <a:rPr lang="en-GB" dirty="0">
                <a:hlinkClick r:id="rId2"/>
              </a:rPr>
              <a:t>2.1.3-fixes-ND</a:t>
            </a:r>
            <a:endParaRPr lang="en-GB" noProof="0" dirty="0"/>
          </a:p>
          <a:p>
            <a:pPr lvl="1"/>
            <a:r>
              <a:rPr lang="en-GB" noProof="0" dirty="0"/>
              <a:t>Challenges </a:t>
            </a:r>
            <a:r>
              <a:rPr lang="en-GB" dirty="0"/>
              <a:t>in streaming and especially notification</a:t>
            </a:r>
          </a:p>
          <a:p>
            <a:pPr lvl="2"/>
            <a:r>
              <a:rPr lang="en-GB" dirty="0"/>
              <a:t>Streaming hybrid augment proposed where ANY_CLASS is used to carry the objects</a:t>
            </a:r>
          </a:p>
          <a:p>
            <a:pPr lvl="2"/>
            <a:r>
              <a:rPr lang="en-GB" dirty="0"/>
              <a:t>No clear solution for notification other than modifying the </a:t>
            </a:r>
            <a:r>
              <a:rPr lang="en-GB" dirty="0" err="1"/>
              <a:t>enum</a:t>
            </a:r>
            <a:r>
              <a:rPr lang="en-GB" dirty="0"/>
              <a:t> for object type</a:t>
            </a:r>
          </a:p>
          <a:p>
            <a:pPr lvl="1"/>
            <a:r>
              <a:rPr lang="en-GB" dirty="0"/>
              <a:t>YANG v1.1 currently used. Could revert to 1.0</a:t>
            </a:r>
          </a:p>
          <a:p>
            <a:pPr lvl="1"/>
            <a:r>
              <a:rPr lang="en-GB" dirty="0"/>
              <a:t>Draft update to TR-547 completed 20250916</a:t>
            </a:r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dirty="0"/>
              <a:t>Review solution</a:t>
            </a:r>
          </a:p>
          <a:p>
            <a:pPr lvl="2"/>
            <a:r>
              <a:rPr lang="en-GB" dirty="0"/>
              <a:t>Updates to UML and YANG additions if any</a:t>
            </a:r>
          </a:p>
          <a:p>
            <a:pPr lvl="2"/>
            <a:r>
              <a:rPr lang="en-GB" noProof="0" dirty="0"/>
              <a:t>Prepare delivery</a:t>
            </a:r>
          </a:p>
          <a:p>
            <a:r>
              <a:rPr lang="en-GB" dirty="0">
                <a:highlight>
                  <a:srgbClr val="FFFF00"/>
                </a:highlight>
              </a:rPr>
              <a:t>I will create two pull requests one on documentation and one on </a:t>
            </a:r>
            <a:r>
              <a:rPr lang="en-GB" dirty="0" err="1">
                <a:highlight>
                  <a:srgbClr val="FFFF00"/>
                </a:highlight>
              </a:rPr>
              <a:t>tapi</a:t>
            </a:r>
            <a:r>
              <a:rPr lang="en-GB" dirty="0">
                <a:highlight>
                  <a:srgbClr val="FFFF00"/>
                </a:highlight>
              </a:rPr>
              <a:t> main (2.1.3-fixes) with this update applied and will update the issue and work item</a:t>
            </a:r>
            <a:endParaRPr lang="en-GB" noProof="0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F4142-F878-15B9-06E5-9CD96D402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578" y="457199"/>
            <a:ext cx="4540301" cy="3293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36693-C665-56D5-26EC-0863CAAD4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001293"/>
            <a:ext cx="4931618" cy="2399507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FCD2068-D0D9-BDF5-B836-DF061E88E7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009235"/>
              </p:ext>
            </p:extLst>
          </p:nvPr>
        </p:nvGraphicFramePr>
        <p:xfrm>
          <a:off x="5579745" y="5886450"/>
          <a:ext cx="1552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1552353" imgH="514616" progId="Package">
                  <p:embed/>
                </p:oleObj>
              </mc:Choice>
              <mc:Fallback>
                <p:oleObj name="Packager Shell Object" showAsIcon="1" r:id="rId5" imgW="1552353" imgH="514616" progId="Package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FCD2068-D0D9-BDF5-B836-DF061E88E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9745" y="5886450"/>
                        <a:ext cx="15525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957FD1-E969-E6EA-2847-5D9A5B6B4113}"/>
              </a:ext>
            </a:extLst>
          </p:cNvPr>
          <p:cNvSpPr txBox="1"/>
          <p:nvPr/>
        </p:nvSpPr>
        <p:spPr>
          <a:xfrm>
            <a:off x="5421133" y="553125"/>
            <a:ext cx="180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Ready for review</a:t>
            </a:r>
          </a:p>
        </p:txBody>
      </p:sp>
    </p:spTree>
    <p:extLst>
      <p:ext uri="{BB962C8B-B14F-4D97-AF65-F5344CB8AC3E}">
        <p14:creationId xmlns:p14="http://schemas.microsoft.com/office/powerpoint/2010/main" val="3307651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1FE1-B340-2547-5920-BC2E8492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60238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String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B35A3-09B4-8A80-449F-3907F1DEF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 fontScale="92500" lnSpcReduction="20000"/>
          </a:bodyPr>
          <a:lstStyle/>
          <a:p>
            <a:r>
              <a:rPr lang="en-GB" noProof="0" dirty="0"/>
              <a:t>String restrictions (issue 622 work item 62)</a:t>
            </a:r>
          </a:p>
          <a:p>
            <a:pPr lvl="1"/>
            <a:r>
              <a:rPr lang="en-GB" noProof="0" dirty="0"/>
              <a:t>Used worked through changes in TR-547 2.6.0 </a:t>
            </a:r>
          </a:p>
          <a:p>
            <a:pPr lvl="2"/>
            <a:r>
              <a:rPr lang="en-GB" dirty="0"/>
              <a:t>This review also highlighted some conditions we have changed these should be rolled back to 2.5 too (word compare is probably the best method to find these)</a:t>
            </a:r>
          </a:p>
          <a:p>
            <a:pPr lvl="2"/>
            <a:r>
              <a:rPr lang="en-GB" noProof="0" dirty="0"/>
              <a:t>30 chang</a:t>
            </a:r>
            <a:r>
              <a:rPr lang="en-GB" dirty="0"/>
              <a:t>es were made</a:t>
            </a:r>
          </a:p>
          <a:p>
            <a:pPr lvl="3"/>
            <a:r>
              <a:rPr lang="en-GB" noProof="0" dirty="0"/>
              <a:t>We appear to have missed access-port in device in 2.6.0. I have corrected this in 2.5. We can clear that up in 2.7.</a:t>
            </a:r>
          </a:p>
          <a:p>
            <a:pPr lvl="2"/>
            <a:r>
              <a:rPr lang="en-GB" dirty="0"/>
              <a:t>I have updated for Linux Foundation etc.</a:t>
            </a:r>
            <a:endParaRPr lang="en-GB" noProof="0" dirty="0"/>
          </a:p>
          <a:p>
            <a:pPr lvl="1"/>
            <a:r>
              <a:rPr lang="en-GB" noProof="0" dirty="0"/>
              <a:t>I have prepared TR-547 2.5 with all string restrictions removed (at </a:t>
            </a:r>
            <a:r>
              <a:rPr lang="en-GB" noProof="0" dirty="0">
                <a:hlinkClick r:id="rId2"/>
              </a:rPr>
              <a:t>tapi-2.5.0-fixesTR-547-ND</a:t>
            </a:r>
            <a:r>
              <a:rPr lang="en-GB" noProof="0" dirty="0"/>
              <a:t>  as done for 2.6, for the call 20250909</a:t>
            </a:r>
          </a:p>
          <a:p>
            <a:pPr lvl="1"/>
            <a:r>
              <a:rPr lang="en-GB" noProof="0" dirty="0"/>
              <a:t>2.1.3 has also been adjusted</a:t>
            </a:r>
          </a:p>
          <a:p>
            <a:pPr lvl="1"/>
            <a:r>
              <a:rPr lang="en-GB" dirty="0"/>
              <a:t>Folders for docs for TRs so TR-547 and TR-548 have been rearranged</a:t>
            </a:r>
            <a:endParaRPr lang="en-GB" noProof="0" dirty="0"/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noProof="0" dirty="0"/>
              <a:t>Review as drafts of TR-547 v1.1.1 and v3.1.1</a:t>
            </a:r>
          </a:p>
          <a:p>
            <a:pPr lvl="2"/>
            <a:r>
              <a:rPr lang="en-GB" noProof="0" dirty="0"/>
              <a:t>Publish as new release of 2.5 and 2.1.3  (rearrange folders for docs for TRs so TR-547 and TR-548)</a:t>
            </a:r>
          </a:p>
          <a:p>
            <a:r>
              <a:rPr lang="en-GB" dirty="0">
                <a:highlight>
                  <a:srgbClr val="FFFF00"/>
                </a:highlight>
              </a:rPr>
              <a:t>I will create two pull requests on documentation for 2.1.3-fixes and for 2.5.0-fixes with this update applied and will update the issue and work item</a:t>
            </a:r>
            <a:endParaRPr lang="en-GB" noProof="0" dirty="0"/>
          </a:p>
          <a:p>
            <a:pPr lvl="2"/>
            <a:endParaRPr lang="en-GB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7C630-C66E-88FC-E249-FD44DC368056}"/>
              </a:ext>
            </a:extLst>
          </p:cNvPr>
          <p:cNvSpPr txBox="1"/>
          <p:nvPr/>
        </p:nvSpPr>
        <p:spPr>
          <a:xfrm>
            <a:off x="6985000" y="195182"/>
            <a:ext cx="180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Ready for review</a:t>
            </a:r>
          </a:p>
        </p:txBody>
      </p:sp>
    </p:spTree>
    <p:extLst>
      <p:ext uri="{BB962C8B-B14F-4D97-AF65-F5344CB8AC3E}">
        <p14:creationId xmlns:p14="http://schemas.microsoft.com/office/powerpoint/2010/main" val="3520156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7CE2-7F0C-E0BB-E962-13676C1E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144B-C8AF-994F-C467-9F047525A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60238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Config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395BF-29C7-DAFA-BDC3-D63623E6E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 fontScale="77500" lnSpcReduction="20000"/>
          </a:bodyPr>
          <a:lstStyle/>
          <a:p>
            <a:r>
              <a:rPr lang="en-GB" noProof="0" dirty="0"/>
              <a:t>Config false (issue 620 work item 15)</a:t>
            </a:r>
          </a:p>
          <a:p>
            <a:pPr lvl="1"/>
            <a:r>
              <a:rPr lang="en-GB" dirty="0"/>
              <a:t>I will update the YANG from ONF to LF as per earlier agreement</a:t>
            </a:r>
          </a:p>
          <a:p>
            <a:pPr lvl="1"/>
            <a:r>
              <a:rPr lang="en-GB" noProof="0" dirty="0"/>
              <a:t>I adjusted the following in </a:t>
            </a:r>
            <a:r>
              <a:rPr lang="en-GB" dirty="0"/>
              <a:t>2.5.0 fixes to be require-instance false;</a:t>
            </a:r>
            <a:endParaRPr lang="en-GB" noProof="0" dirty="0"/>
          </a:p>
          <a:p>
            <a:pPr lvl="2"/>
            <a:r>
              <a:rPr lang="en-GB" dirty="0" err="1"/>
              <a:t>tapi-connectivity.yang</a:t>
            </a:r>
            <a:endParaRPr lang="en-GB" dirty="0"/>
          </a:p>
          <a:p>
            <a:pPr lvl="3"/>
            <a:r>
              <a:rPr lang="en-GB" dirty="0"/>
              <a:t>connection-end-point-ref</a:t>
            </a:r>
          </a:p>
          <a:p>
            <a:pPr lvl="3"/>
            <a:r>
              <a:rPr lang="en-GB" dirty="0"/>
              <a:t>switch-control-ref</a:t>
            </a:r>
          </a:p>
          <a:p>
            <a:pPr lvl="3"/>
            <a:r>
              <a:rPr lang="en-GB" dirty="0"/>
              <a:t>switch-ref </a:t>
            </a:r>
          </a:p>
          <a:p>
            <a:pPr lvl="3"/>
            <a:r>
              <a:rPr lang="en-GB" dirty="0"/>
              <a:t>route-ref </a:t>
            </a:r>
          </a:p>
          <a:p>
            <a:pPr lvl="2"/>
            <a:r>
              <a:rPr lang="en-GB" dirty="0" err="1"/>
              <a:t>tapi-common.yang</a:t>
            </a:r>
            <a:endParaRPr lang="en-GB" dirty="0"/>
          </a:p>
          <a:p>
            <a:pPr lvl="3"/>
            <a:r>
              <a:rPr lang="en-GB" dirty="0"/>
              <a:t>profile-ref</a:t>
            </a:r>
          </a:p>
          <a:p>
            <a:pPr lvl="2"/>
            <a:r>
              <a:rPr lang="en-GB" dirty="0" err="1"/>
              <a:t>tapi-topology.yang</a:t>
            </a:r>
            <a:endParaRPr lang="en-GB" dirty="0"/>
          </a:p>
          <a:p>
            <a:pPr lvl="3"/>
            <a:r>
              <a:rPr lang="en-GB" dirty="0"/>
              <a:t>topology-ref</a:t>
            </a:r>
          </a:p>
          <a:p>
            <a:pPr lvl="3"/>
            <a:r>
              <a:rPr lang="en-GB" dirty="0"/>
              <a:t>node-ref</a:t>
            </a:r>
          </a:p>
          <a:p>
            <a:pPr lvl="1"/>
            <a:r>
              <a:rPr lang="en-GB" dirty="0"/>
              <a:t>TR-547 v3.1.1 does not need to be modified (there are no YANG snippets that include the area modified)</a:t>
            </a:r>
          </a:p>
          <a:p>
            <a:pPr lvl="1"/>
            <a:r>
              <a:rPr lang="en-GB" noProof="0" dirty="0">
                <a:highlight>
                  <a:srgbClr val="FFFF00"/>
                </a:highlight>
              </a:rPr>
              <a:t>For 2.7 it may be appropriate to reverse out the modifications made between 2.5 and 2.6 (as these did not use the require-instance approach) and use the require-instance false approach for 2.7 so that it is fully aligned with 2.5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Updated 2.5 is available in my fork</a:t>
            </a:r>
            <a:endParaRPr lang="en-GB" noProof="0" dirty="0">
              <a:highlight>
                <a:srgbClr val="FFFF00"/>
              </a:highlight>
            </a:endParaRPr>
          </a:p>
          <a:p>
            <a:pPr lvl="1"/>
            <a:r>
              <a:rPr lang="en-GB" noProof="0" dirty="0"/>
              <a:t>Follow-on action:</a:t>
            </a:r>
          </a:p>
          <a:p>
            <a:pPr lvl="2"/>
            <a:r>
              <a:rPr lang="en-GB" noProof="0" dirty="0"/>
              <a:t>Take agreed approach for 2.7</a:t>
            </a:r>
          </a:p>
          <a:p>
            <a:pPr lvl="2"/>
            <a:r>
              <a:rPr lang="en-GB" noProof="0" dirty="0"/>
              <a:t>Validate 2.1.3 does not have these errors</a:t>
            </a:r>
          </a:p>
          <a:p>
            <a:pPr lvl="2"/>
            <a:r>
              <a:rPr lang="en-GB" noProof="0" dirty="0"/>
              <a:t>Complete and review…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8A73A-F76D-2C61-647A-A0EF3387A658}"/>
              </a:ext>
            </a:extLst>
          </p:cNvPr>
          <p:cNvSpPr txBox="1"/>
          <p:nvPr/>
        </p:nvSpPr>
        <p:spPr>
          <a:xfrm>
            <a:off x="6968067" y="365125"/>
            <a:ext cx="127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 progress</a:t>
            </a:r>
          </a:p>
        </p:txBody>
      </p:sp>
    </p:spTree>
    <p:extLst>
      <p:ext uri="{BB962C8B-B14F-4D97-AF65-F5344CB8AC3E}">
        <p14:creationId xmlns:p14="http://schemas.microsoft.com/office/powerpoint/2010/main" val="3435757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9C26-032A-476B-4065-1E323AF2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Spotlight and snapshot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7DE95-6B5C-34A8-DB96-628644649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See separate presentation… </a:t>
            </a:r>
            <a:r>
              <a:rPr lang="en-GB" dirty="0">
                <a:hlinkClick r:id="rId2"/>
              </a:rPr>
              <a:t>otcc2024.ND.002_SpotlightAndSnapshotStreams.pptx</a:t>
            </a:r>
            <a:endParaRPr lang="en-GB" dirty="0"/>
          </a:p>
          <a:p>
            <a:r>
              <a:rPr lang="en-GB" dirty="0"/>
              <a:t>Target review 20251007 </a:t>
            </a:r>
          </a:p>
        </p:txBody>
      </p:sp>
    </p:spTree>
    <p:extLst>
      <p:ext uri="{BB962C8B-B14F-4D97-AF65-F5344CB8AC3E}">
        <p14:creationId xmlns:p14="http://schemas.microsoft.com/office/powerpoint/2010/main" val="302346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229C-7375-05A4-FFF2-C406C47A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plane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8A2E8-0A3E-C077-A36F-D3B2D135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of control plane using standard TAPI classes</a:t>
            </a:r>
          </a:p>
          <a:p>
            <a:pPr lvl="1"/>
            <a:r>
              <a:rPr lang="en-GB" dirty="0"/>
              <a:t>SNPP </a:t>
            </a:r>
            <a:r>
              <a:rPr lang="en-GB" dirty="0">
                <a:sym typeface="Wingdings" panose="05000000000000000000" pitchFamily="2" charset="2"/>
              </a:rPr>
              <a:t> NEP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SNP  CEP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Connection  Connection</a:t>
            </a: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SNPP_Link</a:t>
            </a:r>
            <a:r>
              <a:rPr lang="en-GB" dirty="0">
                <a:sym typeface="Wingdings" panose="05000000000000000000" pitchFamily="2" charset="2"/>
              </a:rPr>
              <a:t>  Link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Abstraction through new association such that control plane entities reference real entities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Works with TAPI path and path set</a:t>
            </a:r>
          </a:p>
          <a:p>
            <a:r>
              <a:rPr lang="en-GB" dirty="0">
                <a:sym typeface="Wingdings" panose="05000000000000000000" pitchFamily="2" charset="2"/>
              </a:rPr>
              <a:t>This may require more than one level of nesting of lower connection in top level connection… discuss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509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95ED-282D-CFBE-537E-CC05B6A68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B64E5C-DED3-5EFC-496A-337EAF592965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55796B-E2DB-FCAB-1070-644B6CDC408C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ECFD3810-9B16-B83C-B631-9CA48DB473E2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8FD0797D-7ADF-06F5-092E-68E987CE2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6B27CD0A-1CC8-58C9-057C-1BF272B47B1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B327E48-BCC5-32A3-DBD8-77CBDF66CD6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B252F14-114C-1318-3C83-F0CD5C9C332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7D3F451-FE0E-9773-22E7-5A36EF2ECA8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B37C2BB-2E05-44E9-ABD3-41DDCB30AC7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4040FB06-1ED2-86C1-33CF-DF46F2B02D7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A20798A-B470-22BC-3923-671A6E320BAE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E873905-22B3-8A25-0B34-B7CBA063A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0781848-4F0C-0E3E-E6B1-E1193A081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37B3A158-E75A-2AF7-5C30-76A229AB085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5879B25-1156-F68E-F8FF-7A92F8FF2DF1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1369E678-9E7E-230B-4862-AD14507C03B2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31B81D33-724F-D5F2-F9F7-7AAFA25D8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83CCC0E8-83C7-9C95-55E1-E6088CD779F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CFB1E3D-101B-7E1E-7A0B-BF92BF54C06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1D6E063-E139-3E29-202F-F3B44FD49E8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647553A7-12C2-92A6-03AE-5B7207D89D8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FB3B8CB-0A3A-F032-7C12-238E7F59A37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FC1BB5BF-B9A7-7B7F-3E58-0B1407A50C3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664DF959-E293-3C8C-10A8-639415355ED6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D42BE92-6998-79AF-C74D-B1B886C19042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B64DB450-CBE0-4263-A62B-5DD6461D9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5412B97-B3F3-2025-26F2-2CC43ED7A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79665BDD-F674-2486-4400-877D73F3F44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3F542A5E-2B1C-6F9A-1F21-5D93C28D8D9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9A4F85CD-1190-05EE-6706-2F5EF20F479A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4B3EEF9A-4AFF-645C-787F-1BC6DE1E9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9CC51339-68FC-09B4-42B5-64376F56117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94A3F16E-BF82-2775-026B-49C9CC023B0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6C780103-D02D-E843-AE8E-85DD2A0193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66F35576-1B5D-0AA8-EBE8-3D2831FF55C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BF84E6A3-43A7-CBDE-5333-283C873DB5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84FB62CA-3C29-DFBA-C204-F649222256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7EE51AE-5DC9-A792-3745-05A9E8A6D4C0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65687A3-4D8F-FFD8-091E-8C0653812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3138E16D-2C05-73A9-7497-580342135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6959153D-9DDA-6680-5599-CBA0AD14357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B4E3FF49-24E9-2832-43EF-6800C32A56B2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BFC4463A-A4A4-ED98-0330-E32D9A3A238E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FF7F1AAE-1439-0351-DBF0-5011BB99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6F05DC57-5A08-1791-CDF7-93075954D8A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33B64B65-6E42-06B3-2DC0-2C15B56640A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AD7ABEB2-FA5C-88BA-373B-0D6F61E45E9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58ED963D-419D-81C7-33B5-9BF81C2EF68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14148133-2D4E-880B-3283-DD4973AE942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41B43AA3-E411-BC4F-AC6E-3DA1C4388E0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11EE216C-839B-5099-C7B8-E1A1C2EBF282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600316BE-A566-A2E1-7B6D-14D2BE94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BF4992B9-4232-A8CD-4C00-43EAB1C51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CB6D7E2D-184D-B98F-72C2-A0C6FE3887E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8A3B3D1-730C-FC53-5790-70EE6E19E4B3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B663682A-45BD-38C0-16F4-0D7E2CD1FE91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79B66216-F7F5-DD89-80B2-DF6102D62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7C0ACFE6-E54A-6D3A-C1B1-AF32DCE5757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38472E3B-16EA-C7DD-AEBE-B5F198CE67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072FF302-78AC-AE0B-B961-58BB1820CD3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715F6594-08E8-4705-BBA9-CA5247EC563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1354E90C-867F-A53D-B517-E83B15B5E68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C3A1D8D6-9803-110B-D190-35F7F5BABAE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A5814B14-5125-9DF2-8B30-FA3543B027EE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4263E052-5101-D8F9-71B5-32F3B6DDF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3A6101E0-045A-5426-E624-65CDA4A10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DA8C6602-FCBB-93D1-E2AE-8683F87A1F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4CBDB214-89D9-657B-A772-08D47638F15C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D699A117-C3A9-12E5-18E1-AC150FC86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62ED2250-67B4-1908-42A7-1BBEACF99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C7358A4C-751A-73EB-78E5-2671D2D42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F5519B7C-681B-3B14-E7CF-A12CB94463FD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EEC0FCF7-9061-AB62-A8CA-4DFD202DB8A5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843F28FE-7EFD-4D48-F4E9-471505D9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77A874E-4502-49D5-1CFF-B83063F41B42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D33CB198-C45B-D6A6-25FF-59B70D9E8AB9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F86DFFC3-431C-A220-5210-AC3CB7D7E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BB293DF5-2389-ACF3-3465-806153C7A30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4D9B6CBD-1CB2-C65D-6A5C-394390FD970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7AEF5D47-0162-9BC6-C955-8967DBAC4F1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117A03F5-40F9-3209-5041-FF2026FB2C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23343217-2D24-549A-7BF5-E258FD61CA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CCE34726-2FA8-B32C-9E40-6AFAD7453C3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EFF9C00-EB2E-BAB6-ADA5-69A8FE5D7DC5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EAE84F8-CB4D-3561-4C7A-0A5A39334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706C2AE6-D9F0-1F2C-B312-63544CC52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A60D8AD6-C80A-69BD-4A68-20CD0A954ED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88F4A02A-C5B8-40CB-274C-62C98F2D2EF4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766EA204-EC60-9D4C-2BA8-C90E38BD3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3022D7EA-238E-326A-8ED5-1B667E2E36D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DBC65D9F-80CD-6B1D-51FA-39018FB419A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4E98FB6F-A050-2ACC-A9C2-C151FAF100F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3C1C0225-501F-C146-689A-4C3065605B1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AAAC114C-8638-141D-2D75-0DB43F0579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19222A53-4785-4BDC-9A8A-3672E68993D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5F35E238-D417-9279-58B4-719F8FE9E95A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32A53A66-59D2-58A4-983C-69F6B2B66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4F9E9386-526E-9E1D-E12E-365E0846C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309EE57F-CD8E-F669-E980-8084E7E5D6F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F974066A-698D-2758-7B31-690526BF81F9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201E44ED-B0F1-6BF5-D670-21325F9F22B5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E06DED40-11BF-2CB5-85B3-5C6E5D6E1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7CB00B94-980C-3DCA-3D37-01C15DF0514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1B74B885-5BA5-D03D-04B9-6BD9EE83CB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2290C5DB-3AD1-B985-AA3A-AADD4C06C9F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985204D1-701A-A7CB-5331-7D60E259E1B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53F2910B-1797-F036-27F7-BE10B32A919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C173CF58-D735-9869-78DC-95114AA505F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E9D08D07-7394-F991-BA07-7C0DB057FE55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F0B3BCFD-ECA6-DE17-A269-D773BB984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ADA62A1-7FF3-EAD5-D46F-0534DFD94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4BAAAB8-AA64-33CF-A8E5-2149B01CF7D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64C7F68-9609-77E8-3B22-B1BAA70CBF77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000905C8-74CC-BA0C-4DC7-BB67070B8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DA695B3C-7D31-5095-89F3-84A1BF6D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ACB7D650-387F-BCA8-01AA-D65FF2FB6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A8268EE8-0708-5D28-369D-FACDEA7CCA5E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D9D8CAD5-0A78-8964-BEB4-6807EB0DF068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124A2F4B-19B7-56B6-F8F0-3E987D60F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FD34229D-EA62-D438-D213-5C389B2E9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34C1CF43-DA33-C9B4-0985-7304A9BC9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D8081BB4-7D33-E524-C0B2-CFE66959A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50D04258-3AC4-5FE8-122F-CEC693BD18FC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8E4ED32D-B0CB-5C4B-871D-6B529C4BFE2B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F9F056CA-B06E-6480-5587-2AD137133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059402D2-22D3-EA90-5D14-7824826AD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228C5E4D-997A-F4A6-76B2-87FCA8008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A2C47C8C-4438-9CEB-83E3-DF8DA8A73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A1ED9C9F-6518-1678-7B7C-D7F7114CBE55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0C3A00BA-9769-3EA0-5CA7-18540A30DE22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AA90C955-9E78-61B2-C38D-71B29774E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A5EF2721-179F-A0A0-6892-371EFF9BFC1D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397E86C8-4752-2339-BEF5-00911DE7CEB3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43D44770-FABE-B98F-78ED-04983549E874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EDCAC9F5-D615-94FD-485C-5B0B6FED0583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D5416ACD-71A7-15D5-0451-3101742F1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BEEA37B5-D848-D43F-4CF3-497B1B776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054D339F-0D59-E6BC-F4B5-089A4ECFB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784EE38F-5D42-F294-4172-728FF6F39C27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1C3E650A-5786-CDF2-B07D-EE37902E4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7CF35287-21EF-99A4-AFD0-C3C9E6B33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9AFAA536-DEA2-8368-F49B-56B64D40677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37341BFA-CD6F-EA74-6D52-0731496EBC01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57370823-2821-31B1-CB39-9B417F69B410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ED6C07EC-A6F4-AF2F-BF2C-45143A5F4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5E6059D4-6230-D076-559C-13210DC54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0A53EA7A-E509-B396-DF5C-D6B4561F700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EDA6021B-1EC1-C9EB-77C7-8DF84ED67DA9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518A8F86-B122-3139-8E7D-B0048ACED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800AB40F-B538-B1E9-D17C-F5A22F06797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E64B81F9-16C1-3ACF-FC54-E153FF51475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55D3144E-F3FA-E77C-25BA-4AD234A69E6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AC0120B0-186E-03A6-CABA-0EF85634489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A7E29D65-926A-0B55-06B9-0FC9F5C6BBF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0DB7F94C-16E8-0BC3-F789-146967DBF15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B20578E2-EA83-C5E8-517D-5BF5334D9449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940E81E-1B45-2C05-A00D-B95C5A757307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514D09E2-F44B-7965-CD61-F60E6123113B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C9FADBA9-00DC-31E3-0A58-CCB9FE3B3706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02144224-61E8-0059-3535-69DF7F3C037A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219DDAF1-EC70-B148-BFB7-0BFF470734BC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0C1F955A-CB9B-D202-0226-9F810DABB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EBABE39E-3E8F-A305-4012-42CFC311F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094A5FFE-7303-217E-9CD4-20D199061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492E78CD-8118-04B3-0269-578C659D8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8EF32DB9-7B77-5939-F0B3-6933D3B5C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DE70EA57-70F7-BB75-7A8B-9BFD1861D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363D435F-F76C-F3E7-D924-87EF01A81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87077114-865E-229D-82FF-7917B9BFF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B242B1AE-568E-70FA-7B4C-DD4C3C78A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E8A3A98C-3A65-1D98-7156-68474D197C82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EDCEE85F-16BD-ED12-0572-0960A8430770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862B2FE4-001E-58F9-0DB1-97F78F763115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5EA65654-1E4A-A52A-BACF-3B9C4C347010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5CBA23B5-2563-7E87-FE14-F593959B5E02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FBA1837E-1AEA-D9B1-4750-F0189A3CDAF4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0D3BCE10-2D75-3D0C-121F-D57C82E8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88D308E8-0C9C-831D-25D2-661CA99DC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A54CBAC6-E789-13DA-E997-52EFB1E15575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0DD99D21-0913-1FF4-2146-F039914CCE21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EA11DEFA-596F-663D-53E6-EAB98129D318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1A4EF7B4-C692-B945-8119-A0CD4E0CE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9C28C3AA-3DAD-2711-E4EA-22F1B89FE575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43DA588E-746F-4CE4-9038-70ED3CA2DA7A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CB0C29DE-A569-E9C4-2D35-4C425816DEA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9B0CE0FD-47EB-D192-BEED-4DEF1BF0544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E4B435AA-96B6-8CBB-E679-84F70486E64B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B2304752-1995-E958-7C17-9638F7AA09F5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4EDC339E-0764-AC94-3DA2-4EC640C0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5F15A9CD-C457-DE46-9FF4-3C27627E8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A711ECBF-4B1E-AF98-2EBE-12659545A37F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6D36083B-D524-83A3-19BC-028E90450F54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3207B5A1-01D4-F452-5D31-A064BD62D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B49C9AA5-3E13-764B-FC9D-FC1E03986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58D0DACD-00C3-C235-2B12-A331DB77D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AC603B1E-09F0-7104-13E7-147561B223D7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AF76FA11-4BFA-6A22-435F-1D14C119D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4BC15AA0-7869-32BC-3AF2-1DD291D84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FAD39C0A-D006-9865-1342-51BF89B6255E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717664A8-44DF-58F6-B3AD-4123B4132C13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0E1C53A8-7602-438B-0F01-61110863512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1DE58F0D-A508-579C-D3C3-FDF28D73E062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6B397E16-5E76-5E12-004F-AA759897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1E2EC644-567E-8391-8789-732225EE7ED6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78AFB248-BF50-FE8D-0418-BB2C0C6144C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798A7DCE-F77D-C910-686C-D8D49B73F79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3DF1264B-610E-7E72-EB4D-81AC17436DC9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1125CEE3-4D13-401F-F7D5-1050EABB3C30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F95AAEAB-944C-6D34-ABE0-0E6ED709951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FFC57BCA-35A6-DEF9-8A2E-C52335C9F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800F3377-4578-203D-D5D5-F013E4CA2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11B1DD48-894C-8F3C-5801-567F7B1BDFC8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3993F8BF-038C-41A5-17C2-8AB704EB7452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47C38C97-BDA0-80FC-E05D-70BCF6563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212EF06A-F5DC-5FCE-1DC4-1B4CB6B7B00F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DEBF659A-05C1-AB03-8ABF-EAADEBD596EF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D686A143-EB9E-C098-7C56-10094F935C13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08EAB99C-FFF6-356D-8108-12C2DCAA6731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425EADAF-69C1-7FF8-7EA3-C8516BD653B5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3E086CD1-F34F-3454-585B-7064204B21A9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370813C2-2797-3496-B09B-F6BD4236F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9798217D-7D4C-252F-E221-5D7305809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50A896EB-6668-26DD-48F8-4E15BADC5C4F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ECA05D9F-8351-D684-EC76-E4FFBAA91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1C27AEE6-2784-79E5-8426-18CB6574A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EE3DA6E8-C4B0-CC35-C964-094F71DB4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E4EA1CB3-F229-51DD-0765-1CCD56F0F97A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04AA3D41-DBBD-26CA-DED4-D83C083D4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C542DDA7-C1AA-AD60-C598-C89C7D406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24675E61-F29A-75DD-8A0D-30E0ABEF77F9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034FEF16-D39A-8716-B77E-BF9BCDA8364F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85678CFA-3402-57D0-D44F-AC5635892DA2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036AC449-9578-1FAA-3A36-C8A2AAF32A3E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E53BAF36-B5C9-B0EB-107D-3171D03FEFB1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1F0E7622-6AAD-C62D-C696-7E889A30D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E1C31FAD-3EDE-72B4-5EEF-6E20D776A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F8B12297-9EB4-BBB6-2079-61E0E5EBE5A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BE7802CA-12F1-B380-88E6-3D50FA395862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2688F654-2DA0-1D06-3D57-40CF131CE19A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7D4C8563-87B8-E8BC-1C1E-91CB1DE21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598DB8A4-2BE7-128D-3164-FED00CF5919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C4F9E5F3-81A6-F754-0D44-C89D1993D9A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F880435D-6DFE-D2AE-427B-B6860A04BE3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E82D1D07-CB76-1788-2E1B-53FA6AD6126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5DA6BB92-183A-8EAD-FE2C-B84F2D26BD0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F0BB4488-F970-B427-864E-330F906841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AA4C1122-6AB8-1BC3-7898-313B770A1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2E2C323-A21F-7883-2FEF-B47F20CB6093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D1F98CE7-53C0-C043-6C3C-116AAD733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3E5FBFDB-DD69-A02D-441C-F4259FD7C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91462183-1166-514C-66B3-C094D84B657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2852D81-8A8E-C231-65A9-F94E2E0F28FD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DB86B72E-5A51-383B-B862-2B6DE35ACAD8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21A0F565-727C-C987-806B-6FBA411F7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89163DFF-344F-44E7-6AC4-F3AF9DD3C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A3F7A88D-E3FC-F9F8-F752-9CAE08162A3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796C5BE1-FF66-6383-326F-9A2793870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E132C3DB-7A9C-1CC4-A048-8FEE76B5D58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6504A669-7A5E-F44B-50C1-B4D88B4817D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7D5BCCE6-B69F-B415-74CD-09464E40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1E3563DE-420A-22E5-76A8-D525C9E643F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F4F395CF-DA0B-0B46-ECEA-7BCDD39DF4D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18951DE1-14AA-6E58-A38B-B93DD2DC8C2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9DC04650-0C48-4E88-128A-F49C618265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4F3D241E-8E11-9B9E-7BEC-86F50A70A68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7750EE19-0743-D089-D028-79C9075D00C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C3FEFA53-81AC-70AA-4A6B-B8423E525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2E6E078B-37BB-0129-8A07-8F3D29D3F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67598357-BBF0-3A50-262F-D103EACF4368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CA32CFAA-5602-CA24-120F-0111C7441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A40DEA51-8864-88E7-E532-1D0DD0E4A9A6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07F2A585-B1BD-3F25-E067-302356C60495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12A87AD-34F6-5EBB-4D8A-861B704D4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1EA89A55-B9B0-6806-D512-755BC4B44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1DD384A8-B12A-6B0A-E1E5-83A39699D3F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42DC3835-8793-87B1-2F99-B4552BAC6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0254D6F2-9CDE-6283-844B-7A20BCCBC15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D77FC98C-A938-6199-339C-A2C1923F4161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70B8520A-C09D-D56D-C3EF-D7910B5C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3B4292F4-19FD-F77C-CB6E-DAB85B1A749A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3A25931C-8290-E88E-6145-50B2181B8CA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F0CF57B2-C92E-6864-5074-831EF1545A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83C982E9-5EE9-6DDD-572C-F172A344102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5EEC0602-4EB3-EADE-E650-42F2EBBE6A0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53CC829F-4D4E-537B-DC94-6DA6D8321DF9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D47AEE9F-5258-515E-70B9-FA0B443EA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78F3CD1F-E46C-04EA-106B-AF854E23E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652186BA-E3CA-55EA-1442-B92C6F8F8D6D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ED376A85-1A67-8478-0196-16FB03580CB6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D8DB701C-7AD5-4A86-3052-7B2A971CC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EC172CCE-7A15-72C7-04C8-4F7A238EF9CF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61102CDB-E174-094C-C4DD-603EB4E92C5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3B19CF4C-6C19-BE44-2CB1-A2DF32091FF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B9E24C70-7F8B-4898-2F9B-B345F329E63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E5638D70-05DE-62C6-8439-83D5BB12BCB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0327A9A2-34FB-3EB5-D9B6-2D396B730293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5876E021-A4CF-742C-3705-65026CC74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7CF6727E-D027-E70C-15B7-61DACC8F8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0DC828CF-00A3-3220-55C9-478F13A46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BA4BC64F-F462-8674-E91B-B9D7E41B8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0130F2CD-EE24-6D9B-CC21-401DF5169AED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38436AC6-39DA-7D83-8480-45F80C2EC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C8EE0538-182A-0393-D672-94B4FAF78BF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738A48A5-D6D4-933B-B47F-2790F421D1E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5EA6CF91-AC3D-A783-82DB-105E32026D2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1214FEAF-CE50-50F4-9946-4C942E9CDC2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0DFF080C-2A03-4AAB-AAC3-17CA4D66037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1BFAEFBD-6DD9-3B0F-A876-920A0DE31791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3CC6BDC0-3E3E-3CDA-58E0-D5C7FA9DAEA7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CCF03653-F1F4-C5B2-EE22-B967B05E9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CFB15699-ACF6-C57C-D272-B3BC8AAA6CC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2E66D6C0-EFF8-B236-FCC0-F612BFD9349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2B3BD34D-799A-DC2B-C210-CCE70D2F306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136C9057-7AA4-EE5F-F755-5A0921B21B7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89E379F1-2F51-A83D-0D60-09A76AB4CD2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B4B949C0-DC2F-3DE7-D92E-6DA4857B824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F4895850-8E77-4964-A376-749EED9B39BB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F5EC5B41-8732-F64E-BC18-DA04575A1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104CE0ED-4D38-FAFD-4B01-A5528B149C7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62712FD-A9E7-8494-C5F1-F2F0D9B685B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C2E480D3-829F-03CA-346E-B6EA830BCA4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5D8B3FD3-7639-E202-F403-B80437A0E39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2A57B5CE-6A00-1AE0-8342-950D847BC56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714CAC07-B420-AB7D-2502-2E631A3E08A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230D7304-842A-7AAB-C38C-6F57A9E57608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2683AF8C-395E-7508-3F74-CFD5F2644E6A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62038C3F-D61B-AB12-50D2-7054938E8746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BA0F2EA8-2FAE-8507-1F8C-61AADE5B1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739F12CF-EA50-1531-8EEA-2CE92B326D7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005B1032-EA3E-CBE9-FE11-DE59B96DB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0FA69866-DEDE-CC9E-40D6-28700D97251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07EB3E0C-5FAC-583E-F41B-18D9DB71F7B3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E2E94CCD-A103-F99E-774A-98368595E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529A0A3E-27FA-67A7-42AA-8A640696A6D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C7630EFF-76D5-1235-07C7-63F52E915AD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6D85157A-CCF6-DE0D-E65A-5045E11C6BC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43657B7C-3363-6E59-B3C9-4F52071E8C7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29EAF214-87CB-0960-443B-DA8FCB44761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26F5FEC3-14B6-695E-90CE-B628B3B3AE3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FBA18D82-31EF-697E-1E3A-3E4822938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E1C67E87-0FA8-2242-6964-F4BEFCE34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1FCF43C0-6735-CB11-7ABD-A5280280000A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B67592FB-DBA4-8C2F-9AEB-28FA2B58E5DE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2BFE8592-D31C-7915-7E4B-E142B12E9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301F1B82-D9BE-0BD7-CEFB-425BFAEC7AE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52F7344B-3F10-0A18-74BB-E0DB4EF76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89C9D3A5-BBD3-8C1F-1370-0487E3A40D9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1BE67250-4332-875E-0D9E-86D4A7C18221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B4273D9A-4E18-9C5E-5417-179F5A95B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DD3774C1-4ECC-495F-ED40-903707583B0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B5361421-E458-5176-17B2-748E400D0FA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67293C31-D9F3-9887-9C0E-B6642FE5B93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6F2B5BD0-7C33-10D3-5182-21C077E0DF2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AE2D14BF-F59D-6AAE-81E8-22A40D88D0D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D336CFAB-E5C5-63D1-6AA1-CA224AABBA3D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03FD91A5-EE3F-51C5-40B8-EAD1B91638D0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C41BE407-AC52-C3DB-1635-E39DFA240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6D9358CE-7D7B-E7BA-5B30-3D7882701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6EA726FA-D481-05D3-0D01-728B29FD6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9A0D3651-AD21-A62C-2689-D619E525FAD1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ADEA900D-6302-2024-A21D-0988ADC1393D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28DA36A7-600E-8D5E-3FAB-13F0A733A861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D37907C0-D4F8-966E-8881-B80562E049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6952D54F-505B-E37B-41EB-C474DBE9A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FA6A4703-6EBC-7DF5-2EB9-5568D9463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437E5539-2945-5F70-E717-A865DA0CC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C713A6F4-06C7-F2CB-8E33-2A975FD93212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B6128188-6318-44F4-12CB-6680FF2D280F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B51CCF58-F1A6-C254-137E-5F2DCD05ED1D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5490640F-17C5-3C8A-E72D-52F8CB25BC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54E140CA-BE32-BF74-EEC4-4052CAB92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6BBA32A8-F0E8-1D49-CA80-5025BBBB6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82079019-00D9-4545-77A7-85CC01041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1DC9C0EB-2FDE-75EE-34D9-AE1CCCEE606D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589FB6A5-5F81-078B-A273-B2DF496A0561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CEE6DFA0-5858-93B8-E564-54F27D7BC448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129D34DD-7216-C874-730C-8426A650F2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4C516DA8-036C-448A-0FF3-EB4749C47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439A0FAF-F203-B1A1-72F7-EAACF425D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FF6F1EB9-F923-73A5-1A18-B0D35A777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0334C8DC-61B7-BD82-0793-03A9DCD83995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19F63FB6-F171-C155-A364-3E73A5974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826FC65B-2C54-7A25-EE8B-8FD1623CB84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DEC26FAB-1DBD-993E-2E73-DCF02200DBB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7A057B90-129B-A5B1-ECF6-14092BEEE2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DA51F0D2-9DE0-6363-946D-EDC03F9C157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34D320A9-EB77-BB15-9AFE-BF9E1BDAC9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37E258D1-4BF1-5F29-F67F-ADA6F7756EF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18A8F6BA-E74D-E5B8-04E7-F5570BB11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57BD7862-19F1-1D4B-8A26-7ECED8DEDFDA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B7548FCD-CD2B-69F8-EE8D-87CA7643D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C7BCCF9B-6CEB-C390-167E-193CD37AA1F5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7CC1F27D-AAB3-1CD2-FAFC-CE53C1DE6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FA99028C-5E63-16A6-228D-D1FEC4F90688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D30D0EB6-3CCB-5A46-CABE-ED5256357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9021532D-D0AE-E803-24DD-D262891D7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308D3B3D-FA7E-5202-3FE3-85853250010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E335CD03-0F7D-62B4-F1C2-BA577BDA1AB8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130F8E3F-7890-E5CB-62E8-3A667F76A338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6192EAD0-CE38-B9D7-A120-658ED804B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F2BF961B-D12D-6425-E297-CFF3A7828FA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EAECC4B3-2977-7715-4327-77F7C0DF29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1A101175-6CD7-A2C3-B3ED-D6A1A00DF35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3E513178-1D06-2229-AB7C-099062D841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15A2CDC2-01DC-CE2B-6633-4E9DE1FD716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EB04E307-4A5C-32CF-A4D3-0038C8CA6B7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5B2559FE-5790-172E-A177-E28A839C4A62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AE450313-5DBA-6F01-1D0D-68BC6DF24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73991542-6880-3C97-8BF6-5E45263CD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F68F994C-7069-ED25-5A29-28C61234D24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A0C5A28-C582-3B63-C728-1E9366882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FEBE4D04-34F8-C8B3-56FE-B2AA7FAA0946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058B5C8D-17CA-45FB-E951-14182E85F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6C608D6B-FD4C-0A5E-208A-A89FEC9A5DBA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F51788DE-D0FF-0B35-1C86-CFC0187A1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25A1F2A0-C567-5ED2-EE61-285D72919CA1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BEA88BE7-C5D1-7EED-34FC-FC43A92C9A10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A11F2B8B-01E8-645E-3F0A-79C6420BB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BCF46527-8099-EE74-6288-D8EA453E5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7C91F9D2-AB7A-99F6-E019-B608A734159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1F15DC0B-BD7B-4A81-65B5-6BC01C85F63B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D2BCECDC-E530-9C0E-7B1F-4288AF2579DF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C52B583A-4457-9B45-ADCE-6DC23E44C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5C518B37-BCE6-CADB-48C0-95C239589B9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99BABA25-E749-5F53-57EE-F2B41ED5C6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C3AEFA12-1BF0-97D4-B91D-2CE084E4A66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E65F8B0A-32BF-E735-C8CB-F0789DF58D8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654E7EBF-3893-6BD7-BE2B-BB65A17CD6E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E623A95F-E9D5-49FB-40F1-D0FD6DCD82A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74ACDAD8-12D1-83BF-4C18-EE29D2A06C04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EDA21F42-1329-70B4-632D-E5AD23BAF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E6AA0D29-20AB-B83C-7063-2A682FC6BD3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7098DCD9-2598-DFFE-D3BF-152C7DB0E13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5666560D-571A-1F46-322E-6FF70E099AF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0D24CEC2-68C9-CF96-06F6-8464B6D9E8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D51D05B9-76A1-CBDB-719E-CC9E4200984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D3D27655-38D6-AA83-85F9-DC541263A08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02A913FC-3E31-AF03-BBFF-71099273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4A211B8D-248E-7B9C-6D63-EBE4B6F41815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0CD6B8FF-0E54-11C5-6298-1BE1AF272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4DF8CCED-1E09-CACD-5CE1-5B5F97684DA9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CDDFFD76-72CA-A896-D6D3-6A76D1B5F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ABEF5135-E639-B6ED-1AD7-9298AEA7ACCA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0728D19F-313B-EA8E-5FDE-66965840E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716B9C72-B0F3-EBCC-DFBF-749A8CCB8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DC83F832-27EE-EBEB-7332-0F0D074F63D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F1F93716-CA18-BF27-3911-A489264BD8A2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C8B46BEC-F949-5796-87C9-B4CA74C6E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A2FD1AF4-6E12-BC2E-ACCA-F25BB1A941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79B2EF98-1487-5FD9-3E2B-BDD57BF3BED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A941D2FC-5537-369B-1D3F-FF3DBA2F1F2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46F3D8E3-69C7-C181-096A-88CF885D6CC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48A4A56D-9C20-1C7E-41F1-685D434B00D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6EC1B0B4-9710-0511-9734-E7F81157DE8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2C7AF41B-627C-9244-0C0D-31209A794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CE1C66AA-5998-5105-B263-EC07EF32C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7588EAA0-7E5F-CB50-FAD8-231F12C56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7EC4DA72-0D4E-CDEF-28C6-EC4F3364CAA1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31944D12-93A4-43CF-864A-A23426770BC3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417C7B6B-9E38-234A-316B-850763245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CBC6B42E-5AEC-EFAB-CFFB-4F354516B4A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E5F529DD-CD44-C200-BC2F-97A308DFAC4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FD00C503-1B84-2CA1-CCE9-D91C3439778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69785F6E-4458-EEC5-D4E0-2AF74A1CE8A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58B583F2-F0C8-0EDE-7EAB-8E4DAEE7E51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254C9188-F0FA-290D-A098-199CEF04CF2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FBA928A9-285F-A3D6-FF46-1552A13115C5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DDB1DBE6-5E3B-3AD6-4150-0AB4CE665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9FE2D3D9-D8CB-ECD6-BDAC-96B1C6C50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7C54A0C4-C715-B24D-806C-08424F98D57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9B4611E2-BE98-8BA3-925D-04798BEBDFCE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34CC434B-3B9B-52A3-A47B-E4AB2A00C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2D2D730E-51E1-DB4C-AB6B-8EB646FB7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D06E2D48-124E-38AB-9FCB-69672110B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54BB5EE7-BFDC-96CA-D259-294906D0D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463F71E1-5041-5E57-6538-20EFFC3E9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DDC79C04-6D5E-4914-25FC-1917471A1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B6973C4E-FD2A-6526-E317-67284EDCF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4C8E8763-973E-8629-FE29-CB42C1EF5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961D71D3-52D6-7135-B1B4-56E770AE244A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88CEAB82-8557-7FEC-CBAF-AE1919E9515A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16CBC9FB-968F-87FC-3C89-93BBE8FEC9B6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0A063852-EB9D-06B1-9879-DD6CE797A41B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2E42CEFF-357C-5048-CB82-359391F4FC18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8CB53CB2-2FEC-E5E5-EB89-E8C8D0AF74E0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16555E3-F44B-6445-C447-6CA9D4912A9F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ECC573-C295-E1E9-7D68-F19EB3C4DDEF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A00C76F-C0AF-0B19-057C-E42A46A985EB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098F90-8A09-C718-1A6C-3D117F4A457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67BD89E-B12F-25A6-635A-2DC96DADEDE4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8C0612-59D2-A274-D550-C069723AE34E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C15557-E08F-CD44-9574-106268CCF438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A3F384-B927-4B85-7AC8-342DA12609C1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3D7228F9-7F22-5AA9-98B8-FD0423AF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326B57F-6E87-BF92-EAF5-FABCBD903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41C64B8D-DBA1-7514-7099-11BC67CDC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1556E11A-EAA8-832A-5E12-0D0FD09A9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63A8DDEF-1A54-40C9-830B-507F2B68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84B40BD5-067F-644E-B071-63FE66CF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83828A0D-FA18-D725-F32C-24E254CF5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29F85E-A1D9-A6DE-6A95-512602F364A4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5D5710-4C52-0235-EF16-A20ACEABEAE1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FB109539-C92D-6F99-188E-6F5A066CC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2FA783D8-BA8B-170D-CCA6-2A993D15F5F6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5D456221-24FA-64A2-2F1E-6983F22E4E50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5E4BC92-B13F-7172-B550-ED451B0B1BDC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F6B90BE0-6B9E-3CE0-AB08-B41521E44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98A24B66-801F-99F0-EDE5-980928785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FFD523DA-84B1-37B0-9257-C34E5127007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4A364FB5-1828-79A7-5EE4-B989483B7245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B30B7EC-CE52-F380-3AE9-EB48AB57EDCF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72A5BC82-AD8A-E807-EE39-DFB86BA61FC6}"/>
              </a:ext>
            </a:extLst>
          </p:cNvPr>
          <p:cNvCxnSpPr>
            <a:cxnSpLocks/>
            <a:stCxn id="210" idx="2"/>
            <a:endCxn id="404" idx="0"/>
          </p:cNvCxnSpPr>
          <p:nvPr/>
        </p:nvCxnSpPr>
        <p:spPr>
          <a:xfrm flipH="1">
            <a:off x="5136645" y="2773822"/>
            <a:ext cx="81436" cy="117252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BAD8AEF2-968A-7344-F0F1-A43CAFE3BDB1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07B39DEC-0B9A-392D-27F4-CD8C261383F9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9DA8E0F-E091-9C93-A734-F579EB22B5F5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2D9E9C8-688C-0DF1-7175-EC6355E658EB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CF18294-4D7F-68C2-F6E0-0054D711C798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E7B27414-D4D3-5C47-DEA0-5CA2EAC05212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83FB5C49-F7E9-6CB2-35E7-246A35D5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01BACA39-9EA8-BF20-5BC5-006F62DCAC3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34DBE4F-CFC9-2D33-F751-14E611FB0FB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DA93FD7-3BD2-3A0B-CE20-D7F4745DA28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DF08CC-5E91-DB51-4DA0-6FB1035688E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ED913603-5F1A-93DB-1364-301E6963BC7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7EE91ABB-D30E-37A2-D0AE-706B90E75B3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7542106D-737C-E03E-F53B-BA3BD3CEDB89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7199710E-797E-C5ED-421A-7DFEB7628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704630D7-478D-4D69-A17D-A6F610232F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439359EF-156D-D697-8C00-59A5A10D864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B311CB7C-F595-0C2A-01AE-6ECCF341CCB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BA5A1E8E-1DA1-9DBF-839C-11AD20DC50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EA99647F-0932-DC3E-3716-D72988BF42A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A129A8F2-D33A-2891-9A17-1D41A6716B4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DD39336-32FD-73B7-1D09-AE13312F6FF6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428921C0-1BC1-BE67-29F7-E1899BF46BC6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293E32D0-C6FE-7600-9F39-82AEA5E1FFB5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88864C51-FD51-DE7E-B770-64E04BEBBC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DE1301A0-59DC-6BC4-2434-46290EA61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4CA9220D-DCC3-BCEF-6DB3-A183A9449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D725DC46-347F-3CA8-DAAE-225FEC380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5A7BE955-4DBE-0658-BB42-B2E6D5EAA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5202ACE2-FFA1-B3E8-73EC-B15875CF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B4341BD5-60F0-D426-4BCB-4B8FDDBDDBA7}"/>
              </a:ext>
            </a:extLst>
          </p:cNvPr>
          <p:cNvCxnSpPr>
            <a:cxnSpLocks/>
            <a:stCxn id="322" idx="2"/>
            <a:endCxn id="424" idx="0"/>
          </p:cNvCxnSpPr>
          <p:nvPr/>
        </p:nvCxnSpPr>
        <p:spPr>
          <a:xfrm>
            <a:off x="7092752" y="2773822"/>
            <a:ext cx="25001" cy="1161954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F366892-3CC7-00AC-DFF2-79BE937848C5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A6B6A0C2-30A9-2031-009B-F3CA4DDF6661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29196865-51A5-DD65-010F-CED055A94AC2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D9002022-589A-6DF8-7869-0BD0E4C8F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8FA8EA41-16D9-1484-1166-5FE1785CE2E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3C9AA244-9ECB-04D9-2416-D4341BDF194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AA68DA71-82AE-70B7-A5A3-CC6F43A900B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4214A38D-A5C7-BBED-FA5B-EF61A5B1BE1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F6964A25-C781-D472-1019-295FC74D292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A492162A-A66F-7F4E-3807-5C3B5011FEB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BB5772E3-C4F6-7DA9-A617-7C0F1295ECE5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5B0DEF85-9F53-A04E-3942-6B14AF1F3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3975B742-51DA-AA51-8577-15C88874CB3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EDF8302A-3D62-7FF2-923B-8A8EDA2A370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B392B5E1-F736-266C-5399-9AD326F62A9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B941A94B-DBC4-1EE4-75F3-0902305D18C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9BB055C-539F-D8FF-2553-1D878CA8A0D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5A175155-6A52-F422-D5F7-133C7DB3748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42C057E4-62DF-0E59-2112-4622E7AEB720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7F09C9FD-13AA-C7E3-D76B-DA64E7B9A719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AAEB0CC0-C5A3-84ED-1DAE-C81256D448B7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9A1771D8-28E6-9316-B5AE-0DB9BF9809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8D315066-2183-1B8B-835B-F2153921B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3C432BD6-DE02-BF41-2FE0-88CADD178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BF24AB7D-1A33-AAC4-17CE-2DF61360B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284D80C3-B304-B829-1D7B-2337D9F26EE9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31AEBA22-4AF1-E667-A44D-BCBD5E2699EF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5D3017A4-BC8A-849E-F5F2-F5FF5DACF36E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A487D6B4-5D80-C418-8590-246F7F2119AD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F52F69DE-E72D-34F7-A522-477DB2D139A7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6BDA3A0E-089B-4986-3867-66B8D2DB7EFE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FBA4909B-D132-5062-AE9E-732DFBF9DBAE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7653985A-E060-C163-8CDF-E3248143333B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98B9E638-3757-BC9C-6E57-FAAFBAF79561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373DDCE9-E0A3-A48D-F6C8-56E634E40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9F902246-967E-55EB-6631-31E21F83CF4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3814469-50DD-280B-CDD9-277EC7CFBA7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529C39A-7492-A491-369C-BBBD72ABB63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D166383-DEC3-4E77-3EBF-FB6C892579A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D51C153-5849-CC05-CD98-7494C586EF2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F450C5FE-B5C7-8F2E-8BFA-84BCF6CBE34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D0249569-80CC-A7F4-4FF9-F9542FF71F1C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A3B4402E-A1CE-119B-D456-BB8594816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3A0D0200-E7EB-6FDA-7CE2-0DDACF29DE5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A28ED1B-4531-3A1A-9168-4A4CAA35651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98A693C-6A10-F011-7B11-EF018EF70DE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520B3B9-2072-63CC-E6A9-5ECB14DD34E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69C069D-4EA6-A0AB-6F24-F533E882A51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78D95108-41E9-B02B-ABB9-E72AB2F7F43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E259EF8-80C1-261D-894A-E8F3710A10E4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AE4506CE-143A-1984-7AE6-C7B19FE970D2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49815B3B-EC8F-5FAD-4DEE-9E1629DFA63E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DE9A2CB2-2988-21C3-2E09-14E1753281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1DC6F079-749A-7297-9CE1-7A5A00528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D8EAC9F3-827B-51F3-0DB9-666F0AE11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28DD69BD-77AF-0D4C-7DDC-6632706FA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07015F94-BDA7-2E0F-6124-D5D423C5F5DE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76FAD4AA-8015-2003-AD8E-881CC401A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242CB03E-A315-94DA-778A-EFE2B3542EC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27E0BAA4-6BDC-0815-4D1E-707BF4244D9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92196777-43C8-F336-E678-C17CF82A38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1ADFB7EA-8BD5-EF24-4A9F-68ED866BCA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AAE87B6E-79D4-F644-CE46-DBC55C9AFF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519742D7-AF7F-54DA-F50A-23E20AFC651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C6E0D648-CAD6-CF97-A963-739E428544FC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80E47771-07A1-136A-67EE-013F1999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B98DB743-DF65-44BC-2741-2C7594DD035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F0716765-C981-6347-B321-B81BB215595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6A751A15-E108-FDDE-B4ED-4257B81330A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26D0D5A8-5071-6403-D34B-D766319FA3E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42605AB2-1CBD-0892-E006-F0A84CECE54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D1ACB27F-261B-4B51-A4CD-46B9FC57E17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0FD2F18-90C5-72C1-9991-674EB3F392B2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91B98074-E6D8-5E6A-117B-24F4D30261A4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818D011E-77DF-56B2-C138-C56A91B380F1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B03F5679-8EF8-8BE1-F902-1D43BE5E4D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2D9DF2D5-A21B-CD4C-F5B4-45FE091D6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2E74D48C-6E83-57CD-847E-977195C20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F501C0B4-4148-F73F-812D-57E512C7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BF8BA867-1A12-5E57-B6DB-492225733928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22881EB4-E6C6-ED57-F5A7-D95EE948B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6F5A1029-20F0-4055-5B94-28739375874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B02DE389-1755-397F-9E2D-A7A81D3F8CF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580C161E-AFA3-B20A-D56E-4CFA9DEE238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4A167271-A29F-5923-34E4-2A776BC6FA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3E25205C-7EAE-AEBA-BD93-CAD0A4C07E4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85919393-7521-1CB8-9EBB-2B7667893BF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F97C3541-C7D6-374A-8634-763DC6C82683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3FE219C0-5FEE-9BDC-B0A5-C4E8CFFDE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5B878CBC-48BD-45EA-1FA8-63CBBB71E88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6A76EB2-9130-659D-F489-7BBE919E889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8E4A9DF-EBDE-353D-B75A-AACA8620018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3B7F1AFC-6BBB-FFC1-484D-6623063BDA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2A09E2AF-5F8C-7816-B22D-23CFC796116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46182F54-08B6-3CF4-A34F-F340BC57EDA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B78855DE-6DAD-02C2-CDD9-E988177D68C7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EBC7BCC4-92A5-F95B-9474-1B4C3CD183EB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181E3D95-2D90-A527-D20D-8B5D4CDA3E29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200AF17F-EBCD-4772-96E5-A3FF1C4789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BB2AABBB-1EB9-FD74-C02F-A87864B82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71475201-AA0C-36E6-18FB-C03302340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28D3E173-E634-FE19-3618-49149B918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5A4FC200-C08C-361F-391E-BD8AC37462DA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72733632-D8AA-AD2B-40A4-0B5CC066F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6DE635A0-2FDA-B185-E035-FF7889958FE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4E0CC94B-20EB-5E9E-B15C-9AB8797C36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37289B08-45EE-714D-3F70-FF633489C5A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F5B6EE5F-0FEB-3E8D-E1EF-D3B332D943D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ED6C8277-2A9A-7C9B-D9E2-FE005D1646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8DF304D2-3E98-30A6-8097-07BE703A757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57E5AC40-39BA-4811-C157-EF68B8C9AAAF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4B6522C6-CE9F-11B5-6B9B-BE3F0AD2D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C8EA81A7-45DB-713A-4A87-414DB62D4C6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F6AE44F2-E6B2-33DB-6633-E80E0E7180F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D618F525-9F2B-4D6D-4D1F-B971123717C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94F21ED-A8A1-DF60-D3E7-B86F338AE19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A21434E-3836-34B9-7079-2B429C1963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1F6417FA-E4F8-0F87-A9E9-8EB5C5F6F5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9928E9E3-E05A-A2B2-6DCE-7808242BB638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6CCE93E0-FD07-8E8C-B27D-CA21C4F51157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E8422AF7-BE3C-9C80-BC31-C062F76C0BD6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0E79C4B5-D408-C157-2F91-84F79D29CD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A3FCA540-252E-F0AE-7DC0-227265BE5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F90914C1-0F17-CC9C-7F47-9E565FACC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F247FE9D-C6FF-3466-5AC7-646E32AC8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85AB8A45-2929-9071-7FA5-459C13360540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A1D9E61C-DDF8-B385-3FCB-28EA2C1D7884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3DCC3106-3461-314E-264B-A7842A6D0A47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4123B53A-402D-A169-BDD1-6BC791A58C0E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3B51D58E-7E5D-4677-1041-6CE0B22351B9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CEC3A72-D984-AB0E-0A6A-46FDD030D8FC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D8AEC5E-AB98-B1F8-CC27-796B200213DC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4A381CEC-BFA6-653B-5825-CEFCD2DF8640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495CEF3D-9432-A2CD-5B2E-E357DFAF0006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F93340E-6F56-CB20-E720-64E4F3F32427}"/>
              </a:ext>
            </a:extLst>
          </p:cNvPr>
          <p:cNvGrpSpPr/>
          <p:nvPr/>
        </p:nvGrpSpPr>
        <p:grpSpPr>
          <a:xfrm>
            <a:off x="4706505" y="3946349"/>
            <a:ext cx="1029166" cy="71625"/>
            <a:chOff x="3595799" y="4960156"/>
            <a:chExt cx="1012906" cy="7049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1CC6238-FD60-94BE-0342-00F049C21366}"/>
                </a:ext>
              </a:extLst>
            </p:cNvPr>
            <p:cNvCxnSpPr>
              <a:cxnSpLocks/>
              <a:endCxn id="413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5A0ACA19-1B14-EE02-3088-81703D2E6D57}"/>
                </a:ext>
              </a:extLst>
            </p:cNvPr>
            <p:cNvCxnSpPr>
              <a:cxnSpLocks/>
              <a:stCxn id="414" idx="1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88CAFA92-3E38-45B3-1E7D-35C44807F8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04" name="Rectangle 25">
                <a:extLst>
                  <a:ext uri="{FF2B5EF4-FFF2-40B4-BE49-F238E27FC236}">
                    <a16:creationId xmlns:a16="http://schemas.microsoft.com/office/drawing/2014/main" id="{CE883655-22E6-1DBC-D353-E48D8E1BA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13" name="Rectangle 29">
                <a:extLst>
                  <a:ext uri="{FF2B5EF4-FFF2-40B4-BE49-F238E27FC236}">
                    <a16:creationId xmlns:a16="http://schemas.microsoft.com/office/drawing/2014/main" id="{65D17677-EE5D-85C4-67DD-51A4E2AE1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4" name="Rectangle 29">
                <a:extLst>
                  <a:ext uri="{FF2B5EF4-FFF2-40B4-BE49-F238E27FC236}">
                    <a16:creationId xmlns:a16="http://schemas.microsoft.com/office/drawing/2014/main" id="{80FBB940-8A7C-697F-6D3D-34D8AB8BDB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88449B9D-E4DE-E27C-55B2-2236ADBE08EF}"/>
              </a:ext>
            </a:extLst>
          </p:cNvPr>
          <p:cNvGrpSpPr/>
          <p:nvPr/>
        </p:nvGrpSpPr>
        <p:grpSpPr>
          <a:xfrm>
            <a:off x="6580618" y="3935776"/>
            <a:ext cx="1049124" cy="71625"/>
            <a:chOff x="3490493" y="4960156"/>
            <a:chExt cx="1032550" cy="70493"/>
          </a:xfrm>
        </p:grpSpPr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E7F7682A-EB80-B706-1DE7-FE0E0EBB136A}"/>
                </a:ext>
              </a:extLst>
            </p:cNvPr>
            <p:cNvCxnSpPr>
              <a:cxnSpLocks/>
              <a:endCxn id="425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EF025859-2F39-02E8-F8D5-255E3E83BC56}"/>
                </a:ext>
              </a:extLst>
            </p:cNvPr>
            <p:cNvCxnSpPr>
              <a:cxnSpLocks/>
              <a:stCxn id="426" idx="1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5C190147-2FCD-FC73-4DEB-6CFC5EA97F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424" name="Rectangle 25">
                <a:extLst>
                  <a:ext uri="{FF2B5EF4-FFF2-40B4-BE49-F238E27FC236}">
                    <a16:creationId xmlns:a16="http://schemas.microsoft.com/office/drawing/2014/main" id="{01D84A7D-4A17-32C8-97AF-FBA75294D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25" name="Rectangle 29">
                <a:extLst>
                  <a:ext uri="{FF2B5EF4-FFF2-40B4-BE49-F238E27FC236}">
                    <a16:creationId xmlns:a16="http://schemas.microsoft.com/office/drawing/2014/main" id="{6518863A-A3C4-B6BC-0B33-C39E8A9D2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26" name="Rectangle 29">
                <a:extLst>
                  <a:ext uri="{FF2B5EF4-FFF2-40B4-BE49-F238E27FC236}">
                    <a16:creationId xmlns:a16="http://schemas.microsoft.com/office/drawing/2014/main" id="{F83112B5-C047-CD67-D8F5-35C1390C1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032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783E-20BB-7913-0CB9-C7E9621C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D5DB-9AEE-8C1B-954C-FC5A97E2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168EBB-CFD2-01B8-7624-FAE3DE535659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5CEA6A-046C-28EC-4EC8-1FE7DBAC1D06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1C44A177-26E8-60DA-5591-60FE9A22A391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00BCAE52-008C-92AB-8199-0C139EE46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2AAE41E-8B19-6840-4150-3F2F33EFDB2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7D3479B-5472-DCF4-2942-6AAC25432B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C4F05E4-2E2D-D23B-AC5E-5CB64F98A20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C6DA002-95D3-F5DC-C950-3F1C493B4BA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A9B9876-A275-AA14-F684-D937BF6047F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8CF00422-90AD-9DB3-03E2-A4540EEA32C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F3037CB-15A4-4C01-39E4-E5989D4173C7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BD325A5-40EA-4E65-A295-021D5648D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561AB82-FED9-2B77-C60E-238B31951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B5A1EE6B-B47A-4DA6-209B-00EA8F3A4F2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148F0A4-DC9D-2B03-B979-5BAE37F8B6E0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2ECC6B52-1CB1-79AD-985B-270326425376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EFCB9526-FB9D-1B97-B702-DD1215F0E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B45A2511-B854-A29A-E299-57A95AA41F4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05F3BB7D-A0DA-00D6-44EE-B268EFF02A6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64C21E8E-AE0C-E9BF-E811-225952F9C7E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D37A0AF6-8215-F785-1D60-928300FB6C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24FEC64-DC27-05A7-090A-D25A081DC72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864C1A1A-9B37-FCB3-D791-D45CA85095F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C82A664C-714D-AA77-BA30-37FB2BC476E4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04056748-572D-23CC-63E8-172582CFF549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351788EE-2D0E-B084-F2FE-D0A16AB90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4D88F0C0-AD00-DAB8-4A0D-51A1F78FD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9522229F-9568-11C7-CF87-6A7F64CA6E5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5E87D26F-38C3-FF21-16F6-745E079E0EEA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080A8D9E-A688-CD04-3F9E-BBE92A521866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A1C5BFDE-3C35-2644-BAB0-A8CEE85C0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75D3A845-B261-A4D2-B033-FF25C34C3B5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4AD3D3D-C538-E5F3-8DC7-6D0CE4BA2D9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5D9082C9-6018-F333-2958-E2C55136A4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6480FCB4-6C21-69A9-A588-5B8527FC787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74F42A92-503C-1C9D-7983-3F105CC164A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7DFF30ED-C32B-8DF7-95F7-A4ED9F448EA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02A5714-59BB-5910-5D17-637C541FEFE6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53C46D5E-948D-6CB4-4703-D44DC7B4B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D478926F-CC02-967D-A18C-74C8EEEB0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3053A444-7F7A-C936-961D-3F43AE485FB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4CD3CFAF-9C67-E148-9D87-64D26E822F7B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C62CCF73-C053-0A30-020E-77AF4C7FDB8B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B459F24B-00E1-BBD7-49EB-0455FBEB1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198B1A24-8D54-901E-7F48-06031CF9064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F05A03A1-E6A3-0A3B-C33C-8D11ED5028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5D055F8F-EF7F-8133-B93B-179A8515EA9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3729D544-9929-D50D-03F2-BCC9ED731E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B95205FA-FA43-6B01-10EE-4274D4B5D49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3DED9FA5-CF83-F216-5E03-78D11A55516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9125F70-266E-BE3B-9838-C48E04A60928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BAB92144-247B-F794-612B-67B61E2AD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1FE26EC6-A81D-2B7F-39CA-3E70C7B1C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9504CEF2-9A3A-AA78-907F-CABDD70DB9D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6A2A3F5F-9BB6-34A0-10C1-DD523850BE8F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8F3317E7-7C9A-F55D-BDD0-BC675F307F73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EECA3578-F399-3C81-7B10-D2CA83C1B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AB31BCED-995A-3836-794E-EB52BA5527E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DA3D31-35CD-1E71-A719-730E791331D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6F82E3EF-554A-7204-135A-7F1622F1E6F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3979C4AE-3F5F-5C2B-A4A5-620EC26DE9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DDC62A98-AA8F-B0E9-4783-170EEFCA55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CCBD4D7C-C625-4069-769A-58FEA90DB9D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D6FC2E92-CBA7-72A4-256C-EBB14935C6B5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175C7D2-67F8-3E14-9312-E1D557434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32612F56-BCE3-9793-12B4-9924F9566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9D7064E2-A31C-703B-11F5-002BDC26ECA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EEC99BC7-5D0C-19B0-D360-C7C71D34381F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78EDA98F-870D-B8BB-53DF-27597F3CA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4FD77E7C-B904-E315-C6B1-2BAE5BA14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67BAD722-D839-5AF5-2BC3-EDF988997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DB155B20-FEE0-06E4-0CE5-365671DC291D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46166450-4A8E-3791-42CB-9DD97437FC4B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AB9FC5DD-32DA-952A-6C23-00C1B480E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DCB59D3B-D7BB-8417-0B34-C37BF6AD3F06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5D07C81C-6B96-581D-A0AE-15AAFD354C93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D4960F96-F261-9928-948B-661A67A2C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831534F8-FC4A-665F-82DF-8E9D044C5D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2011FC4F-FEE0-A4FB-AABF-BCED5694371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4141750-3C09-9912-4EAE-720D65F4B7D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ED91E43C-0E78-F22B-A81B-2AD67F4318E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15EED8D6-0A89-546E-8E59-48E21A9CDC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31B1D64-2899-C194-DAA2-F8C4858342D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680B6FE-D005-5427-705E-5238CF51E134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04424932-EB09-E4B4-85F1-9212D3B7E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E6C7649D-0AD1-48AC-B169-C9E509DCC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73717B4B-610C-32DF-63A3-16748DC145B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937AB2F1-0D2D-A8C3-7D71-DBFF28BBB9FB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3EFD93E7-6DEB-A00A-8247-1594E0F68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0D5E78AC-E8F3-595A-AE55-5BBF95585F7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53879AFB-6D96-B1BC-17A8-B5DFC96BF18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9D01C71C-DCCA-BC35-7D3E-885C46B3270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0F676769-2FE9-A96F-9636-3956E4AFCD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7F1CFEA0-6A58-7D8D-BE07-2893C5BB58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C4795E94-4123-BBFB-D266-04E4538D405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5CE3BF66-9D4D-7380-8884-8B4ED91E1771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C1E571E4-7B2D-1294-CA67-60676CEB8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BF0AD15C-5D8C-AD20-8FE8-4DCAA323D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67A65D1F-8BA6-9405-C16D-85AF9BE6213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59CE56EA-2BF2-4FBF-534E-8FF32F25931C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9AD99B9A-99F2-FF14-0781-ADFED0104BEA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8540A4A9-37A3-48F8-F0BC-12F603B7E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17D706C3-FD2E-58B5-633A-0D10B0DB605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4BCF3685-5F18-65AB-FA0A-220C4DD60E1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3A46DEC2-C1F4-0D4C-83C1-E1F690526E2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C10080DB-606B-72D0-E6EA-E122BD250EE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4BC70C30-1E8E-8FB7-414F-86521663357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543D5861-1CC8-6FB3-AF74-C8A6BD07E01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E5DF033E-158C-64E9-A2BE-D96F326B38F1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EE6EF6DE-0C16-B148-30CC-4ACF05CE5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594B7B0-3451-35F5-F3F3-8574C2D5C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29BD47BE-13C8-ADDD-F3E0-D5C8F59DA5FD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A28ADD1E-C06D-18B2-F89E-EDCDD7165055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6954EE5E-A8FB-11AB-9DEE-2A4CF87B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CC05BB65-1E38-9F16-F6F6-F6F526DD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41C3997E-D50A-F813-ECBF-86D58E09F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36737CEE-0246-DD22-F7C6-4E908652C690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AFD2696F-1020-2A41-0B8F-B7EF9A91439E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60905939-3F40-00D6-D865-78E63E72A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3562801B-8CE6-159A-75E2-F128BE0C6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A0D1CE93-9265-2D84-7DBB-7A6C28202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3A2FBA3B-1043-9033-5B22-C50DF8599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9DAAC5E3-D6DD-B955-FB45-4F3FAB46B380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922E92D6-85CE-98C7-A65C-A319ACBDCC52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A9784391-75C9-BDB2-86D5-862DE0402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38A24DE2-6A66-13A6-4750-66B312CE4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C2E7073A-4D16-6105-10C9-CAECD9112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A4009200-F163-7347-65FA-D82200D3F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F6F47945-50D5-1313-6B04-5219E083446A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DF42A2E5-FAF1-13F6-4368-76890B718E16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730B4B7B-90D4-246E-292C-DD0E45589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CA6DC221-3401-D8B7-C04B-565480E6D55C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C39DDBF7-B84D-A28C-A18C-7CEA825BC104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0F11AF12-3256-9CE5-B41E-C426348795DD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3EE97481-D5BD-C391-8CD4-4686063374A9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0AF92C5E-1F34-364A-71FE-D13EDBA31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A8B785EA-EE87-3C8F-80EF-805427F18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546F01B4-5708-2F37-87AA-54F342BF9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2176DB1A-7FD4-4D0C-C90D-2053CAA4558D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C84B9550-895A-D22A-1327-D01C16855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84EBAD93-6DDD-1555-CC24-25FAA9DE3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CC2EF04D-C85F-0EF2-96E5-36783AC634D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D00E47B6-3762-1176-D5CD-5F2B2C65CB04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1DB33B90-6C22-82B7-D8E4-D94A29BA85E0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47691EBE-F051-B78E-13FB-232974E59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9874DDF4-4A45-DAA8-1836-CBBACA1E6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D4375AA8-7F71-0A71-7B1E-A028192F380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96009F22-ED0B-877A-0998-E9396D935EF1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85C91ACF-EBB2-0051-4FC4-BD3DE178D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6B574439-D8D5-5A48-4900-50CE1B95BBE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4F5FA6CA-5950-987B-6531-13AFCD89757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C30710E5-7C09-1D04-32D8-80B8FB7F177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EBE86A30-0C65-0FC9-D563-D6904D2209F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619B7435-90E2-F4B2-7E2D-99B46B32A9D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C9069299-346C-D536-0B74-ADB1250C343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0A29E6FA-705C-EFF0-6369-73BB3C041CB7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93D19E34-ACDA-F1AD-887A-7CE95ABEFAD3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93E19B54-5DBE-F348-38D8-ACB8C3CD2759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41B106A9-095D-D6F6-9FC0-AADC63C8E833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0AF0653E-6580-273C-F874-543ADC74B306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82AABBCF-194F-D540-D16C-9F7D078610E6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DA38B887-309A-47FF-D207-F6539AD4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DFFE021D-88E2-39AB-0345-D657C369C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D2BE9FDF-1D80-6A50-1B96-AB1D7E769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EEC65DEB-8265-1193-E2B4-1F8E37CDB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911115A0-20DF-DB98-08EA-0A1841F9B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1EBD343F-6A5D-43E5-C761-B5790E154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2C4DE9F2-9E28-F1EE-8762-33FE4568A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1DE284E6-2FDF-5E86-7C27-8C5F94ECF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E6CBA05B-7643-4D91-900F-C4FA85FEE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459263F2-B994-CC72-6CF5-FCF230906AAD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B37F4953-D529-E114-009E-ADB9D2C82F9B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B45CFBA6-E180-1558-2A00-78E38895BBCB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1081AFA1-40EF-9FD3-F376-C28BB97BE3E1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B5FEDE34-CF9F-3D56-8290-6D339886BD8D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E80254C8-359E-04F1-CBB1-6306562A31EB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ED626E4F-8C9E-0AC1-2E78-4E95B0011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D92A7BCA-007C-1F41-C37F-3E5398D8E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24B827BB-8612-AA08-73C1-1A02F9D28A7F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C07EDC4D-2F86-905D-314F-E61BFF481506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95577E63-8501-A29D-514B-6DD1B5619F42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D80F9820-C685-7E3A-2F91-B798CECA7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3ADC505E-1D3D-4289-BB1A-A60B86C2B49E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CAC4976F-C379-9D17-FAD0-0C0364B7F0C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80A5F784-98EF-80A5-AFE8-3EAC8E30AC3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707F461B-0CF2-3E9F-3E91-9424B23C197C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0EEE9679-C784-4A19-A396-25DDE1BD86B1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ECCC938A-83F6-5EF7-51BF-693C30A27F55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8C62D05B-C33F-B93B-7BC3-0E947CFFC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281CFBF5-5E23-8276-C71A-D8BCC7B8F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B4FD1F7F-CA36-B104-C049-F1C401396E85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D33235D6-028F-6F7E-8722-BCE81FBEF2A5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240ED248-492C-83F7-21A9-03DE6C1A1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3AA57285-67F2-8356-B92B-FDF134507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65277127-7974-80B0-5887-0094FBE7F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242A7024-52E6-389E-7EC9-4A8477CDFB0B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B44CD36E-655D-B98D-A0C4-1FF771365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BEAA15F8-8185-37B3-4D0B-3231CC233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A12A5ADA-419F-233D-E52A-DC5FA3815072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F07E0D00-B4BE-AE1A-ED44-31BFC23E8ED8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B704DC-C260-5E5A-AAF6-FC0ADBA414CE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3A0F0F19-DE2D-99A9-0926-B4D1DEC91CB4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F7CA9F58-3D97-CFED-95CC-74679F99D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21C96FD1-62F1-5735-2BA1-2DBC41B4EA44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EA5FDD0B-785A-EEF6-CD59-E659C49BA9C8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B183D3E7-AE4C-B959-20D9-95BE18AD66AE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27FB5565-9A91-C97B-25A2-7501C94335C2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E18BAF07-59CF-9F5F-8B2B-7B97FDC956E5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F59E842D-4986-E089-880E-D73896ED468C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442997C7-D380-842A-5790-2D1391A7D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8BA53E3C-BBA5-D902-540F-F2BDB6C70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7382E76B-4802-1D67-D855-F838D1892AAD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A685201D-C80D-0DB3-CEE7-D6D137E112C4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D54A4B1F-0528-3AE7-E32D-0BC6BC360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51D55A0F-9C28-BC6C-51BE-4A205BBF21E2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1E80172F-9F2D-606A-F5F1-CD26DFCDE273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9C46F736-8D29-93B8-A959-BD18DAB4B846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1D8241C1-E857-E9B3-EAEE-A1A8BBAFB2C4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8878894A-ADF8-81E6-E81B-FCABA32C77E8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9D0AE832-A3D9-2391-7AA8-CF443BEDCDF6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D6289FD9-93AC-2FDD-E945-ED9D242C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486482E2-7995-B136-F772-970E8D475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7E86FB0E-10AD-D3E9-6783-3927FF1CF878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9CA4DFD9-9F7F-742F-DA33-F402DEB2D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EAB18E03-F41B-81BB-B053-C55E81E6E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FB001EC9-F7EE-5B27-08D4-B18E94103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CF9D3576-CEB7-D52E-4501-DDD7244CA5AE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513E9E0E-2B32-F0C0-5850-5864736ED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A4EF1FAD-AF3D-060E-95EF-9C4786096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491653C8-5C42-CE5F-FF89-E6EB9F7EBDF9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3BB5CF13-B9F2-9974-8372-7DEC8F03884E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C701048D-9BCA-9B0A-D502-DC6561A57436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9DA1EE29-5340-443E-E5AD-59EF9E0F23BF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D7FD5DDF-4E32-4016-8FAC-1AED332829D7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A3B351EB-F6F7-8D52-035F-FEA3EFD4D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018A0AFC-2A22-F5DE-34D9-6DA3E17E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B936CF79-A641-2EDD-0C6C-710805B90C5E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28C538C6-54F0-393F-5C85-FC5702677403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FC935597-7931-48A2-69B1-E860F6AEEB6F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5B886A13-4072-3716-9C47-6F06DD41D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22D3559A-8367-D27C-FCE3-4104E87F1D3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F0831CAC-AC52-9068-FB74-46464E9B31D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20C8B70C-B69A-3B0C-5E57-489A1C7926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48AB66FD-818F-3701-68A9-1655ED45257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5E8B38D6-CAB7-0222-C789-93A2A2928B9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7720DC34-F548-906D-BFEA-A1C6E2E9A4A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D17DA0E7-9992-71F0-D7A4-B1CBFA66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3790E617-8F8E-C813-66F3-4EFFA8168DF9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7509F6FE-E05A-E093-5F18-B1EF16C4E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746C9F15-43B6-C022-FF44-594B0F25C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B72080A9-02C3-B89D-8F18-D14D4DA9002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460D450-4F25-CB1E-ABF9-5D18FEB8D13A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001AB9C7-231D-DD91-E2E2-8351F44DD62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E9B9DD40-C817-B2FD-5A76-E82AB205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F53D5375-3C0B-5AE3-C422-5592DD421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A93203B8-EAFB-7D72-DFF0-C47D5818948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01B42298-299C-A5EF-6584-D99CF015E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A845FD17-A56A-E8BC-3245-0E67D946E83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5E703F36-5AEC-FA5C-5B66-923D0A2203C8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9D3C1255-9E31-31C6-2B87-9A8CA325F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E6C4A7BD-B5BC-CE55-CB5D-23BB467262B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2038A5FE-F65F-597C-572F-BA43E55724E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AB340D6C-B848-0510-A4D9-501E7917E84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3DC24B56-6DE1-2635-BD08-B50A3595CF1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33657D20-9D5C-3ABA-7D48-E119B477E24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CEF37BEA-3694-0B51-8490-5418D4A5FEC6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AA8CF79-18E0-8E6D-89E5-12B8C09E6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03FC405A-8E55-8ACF-E263-356B2F5FC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E0D4D12D-2B64-2D93-40D4-7505E0BD2B18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71053C17-FCE0-EDEE-5EF5-88F4894A8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19F2F854-4245-48E5-CCB5-ED8329487FFC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4319B68B-1FF8-E272-244C-E93B01F4ECB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2CA6C50D-FD0C-DE73-883D-9266A2796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DEDF3163-E0DF-2801-0FB0-B3B7D0514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ADD0327E-D657-4BC1-8783-5C85DEED094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9B940106-176C-468B-9B3B-68F14E26D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4634B053-7E91-7C46-28D8-73628DDBD11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4C510203-7D15-C2D6-A1C3-B6BAE54B4AF2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14402896-B359-C986-43D1-496A66F92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C458FC12-3751-1BB3-EC5E-B52F9F127BA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E59E3C12-DD41-20CB-AB67-1CDE72750C3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DFFA9429-0118-8072-A11A-503E9EA609D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361EFB82-8F86-0147-CBCA-237E1FD891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BF33511C-074D-A60E-EB18-441714C6B69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7D5B6C93-2199-05DE-426C-30E0135795D8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E31221B-0CA0-665C-C6A9-A6036B50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3A055907-F6FA-FF83-FB96-155F8B6CA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6904B0CA-6A43-38F5-BA1D-E396CC9A6E6B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9D25E745-B302-A3AD-2269-D2316A046B52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CB1B0FF1-E957-DEB1-DCEC-D6601ADA6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D130D027-1359-87A9-8BED-09E81ADE788E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028EC72D-10E9-416E-F804-1892CC1EFB9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9F4C3AA4-9C70-4F1E-5971-68077AB33FE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73D8D84B-1468-82F7-3A2A-56EF326B26C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3643ADF0-82FA-96F0-8B82-4D82FE5BEA7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D5CE6655-F3C1-DE89-8BB9-EE83A5DDC136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AACA1484-EE2B-85C4-936A-263BFB887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F74F297D-A10A-12C2-3EC6-A8BC0003A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798186A9-8DD0-6D5E-CE1F-73B5FCE09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A27C417A-391E-C9B9-242C-E6BAD12C5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DB62FDBB-0072-26B7-1607-96D68EEE8820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89BB311B-DF91-A445-B413-B0276B81F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676CA10C-2B6A-3FAE-35B0-C76722FE04C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E2EA5126-1E37-B1FB-81B0-ECC97543557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C110D4F5-2265-ABEE-3F2F-111C518B94C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0F5B458D-C297-0FDB-3980-8A22038D662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4ADDC3C5-4E73-4FAC-6F88-7A4201672EE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2D97CCC1-0DF4-5364-6DDF-A88B0BEB003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97E2015A-60CF-5EBC-473E-BD29CAE55215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8C5EC353-B99C-E35E-D2A4-C5300F729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EE8C9EAE-99B5-05CD-A861-84C23DF75B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2CF24782-FA32-E0CF-3DB0-2416E8D28EC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C7ED196F-7684-F6FE-1509-2F4304B1FF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B7339296-2DEA-C515-34E7-EE813B80AFF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DB08FA76-F002-0391-38FD-D2B838635EB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0BC97AEF-9833-D1F2-C983-E451BC247AC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B9F10997-E62C-7734-08D9-7BC2DFE5F45E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9E4583CD-0E9D-1E79-713E-0E3911E58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CE9A2187-51A9-2C1E-7D66-AD801C7060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AC112698-E4FB-7020-6657-0982D666A76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4312920D-568C-79C3-E04D-B6F08583EF6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0001DE0A-6234-9212-47B0-BA975D862E1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80476EF9-56C6-51A4-AE4F-D602F82111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55A35706-B6AF-B9AD-65EA-B1D2E8E2770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D1771769-A0C0-E0D9-196B-F4E401904A97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CB42E1F1-5BC7-3D7F-AFEB-077BBAC463DC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1AFF239E-EDD5-7122-C637-49703500D981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45A901DB-322A-571A-90B3-897FC7D73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B6D4FA60-007D-9D83-08CA-E2B16212BC1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E4BAAAAD-1E01-85B1-B6C5-6A4D29207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84EE95C6-B309-1FC2-43E2-DB857DBD0D94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D601EC1B-2917-6DB4-2DE3-7E462FA14059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703C843A-3D12-7B42-32A1-597EBB8FD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72F84EE3-9E00-B086-19DD-19D05949836C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63536C25-C136-3D5B-7ADE-CA94C47A55F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73452E65-3921-FC9A-B162-F50062AFB65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438D4B86-03D8-F825-1145-ABF410F3520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9CF35CF5-7E3E-9ED8-4AC0-99A14C6FF24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084C6B96-6586-3AF3-807C-242A15A1825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794178DF-A33A-2559-53FE-F4D250731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C3C16676-B2E2-4266-1954-E91D8EBFA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3FE4C08-8298-DF63-EAD7-D2E7FC6D54A7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1C798A90-090F-01C7-11BC-608030173BDF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5D3EF1FE-0D13-AB61-CAB0-96F91A4E3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44905450-92F6-8BE7-9CEF-EF36554A0F1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27687643-1B45-3A76-59B2-45982FA05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20211429-DF04-9196-3F84-22C063B4608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C0A48DDD-02E2-F946-8E74-9771E5658D11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A85302FE-9595-3188-5427-616521E26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246FC2A9-017D-5D9C-5711-ABD7A90215D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5A8F7EEA-6FC6-959E-C956-C0103290B86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38D7CD71-635C-44C7-D2C6-4A9601EB28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577CBAE1-B232-A412-03D6-23A26FE8A51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DE811020-9183-8CBA-9515-CF4D0E31AFA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2C233663-290E-F01A-4E61-5A914347D6C2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4E5A2049-3B4D-EF10-5893-3D00D157EB22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8DA9A2CB-D20B-766C-3556-070A15B87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AD95E92B-2C88-7012-12C4-875BE6C4A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27CAA469-241D-7FBB-FEF3-B0C4A64A5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C2AB7CE4-AEC5-5FA4-7A21-6BAE6E34DDE3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E0641404-32D6-82D2-7E1F-7031288B8318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307CA00F-4E65-30E8-910C-F99D4C2D2532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15E169BB-098D-8790-F690-6C0B341F51F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D5F7AEC9-B002-0C35-DD17-846B8FE55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18DE7D5F-C4DD-39E0-8C5A-83EC8F8D6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6AEBC1E2-7B43-540C-2C71-2E2286BB3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C8C5CD24-A424-C26F-4F8D-14A7D8CF2F32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2EFF4F69-0256-362E-C1E1-4D049C6DB618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2244C57B-0696-4B2C-EB37-9A037087F74F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60AE1073-7B2F-CDBF-5009-9E7E043B1CA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D734E285-4AA8-4367-ACB3-5F3D53D77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52071621-A78D-06FE-C104-941BD1B63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F71B11D4-6A16-661F-69AD-9C8E352D3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ACC210A8-2458-4ED4-5228-701CCAB66D14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5292B2A5-0B5E-E985-4DA4-DF961103AE54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EF5A84FA-3C14-A0CE-13CB-4F552D7B1A40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EC42E24C-2894-D994-C0E0-F857329BB5E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F16DF81B-455F-86CC-F087-03562AD60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57A6618A-245B-23A6-8B3D-A6F78B024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AA30BAAC-EF5A-2174-A891-F83DAC247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A3279E30-1049-6B7D-FFFA-DC73123E185D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38774AA8-AF40-4B2A-E513-4A8AEBB05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C34F66B3-EC56-1D2C-2B64-DC00541E316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63F3708A-E4AA-5373-2225-771069A42F8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C0043F03-B982-87C2-0ADA-BFCC3F0D345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5574FBC1-2376-9618-F1A0-F0AACE96E2C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9EF8E07F-061C-7B5C-E1B3-4F94047510A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2AC025F9-AE6B-40D7-009A-131FBAAFC9C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F7B3907B-D39A-F297-D7E6-657045F3E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D244F0D6-22A5-C0C7-9F86-F87C7CF34A16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005D9C62-264E-29F8-8F01-48F3D23B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104F5664-63B2-1463-2793-78DAD5117876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DDEFDC7A-1604-F91C-A408-9E221DE69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0BAED52E-059E-B7FF-11D7-FEC73435337A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CF132667-F967-AD83-57DF-8D2827B93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37136AAE-C61B-2102-9CBE-75BE4D0A9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7F15B5DA-022F-03B2-9FE8-DCF00766D57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BE560728-1C05-3C62-3D94-7CB5ECCC8BC6}"/>
              </a:ext>
            </a:extLst>
          </p:cNvPr>
          <p:cNvCxnSpPr>
            <a:cxnSpLocks/>
            <a:stCxn id="1102" idx="3"/>
            <a:endCxn id="1039" idx="3"/>
          </p:cNvCxnSpPr>
          <p:nvPr/>
        </p:nvCxnSpPr>
        <p:spPr>
          <a:xfrm flipH="1">
            <a:off x="2421268" y="3227932"/>
            <a:ext cx="3063051" cy="37573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F12CFC1D-2417-AA29-9290-8DFCC0171C6D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7425BBC4-2D30-D7D5-B618-BEDD798E9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935513A8-B390-00AF-9096-654E689C5C1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9043F129-8C2C-BA56-FA9C-4AAB4B7B37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5CD9F6B5-DAE4-9567-8850-F3129A3AE54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7FBFBDEE-01DD-3233-9900-F4E551536D0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A37273A8-AA3D-CE5E-CE63-B100D415F87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FAF64E46-53C2-E0C3-C38C-2F7A4F51FE9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E30F09A4-E694-F2E5-2CAE-147CD0564D48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75410DB6-B030-7326-015F-8F348B206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672E8E18-3EA5-94ED-C520-05E100967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AE2F1F5C-B993-CCAC-B33B-9EB2D3D58B9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3C803B6D-EE53-77A3-D39F-5252F5C92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C78E012B-7AC2-EA3F-3F21-3FC4E80841CB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A4A76154-BAAD-EC69-3990-F0B483912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7CB382F4-FCB6-0076-6BB5-812BCFC57834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477D955A-AF9F-AB3A-8EBB-820D3F33F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8DBA7960-9E52-EEA3-870D-342A57698B05}"/>
              </a:ext>
            </a:extLst>
          </p:cNvPr>
          <p:cNvCxnSpPr>
            <a:cxnSpLocks/>
            <a:stCxn id="1067" idx="1"/>
            <a:endCxn id="1104" idx="5"/>
          </p:cNvCxnSpPr>
          <p:nvPr/>
        </p:nvCxnSpPr>
        <p:spPr>
          <a:xfrm flipH="1" flipV="1">
            <a:off x="6756438" y="3227932"/>
            <a:ext cx="3246147" cy="39320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62FB585A-6B4F-D989-9EF6-93E700E30BF6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D2418D93-85A0-A511-F4AD-3A059717F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9676685F-1EEE-1DEA-0280-C2023A5D9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7AB6EE61-32B7-C5FC-3EF0-0F375FF5784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038247F1-2FE8-3250-EA76-0CF94F5FAF71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974DA11E-04EF-A0D7-F10D-5B72A4BEBE4A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678F6FBF-D0BE-AB17-2CF2-E6FA87AE3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15D3115E-BCF3-9312-D3BF-8986CA71D8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CEA5D817-8705-9C4D-7346-9B6C2640DE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8B05595F-A4A3-C052-800E-713B7CAB791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3C2AE0CC-50E1-75E6-430B-7FDF27A326D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05C03CCF-60A7-BFBA-9E10-6C683F7BA36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EC56F5F4-7F35-DE91-F8BA-ED9ECCCEB4B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360E601A-42F5-9888-0667-2CA75C24FBCB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39BF2C0B-C583-C138-016B-FB766CC3C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9000BE2A-4532-5381-69AB-F0FE3DAF4DFA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C6039682-722F-AB42-863D-463650FC8BF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1C128395-01BB-9900-E7D8-C9F220A7CBC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C2CD984A-CB76-1A90-700E-B6271612917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3A15DDE6-D68B-0DAA-61A0-FEA4B8CB188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36603231-DAD6-C867-4EA5-7B0804A56AD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B6159962-5963-5500-5421-BC7EB186E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5C835ADD-A207-67FC-8561-1B157EA43A24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B3FAA925-5D6E-BEA4-1238-E5022F03F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1877C8DB-4CD0-CA93-C139-8C4C088F87A6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B1388087-F9D6-C2B9-2D9C-729FC6A6B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EAA9964D-28C6-A213-7EFD-3F51B15A8E82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2FD1098D-7266-CE95-555F-9FFBC8B93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DC881218-2D68-34F2-A27E-54A4F052C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AD90C620-2019-7533-EAF8-C7CDF02F7B9B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0" name="Group 254">
            <a:extLst>
              <a:ext uri="{FF2B5EF4-FFF2-40B4-BE49-F238E27FC236}">
                <a16:creationId xmlns:a16="http://schemas.microsoft.com/office/drawing/2014/main" id="{A8663B25-D5D3-BF53-1461-634CC450C8EB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2422880"/>
            <a:ext cx="280226" cy="161260"/>
            <a:chOff x="8421867" y="1904979"/>
            <a:chExt cx="347879" cy="255573"/>
          </a:xfrm>
        </p:grpSpPr>
        <p:sp>
          <p:nvSpPr>
            <p:cNvPr id="1331" name="Rectangle 60">
              <a:extLst>
                <a:ext uri="{FF2B5EF4-FFF2-40B4-BE49-F238E27FC236}">
                  <a16:creationId xmlns:a16="http://schemas.microsoft.com/office/drawing/2014/main" id="{A0C2DC8F-35C8-F59F-33CC-E5B5882D8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32" name="Group 719">
              <a:extLst>
                <a:ext uri="{FF2B5EF4-FFF2-40B4-BE49-F238E27FC236}">
                  <a16:creationId xmlns:a16="http://schemas.microsoft.com/office/drawing/2014/main" id="{FC0F788D-601A-531A-846B-12625CB8EAD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34" name="Straight Connector 1333">
                <a:extLst>
                  <a:ext uri="{FF2B5EF4-FFF2-40B4-BE49-F238E27FC236}">
                    <a16:creationId xmlns:a16="http://schemas.microsoft.com/office/drawing/2014/main" id="{1A2E6BA7-EE1E-0C09-8537-6DA3084A55A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5" name="Straight Connector 1334">
                <a:extLst>
                  <a:ext uri="{FF2B5EF4-FFF2-40B4-BE49-F238E27FC236}">
                    <a16:creationId xmlns:a16="http://schemas.microsoft.com/office/drawing/2014/main" id="{23D11ECA-14B5-3476-EB21-10018AF60FD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6" name="Straight Connector 1335">
                <a:extLst>
                  <a:ext uri="{FF2B5EF4-FFF2-40B4-BE49-F238E27FC236}">
                    <a16:creationId xmlns:a16="http://schemas.microsoft.com/office/drawing/2014/main" id="{A8B231A2-A65E-167C-E85D-02506029148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37" name="Straight Connector 1336">
                <a:extLst>
                  <a:ext uri="{FF2B5EF4-FFF2-40B4-BE49-F238E27FC236}">
                    <a16:creationId xmlns:a16="http://schemas.microsoft.com/office/drawing/2014/main" id="{7708A741-782B-7FFD-CDEC-BB3B841D85B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33" name="Trapezoid 136">
              <a:extLst>
                <a:ext uri="{FF2B5EF4-FFF2-40B4-BE49-F238E27FC236}">
                  <a16:creationId xmlns:a16="http://schemas.microsoft.com/office/drawing/2014/main" id="{29C762A3-C757-6134-4513-510D1C23347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52" name="Rectangle 135">
            <a:extLst>
              <a:ext uri="{FF2B5EF4-FFF2-40B4-BE49-F238E27FC236}">
                <a16:creationId xmlns:a16="http://schemas.microsoft.com/office/drawing/2014/main" id="{BE296846-1B48-E77D-28A6-F39E6F43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131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353" name="Rectangle 127">
            <a:extLst>
              <a:ext uri="{FF2B5EF4-FFF2-40B4-BE49-F238E27FC236}">
                <a16:creationId xmlns:a16="http://schemas.microsoft.com/office/drawing/2014/main" id="{D02205BB-EA2E-B6A0-97B7-D55C22282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222" y="469981"/>
            <a:ext cx="3093175" cy="97606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56" name="Rectangle 135">
            <a:extLst>
              <a:ext uri="{FF2B5EF4-FFF2-40B4-BE49-F238E27FC236}">
                <a16:creationId xmlns:a16="http://schemas.microsoft.com/office/drawing/2014/main" id="{EB49C091-4C9D-4972-7367-73F2D46BD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895" y="45974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357" name="Straight Arrow Connector 1356">
            <a:extLst>
              <a:ext uri="{FF2B5EF4-FFF2-40B4-BE49-F238E27FC236}">
                <a16:creationId xmlns:a16="http://schemas.microsoft.com/office/drawing/2014/main" id="{D17D41A3-5E5B-ACAE-39BB-B9219DD9CE2A}"/>
              </a:ext>
            </a:extLst>
          </p:cNvPr>
          <p:cNvCxnSpPr>
            <a:cxnSpLocks/>
            <a:stCxn id="1351" idx="5"/>
            <a:endCxn id="1468" idx="0"/>
          </p:cNvCxnSpPr>
          <p:nvPr/>
        </p:nvCxnSpPr>
        <p:spPr>
          <a:xfrm>
            <a:off x="7660892" y="539794"/>
            <a:ext cx="812045" cy="412341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1359" name="Group 254">
            <a:extLst>
              <a:ext uri="{FF2B5EF4-FFF2-40B4-BE49-F238E27FC236}">
                <a16:creationId xmlns:a16="http://schemas.microsoft.com/office/drawing/2014/main" id="{84E036D7-1401-CDC9-B1FB-01B1732542B9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2428964"/>
            <a:ext cx="280226" cy="161260"/>
            <a:chOff x="8421867" y="1904979"/>
            <a:chExt cx="347879" cy="255573"/>
          </a:xfrm>
        </p:grpSpPr>
        <p:sp>
          <p:nvSpPr>
            <p:cNvPr id="1360" name="Rectangle 60">
              <a:extLst>
                <a:ext uri="{FF2B5EF4-FFF2-40B4-BE49-F238E27FC236}">
                  <a16:creationId xmlns:a16="http://schemas.microsoft.com/office/drawing/2014/main" id="{5992E2F6-6018-52AF-CFC8-5392EAC80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61" name="Group 719">
              <a:extLst>
                <a:ext uri="{FF2B5EF4-FFF2-40B4-BE49-F238E27FC236}">
                  <a16:creationId xmlns:a16="http://schemas.microsoft.com/office/drawing/2014/main" id="{417119B7-D1D7-D9F4-B068-42853A59A21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63" name="Straight Connector 1362">
                <a:extLst>
                  <a:ext uri="{FF2B5EF4-FFF2-40B4-BE49-F238E27FC236}">
                    <a16:creationId xmlns:a16="http://schemas.microsoft.com/office/drawing/2014/main" id="{002923F9-2F9A-B4C4-F3A1-F0D2D12D4B2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4" name="Straight Connector 1363">
                <a:extLst>
                  <a:ext uri="{FF2B5EF4-FFF2-40B4-BE49-F238E27FC236}">
                    <a16:creationId xmlns:a16="http://schemas.microsoft.com/office/drawing/2014/main" id="{5FD986FD-3E91-391F-7676-9AB09C827A3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5" name="Straight Connector 1364">
                <a:extLst>
                  <a:ext uri="{FF2B5EF4-FFF2-40B4-BE49-F238E27FC236}">
                    <a16:creationId xmlns:a16="http://schemas.microsoft.com/office/drawing/2014/main" id="{24A64C42-FE9C-55F8-61E1-B3DE0ADCF84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66" name="Straight Connector 1365">
                <a:extLst>
                  <a:ext uri="{FF2B5EF4-FFF2-40B4-BE49-F238E27FC236}">
                    <a16:creationId xmlns:a16="http://schemas.microsoft.com/office/drawing/2014/main" id="{E84A1A87-B781-D4A8-E80B-2DBE45847F7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62" name="Trapezoid 494">
              <a:extLst>
                <a:ext uri="{FF2B5EF4-FFF2-40B4-BE49-F238E27FC236}">
                  <a16:creationId xmlns:a16="http://schemas.microsoft.com/office/drawing/2014/main" id="{82E5CD75-95A2-608E-A3EC-959002EAA47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0235E2D9-342D-D417-DBB8-8A25BF9A8549}"/>
              </a:ext>
            </a:extLst>
          </p:cNvPr>
          <p:cNvGrpSpPr/>
          <p:nvPr/>
        </p:nvGrpSpPr>
        <p:grpSpPr>
          <a:xfrm>
            <a:off x="8334796" y="952135"/>
            <a:ext cx="276281" cy="173735"/>
            <a:chOff x="3417117" y="2447654"/>
            <a:chExt cx="362556" cy="227987"/>
          </a:xfrm>
        </p:grpSpPr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32002CCC-3899-5672-05D2-B51B41383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91A2C4C1-36B3-9845-4C4B-4C6CCCBD5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0" name="Trapezoid 613">
              <a:extLst>
                <a:ext uri="{FF2B5EF4-FFF2-40B4-BE49-F238E27FC236}">
                  <a16:creationId xmlns:a16="http://schemas.microsoft.com/office/drawing/2014/main" id="{30429015-FAC9-AAE9-A7FB-3DF83B5D034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6C6EA0DC-1012-BACA-88E1-8B7667ACBCBE}"/>
              </a:ext>
            </a:extLst>
          </p:cNvPr>
          <p:cNvCxnSpPr>
            <a:stCxn id="1360" idx="0"/>
            <a:endCxn id="1468" idx="2"/>
          </p:cNvCxnSpPr>
          <p:nvPr/>
        </p:nvCxnSpPr>
        <p:spPr>
          <a:xfrm flipV="1">
            <a:off x="8279427" y="1125870"/>
            <a:ext cx="193510" cy="1303094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20" name="Rectangle 25">
            <a:extLst>
              <a:ext uri="{FF2B5EF4-FFF2-40B4-BE49-F238E27FC236}">
                <a16:creationId xmlns:a16="http://schemas.microsoft.com/office/drawing/2014/main" id="{F28B8A43-CEA1-1D18-F61E-B0B6688BC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3CDEFF71-6F55-9D88-4F99-DFAD5FB03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A7AB205F-A81E-18CD-E9CC-2648BA0E8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949A91F0-2B68-CF6D-E2CD-49CFCF815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1E0E4A88-733D-7EAF-F799-C8D01AE29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799473D1-6D92-E924-84EA-1A510E581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DDCE2493-AB71-CB0A-F7C1-383DFF01C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4B4D2228-ED7B-FD05-0B07-B945AD349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42" name="Connector: Elbow 1541">
            <a:extLst>
              <a:ext uri="{FF2B5EF4-FFF2-40B4-BE49-F238E27FC236}">
                <a16:creationId xmlns:a16="http://schemas.microsoft.com/office/drawing/2014/main" id="{B20DBCCE-F8AB-6FDB-DE38-B0C2C6F94393}"/>
              </a:ext>
            </a:extLst>
          </p:cNvPr>
          <p:cNvCxnSpPr>
            <a:cxnSpLocks/>
            <a:stCxn id="1331" idx="1"/>
            <a:endCxn id="996" idx="1"/>
          </p:cNvCxnSpPr>
          <p:nvPr/>
        </p:nvCxnSpPr>
        <p:spPr>
          <a:xfrm rot="10800000" flipV="1">
            <a:off x="3849256" y="2503510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88DA9E99-F869-2D74-ACCC-094A5B0B092D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2ADB4F97-A472-8C9D-C27D-5D7AF2C9F160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47010861-FE70-222C-EA7C-C32077DEC48E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D14B815D-E384-2CF2-0E82-DAAC2926B4B4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297AA9CB-14BF-786B-A1AF-66242936AC89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562F0C5-3735-C0A8-7D42-C62CB5D9CADC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D271FD-F4E9-0483-A471-154D2AD8DBDF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F5F45BA-EEB7-07DB-0201-4A247A323505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CAA52F-CC9A-DE90-5986-D983ADE3BF4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25C64AC-D416-55F0-4FC1-2F9441AF3030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0CED80-3ED5-876F-2661-C4805E98C9FC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E172AA-2B3D-C325-B616-6CAB5B40F55A}"/>
              </a:ext>
            </a:extLst>
          </p:cNvPr>
          <p:cNvCxnSpPr>
            <a:cxnSpLocks/>
            <a:stCxn id="9" idx="4"/>
            <a:endCxn id="923" idx="0"/>
          </p:cNvCxnSpPr>
          <p:nvPr/>
        </p:nvCxnSpPr>
        <p:spPr>
          <a:xfrm flipH="1">
            <a:off x="2836924" y="2389506"/>
            <a:ext cx="4562" cy="344770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7F55A9-9460-4B92-B803-CC697E2CF693}"/>
              </a:ext>
            </a:extLst>
          </p:cNvPr>
          <p:cNvCxnSpPr>
            <a:cxnSpLocks/>
            <a:stCxn id="956" idx="0"/>
            <a:endCxn id="10" idx="4"/>
          </p:cNvCxnSpPr>
          <p:nvPr/>
        </p:nvCxnSpPr>
        <p:spPr>
          <a:xfrm flipV="1">
            <a:off x="9505036" y="2410221"/>
            <a:ext cx="4830" cy="342681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40E47F98-C4D6-329B-AEFD-D340C56B7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AFD2319-C938-DAD7-F6D6-18214B747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67B5640B-570B-D3AD-A76E-58771A44B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B12411A8-4A75-99BA-BD4C-F40ADD1BF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C639FE28-501F-3BB0-FB6A-259AC979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E02F8950-7260-487B-2862-FE642500F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A4329319-7C6C-AF42-7BFD-7C836065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3A830C-B5CA-47A6-0813-D904C76A5CAF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4283DF-00F1-9F49-8591-95653762B044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3771D19E-AD28-D52C-A53B-F74D384B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7714A809-4FE2-0933-7749-7E363363C965}"/>
              </a:ext>
            </a:extLst>
          </p:cNvPr>
          <p:cNvCxnSpPr>
            <a:cxnSpLocks/>
          </p:cNvCxnSpPr>
          <p:nvPr/>
        </p:nvCxnSpPr>
        <p:spPr>
          <a:xfrm>
            <a:off x="5398559" y="541645"/>
            <a:ext cx="0" cy="83258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1679354-CB06-722D-791B-EFFC038B1A22}"/>
              </a:ext>
            </a:extLst>
          </p:cNvPr>
          <p:cNvCxnSpPr>
            <a:cxnSpLocks/>
            <a:stCxn id="1350" idx="2"/>
            <a:endCxn id="279" idx="0"/>
          </p:cNvCxnSpPr>
          <p:nvPr/>
        </p:nvCxnSpPr>
        <p:spPr>
          <a:xfrm flipH="1">
            <a:off x="3876566" y="518783"/>
            <a:ext cx="783076" cy="20649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FCF36CD-8E34-2C0C-6FB5-58E5CB3CC85E}"/>
              </a:ext>
            </a:extLst>
          </p:cNvPr>
          <p:cNvGrpSpPr/>
          <p:nvPr/>
        </p:nvGrpSpPr>
        <p:grpSpPr>
          <a:xfrm>
            <a:off x="3738425" y="725278"/>
            <a:ext cx="276281" cy="173735"/>
            <a:chOff x="3417117" y="2447654"/>
            <a:chExt cx="362556" cy="227987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8A0358A-5DC1-5B29-F9B0-81F81A6CC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7B19D0A5-3875-3309-6D43-2DC59D121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Trapezoid 613">
              <a:extLst>
                <a:ext uri="{FF2B5EF4-FFF2-40B4-BE49-F238E27FC236}">
                  <a16:creationId xmlns:a16="http://schemas.microsoft.com/office/drawing/2014/main" id="{ABD4CFC8-3BBB-664D-2A2D-AD8F5E8C342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8AB8EC3E-C476-DB91-57F8-69975431BD33}"/>
              </a:ext>
            </a:extLst>
          </p:cNvPr>
          <p:cNvCxnSpPr>
            <a:cxnSpLocks/>
            <a:stCxn id="1331" idx="0"/>
            <a:endCxn id="279" idx="2"/>
          </p:cNvCxnSpPr>
          <p:nvPr/>
        </p:nvCxnSpPr>
        <p:spPr>
          <a:xfrm flipH="1" flipV="1">
            <a:off x="3876566" y="899013"/>
            <a:ext cx="112803" cy="152386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1B72DDE-E938-3AE6-E945-05F86D565F1C}"/>
              </a:ext>
            </a:extLst>
          </p:cNvPr>
          <p:cNvCxnSpPr>
            <a:cxnSpLocks/>
            <a:stCxn id="1356" idx="2"/>
            <a:endCxn id="225" idx="0"/>
          </p:cNvCxnSpPr>
          <p:nvPr/>
        </p:nvCxnSpPr>
        <p:spPr>
          <a:xfrm flipH="1">
            <a:off x="6096001" y="577021"/>
            <a:ext cx="16148" cy="258119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996FF3DF-F006-142D-B720-2365494A9863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1820F3F7-56F3-466C-12F5-813714B12F8B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88E1A7CF-96AF-A1F1-986A-EC8CA0D1BD0A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8FEA19F-530E-26B4-0E64-EB8E3AF04AD1}"/>
              </a:ext>
            </a:extLst>
          </p:cNvPr>
          <p:cNvCxnSpPr>
            <a:stCxn id="281" idx="3"/>
            <a:endCxn id="991" idx="1"/>
          </p:cNvCxnSpPr>
          <p:nvPr/>
        </p:nvCxnSpPr>
        <p:spPr>
          <a:xfrm rot="10800000" flipH="1" flipV="1">
            <a:off x="3782614" y="845166"/>
            <a:ext cx="69958" cy="2741360"/>
          </a:xfrm>
          <a:prstGeom prst="bentConnector3">
            <a:avLst>
              <a:gd name="adj1" fmla="val -338736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D307223-6503-7259-DA9E-C90FD1545EA3}"/>
              </a:ext>
            </a:extLst>
          </p:cNvPr>
          <p:cNvCxnSpPr>
            <a:cxnSpLocks/>
            <a:stCxn id="1360" idx="3"/>
            <a:endCxn id="1146" idx="3"/>
          </p:cNvCxnSpPr>
          <p:nvPr/>
        </p:nvCxnSpPr>
        <p:spPr>
          <a:xfrm>
            <a:off x="8419540" y="2509595"/>
            <a:ext cx="9678" cy="1444387"/>
          </a:xfrm>
          <a:prstGeom prst="bentConnector3">
            <a:avLst>
              <a:gd name="adj1" fmla="val 1800000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F8A2F44-82C2-84EF-6814-398509F3E960}"/>
              </a:ext>
            </a:extLst>
          </p:cNvPr>
          <p:cNvCxnSpPr>
            <a:cxnSpLocks/>
            <a:stCxn id="1468" idx="3"/>
            <a:endCxn id="1018" idx="3"/>
          </p:cNvCxnSpPr>
          <p:nvPr/>
        </p:nvCxnSpPr>
        <p:spPr>
          <a:xfrm flipH="1">
            <a:off x="8429594" y="1039003"/>
            <a:ext cx="181483" cy="2542671"/>
          </a:xfrm>
          <a:prstGeom prst="bentConnector3">
            <a:avLst>
              <a:gd name="adj1" fmla="val -125962"/>
            </a:avLst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7A5C3BCD-E090-061F-F47A-CF4BF8520230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A146872F-D1A5-79D6-11C3-A4F13BA59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C753AD73-292D-3E18-BD9B-33FEA2AA341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7A17C82-9526-E607-F5D9-FCEFC33F897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1760D77-9D7C-CE10-FDC6-2AC769581C6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386E20A-E04D-2AE4-086D-42D55C28E79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108031E8-F8EA-BCEB-D091-8DF5B0D7F50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DB3E387C-C32C-F5AD-88B5-563E3784150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1F2B0139-A4EF-D459-3F8F-9E16776461CB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3A440E69-23E4-E71F-2BF9-31152ED07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D3B8F5D6-ECA3-C4EC-E0B2-091B8C48B85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FEEA5941-D5F0-B360-9D96-E3FA93F2CFB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B300E2B-2FD8-FC3B-5346-1473C261F2F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85108E5A-591D-8CB8-9680-058E1B91F6E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51F7119B-FEFA-279E-E177-07DBC471E4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01188A09-4693-84C6-7CA2-DDF911A5B1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FC20791-5BE4-EB4E-DE55-31A9D5B1A41D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B8C2132E-68C0-C793-35BD-87EF5875BF2E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721B6C81-5183-D9ED-E5D8-E1220391CBA7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E09D7C1F-E9AA-39D7-12D0-C30E5DC88C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F509A682-7BE3-23E7-0BEB-415E13A52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AA5E7C98-174C-497A-253C-34644AACB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BAC99A72-C1F6-9A7D-988A-36E343952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sp>
        <p:nvSpPr>
          <p:cNvPr id="1350" name="Rectangle 29">
            <a:extLst>
              <a:ext uri="{FF2B5EF4-FFF2-40B4-BE49-F238E27FC236}">
                <a16:creationId xmlns:a16="http://schemas.microsoft.com/office/drawing/2014/main" id="{80F756A9-F55B-BEAB-B34A-30123992B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642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51" name="Rectangle 29">
            <a:extLst>
              <a:ext uri="{FF2B5EF4-FFF2-40B4-BE49-F238E27FC236}">
                <a16:creationId xmlns:a16="http://schemas.microsoft.com/office/drawing/2014/main" id="{A38CCB7C-6920-0C93-1E26-7BF3FE73D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41" y="489067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64C5F941-8838-500B-2B11-B85D9E16AD3B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761D6A1-FC70-91F9-8BCA-3E87CD4A08BB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7EE4F03-5804-F190-32A7-305A47FC02ED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6E475E9C-F86E-778C-BE5D-5F05544BBE14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B45B7447-7A85-CFF9-DE0E-A833B6DE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5531A5F1-DCD9-3FB3-C6EE-6E516E0E654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FFC32D84-DA73-2EDC-1EB9-1EE6373B1FC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990C3085-BA1A-9586-EA2D-D7364F9FA7E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BB7951E2-F795-B59C-5F0E-3CF3D7ABEA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299C78FC-A5C4-696C-4F7A-4A7407D8F8D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89364262-1D31-34E7-C06E-189319E32B7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310B7A8F-A821-18DC-E8B0-0DB9A410FDFB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0FA94B6D-73E4-5654-64FF-23A736DA6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2E3AFBF0-5177-0AB1-1D25-6C58207C240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E9FDBFE5-5F02-B635-DF0B-061623E61EF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9DF5E64D-B6DD-1797-5BF4-32865555CA0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14BE13F4-C747-AE70-3D0E-07363D406F74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70A1EB0-C9BF-AA04-6A77-14353C3DFC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8343B6F5-3476-6AA7-3973-90E162CCF4A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025E4187-19F7-5638-11AB-5ECCC36CF9C3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C92A4006-890E-0683-CC59-F371AFF53A07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271FE13F-2258-C16C-77AD-005D44A5868A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30B74F21-2EF8-4562-67A1-98E509F2A5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46F94236-3DF7-14AF-DA2D-3B5A5041F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9EEED2E8-8412-1255-1E59-EFF08F396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72ECBFC2-58C3-6B4F-35C3-0D9D60078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67469544-5C54-E3B6-AB5F-C4961E461F3B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B35B1881-E830-B967-F7A4-F465E423DC18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8300839C-C039-2077-4507-9289496B4112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C0E33F96-40A7-E52A-C26A-A82AB1D34105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5CBB67DB-C0B1-2B7A-734E-F34DF2257172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7D3800EA-1DA7-FEA1-3DF6-07D8A6D7527A}"/>
              </a:ext>
            </a:extLst>
          </p:cNvPr>
          <p:cNvCxnSpPr>
            <a:cxnSpLocks/>
          </p:cNvCxnSpPr>
          <p:nvPr/>
        </p:nvCxnSpPr>
        <p:spPr>
          <a:xfrm>
            <a:off x="6844189" y="301603"/>
            <a:ext cx="32541" cy="206397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FC98E17B-D71F-08BC-2029-6AA30B51FA71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493D8592-EBD2-32DD-6E1E-8EFB2285867C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1DA00239-CDB4-29AA-59B5-42079C30F739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D09D4C89-1A32-20C1-FFD1-9E4533706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B40C2A1E-9272-36E8-911E-27C630D5A6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1725B28-DC60-E250-EF57-9510A75A6F1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03B8B33-E600-435A-B9F9-2DF010F1630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809250-A6B0-6571-4340-4BF8CE0C118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48B7348-62D3-BA8F-7A31-5AEF4D2DF02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A8C8F56F-37A8-E1F7-8ACC-E568403E0F8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A3DAADF6-F288-40C5-852A-B21BA017E1D8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88D2F12E-BE4D-F82C-6539-579E37330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FBBE9D1E-0E52-7567-A50F-08187EB5CEE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6B8FC09-5AE8-9614-62A7-A8DD6F0395C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94A2A45-867C-6715-39DF-EEBADA51CF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7F791A9-D324-2502-1ADA-37A8A172E05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03C6FE8-5639-2A8C-6458-6DDD793815A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5F12DEBB-6280-FD3C-1300-ADFC62B40AE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ED386EC-7C5D-17CF-A93D-3C57C08662B0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72ECCBA8-426D-0C07-CB0A-51B1C0F95A1B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B0333189-D9BC-7431-B5CC-2F5EC8ADDF49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AEFB4674-CD33-63B1-37D0-D64446C78E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1ED52E19-254E-CA83-D22C-9EE89488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2E2FA685-7066-99A7-62CF-6C0ED1258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09A7BB2D-696A-61C5-CF11-E3CBE3B22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1C9BA6D4-6E44-8E6C-E4B6-79A495C520D2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27672B71-CF91-9790-6A84-42931C3D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056EECF0-E59B-27D3-38FA-DC90DBFE8AC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B837154-414F-6212-5DCD-B5314E8D64F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1C37E15-0722-59D2-BBA9-015E8B2CB0B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2536B33-2E25-C747-8703-D045CD799E8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B019D75F-9B76-C728-4FF2-C8A9548CEE0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4284D379-FD53-A3C4-DA1F-5180D2E53DC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E1C6758D-33D5-B6DF-7EA7-86FEE4BF2AD8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E62EB108-EDF5-9363-BD8D-9E02FD503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086ED3F8-C9E4-B3D3-AF97-1D986F83622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C376F5AC-BDA2-BB18-1A21-9550CA644EB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38F57EB0-1FE0-1AE3-EF9B-20BAC6D63E7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6CDD311C-CFB1-E100-EB61-4A38C8A2E7F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A98D5EB3-9710-C42E-F1A4-BA67D385E35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F091657A-6BA8-580D-A74F-7992ED0D5DC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479299FE-D6C6-4215-FB58-988DC15FF8F3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95031878-60E2-3A92-FE1E-AE778712869A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1D36B186-7DF7-4F58-A384-7B3149007EEB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6628EEF1-4CD9-3858-7BA9-242E8EF39E7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CEBD472E-89C7-CEF0-8B53-185A4D54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FB66B6F-99D5-7F6B-9E87-2544E3824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51F728A4-5A15-95C2-6AC2-B60D36F07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87629504-DD13-73ED-B6C9-53705D199868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17583FCC-83EC-CDB8-EE73-BDC8EAFD5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850D52F7-BBB5-4D36-5944-E37FAE72E7A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97CF2D30-CD1C-BB88-4080-88AA597D301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74AEB70E-779E-571C-8F9D-81046BBCEA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F8835BED-72D3-11DD-AA0A-DFE26E79BE8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31D8F460-76F2-B644-A2C9-3B57C0AED59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E7790F59-F2A4-47A1-F4D1-9CCACACA4D6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C6361B6E-ADCF-163A-1BEF-8962F91254ED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751C87F5-32A9-93E4-1418-85FF273C2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C1C16156-05DA-6DCE-3CFD-F50B3692489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3826AE2A-62A7-4102-FB02-CB5D5B862B3B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EDC754A2-115B-AACF-9430-65A713A3749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91FD8F2F-63A9-F813-0F06-3598E5492BE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E676FF65-D098-7456-D1FB-AE64EA6784E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9F51A0C9-2EDC-9B64-4782-D8536F5EDDE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BA2E6770-D9BC-59BB-7AF5-452198F82DEA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49B18709-9376-016E-6F91-748D53AAA691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9A9DB42-3B8A-6788-5142-59D72CE7D167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91A5F49A-E81D-67A9-7984-667403B704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D43D7628-D811-5BD1-38CE-3AE75CE65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ABA6D291-9F53-6DC4-D5B7-CBE6EDED2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E5A8C23D-4BA8-D948-AB02-93716813D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347080F3-7CCB-F0E8-FE69-05803283A577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B1CE27AD-8EF0-FFE8-4545-BB1E270AA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FDAE86AF-96D7-2EAC-42F0-57356C76552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5AFB8F30-A353-7D15-C33D-273C88C14E6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2236C20C-618F-B637-B4A6-2A277D9186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FC34CB7-7320-78C3-F2E3-A9025FB25F3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CA9806AA-D012-B481-63E9-4341335F3E3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9092D42F-AE1E-B6DB-26A9-A89B44D3989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74BC4B31-2D81-8BF4-4248-F4D046CB9656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23A89E66-224A-6E2E-2069-3B3D33AE6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EF75A1DF-2D72-DF21-057B-F7EC7713740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B763F1F9-8F5F-8AB2-88B3-96688B7546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9186DA6D-294D-AA74-CB27-1BD91F51529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6EB4A14-CA49-079D-181F-8B404EE96F1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DA79AA34-1E1C-5CB2-124C-30938290967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2812650C-B06E-4F38-4F67-8CE7BDA3E3C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D7396898-3BB8-9DAB-1E13-DA1816CFA66C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B2A9378-8F57-480C-5112-62B63E81CE2F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03C8EBB2-B09C-0B2D-62EE-18791A0F21D6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4F07651D-599D-9106-D21D-DDC14E14AD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1113CE72-8A7E-6F64-52E3-B186F19C4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E986AB5E-904A-4EAA-0436-055B5AFA2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29350E56-0BEF-F73A-5152-73A850848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8FBB88F5-FA27-3ED0-239C-A204AC57988B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236E4EC8-A4EF-16C9-9741-AF78B6AD9862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D62620FA-8E57-577A-29E6-2C58559F7C26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61A2A0BD-E77A-4F2C-D428-3F32544A4E37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1355AA61-D221-D826-A9A5-207509CD9748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98C3C723-9061-98CC-E43C-2711DFFB6A0A}"/>
              </a:ext>
            </a:extLst>
          </p:cNvPr>
          <p:cNvSpPr txBox="1"/>
          <p:nvPr/>
        </p:nvSpPr>
        <p:spPr>
          <a:xfrm>
            <a:off x="5556364" y="2105977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FDBDDD7-E489-2750-E8E3-BF0273DEC69F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2662A632-E2E3-1D82-4486-52494E10BF4B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1568">
            <a:extLst>
              <a:ext uri="{FF2B5EF4-FFF2-40B4-BE49-F238E27FC236}">
                <a16:creationId xmlns:a16="http://schemas.microsoft.com/office/drawing/2014/main" id="{102F36FA-5B88-255F-7544-1ADBB855ED9C}"/>
              </a:ext>
            </a:extLst>
          </p:cNvPr>
          <p:cNvCxnSpPr>
            <a:cxnSpLocks/>
          </p:cNvCxnSpPr>
          <p:nvPr/>
        </p:nvCxnSpPr>
        <p:spPr>
          <a:xfrm flipH="1">
            <a:off x="6412505" y="584200"/>
            <a:ext cx="22492" cy="257657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>
            <a:extLst>
              <a:ext uri="{FF2B5EF4-FFF2-40B4-BE49-F238E27FC236}">
                <a16:creationId xmlns:a16="http://schemas.microsoft.com/office/drawing/2014/main" id="{7D23D4BC-02A2-6203-DCDC-96B970974AF9}"/>
              </a:ext>
            </a:extLst>
          </p:cNvPr>
          <p:cNvSpPr txBox="1"/>
          <p:nvPr/>
        </p:nvSpPr>
        <p:spPr>
          <a:xfrm>
            <a:off x="3935608" y="2218716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SNPP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2C3248F6-7B41-6B76-63AA-6CD046250926}"/>
              </a:ext>
            </a:extLst>
          </p:cNvPr>
          <p:cNvSpPr txBox="1"/>
          <p:nvPr/>
        </p:nvSpPr>
        <p:spPr>
          <a:xfrm>
            <a:off x="3935608" y="880853"/>
            <a:ext cx="762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SNP</a:t>
            </a:r>
          </a:p>
        </p:txBody>
      </p:sp>
    </p:spTree>
    <p:extLst>
      <p:ext uri="{BB962C8B-B14F-4D97-AF65-F5344CB8AC3E}">
        <p14:creationId xmlns:p14="http://schemas.microsoft.com/office/powerpoint/2010/main" val="416313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DD9E2-A1B8-7A9A-75CD-14BB10A5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2DE4-5A12-2E0F-61A0-B499C85B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2308B7-B443-DB08-B817-6601CDAF7B38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0E3ACF-D3C4-9C63-CD1F-DD2D14682E77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9BD9EB7E-F1DF-45D4-A92B-BFFB94B939FF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BFCAE3CB-3C78-71D0-E963-9933E3007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403B028-3AAC-4068-C294-3706B530AB8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4EB1ED2-64F9-CC1C-6452-99B1B292313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7D99CB7-3379-0C24-5F6C-40439E84E72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7991E21-0EBA-D788-3A7B-DBCA8C1E65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565EF6-CBEA-1FFB-FB57-89EC7A023CF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26A0289F-31A1-4391-65C1-FD18132ED69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6029761-815E-F956-11DE-3EDC4E1790BB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9C9FDAA-6877-F8F1-5C3B-31B3BDEDC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D143B43-6700-567F-11F4-EA94D8A39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67928AA3-B876-5EDA-D8E4-8472EC9DCDF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814B06A-5572-4DBF-F6C5-913C51E00529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C8F6624F-2E98-3DC1-CECC-33A12D757F26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38FD225B-FD4F-7549-5A10-E874FFD03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7DAE459A-57EB-88E2-FB4E-EDFBF5E059F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E8E5B779-DD72-CCE3-0797-CBBECAF5291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F3A12266-FCD6-1A49-D768-86392952066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C56C1077-E717-CFE4-63DF-69DC7856E2B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09D19FB3-06D1-9D74-C369-C9828EBBE06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CB0D13FB-1F3F-C218-6385-43260BBDC23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17D83234-AF6A-2B29-567B-A67E11697975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C7EABD5-FA05-CC8B-9E8C-F57DBAD2AED2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9B94DD48-6F46-A816-B5DF-E7B521A3D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E4CAB43-A799-CAD9-8929-A9CDA528F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369C9DE0-3172-1107-8A99-0D885890B9D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0014427E-BA32-105C-1536-8772A6E59F1E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EF9C9704-36D0-D4FB-115E-3A9A55E23715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FA898CDA-501A-9B1E-23EC-733060CA1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3DB35191-22E9-E7AB-BC27-025118A8F4D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A061BD35-4377-78B1-A73E-996C83E6595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90D3A8B4-2054-5038-2863-7678C88B0C1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7C7C768E-6622-7F3B-4676-CE3BEA5BA16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E940AA21-CDD7-3C7D-B7F7-121B55DA4F1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46DA50A3-FE70-7935-D70B-78F804856E4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B66735AF-48AB-7DB1-257A-11DD3800F5FF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D580FDA2-1D0E-873E-456D-749F1AF15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C6D67996-5485-1DFE-3195-C4A4F472B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C981C7DD-BE7A-46B2-6B85-3475679A64D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14D26805-9900-642F-8A6F-DF0045DDBFA4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DF42D5B7-B4EA-E671-C948-369027C011CD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D02AB9F6-FF62-5164-417E-546337F08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9BB8B197-3284-81B3-3B1D-F329F35C772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5A04993F-EA9B-5209-D426-A2AC6508051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D1D6AFDC-C6F1-A40C-B897-A0D73CD9952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550CE0ED-D972-E8F7-A28F-85B93313490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0179AE40-5826-79C3-4238-CD0CD4F17CC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36360D6F-502E-161A-DCBB-C5AC6A61775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F463B54-7E2A-42AE-BDE8-248FA23DC2FA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3D6001D0-3EA1-B0E6-077F-7A7823E7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50833F0A-8B3B-0B27-BF55-EB8EA53E2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C1477312-D612-C3BE-A568-1B4C5295AB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5C07CD05-200E-DE5B-32DD-52416383A464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904E49FC-57EB-AE8A-14D2-407BDC8C6271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B12C243D-9DF1-334B-5FF4-84AD81AB9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01A6A149-AD40-76E4-DA27-6E116B5443C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86C4E70E-7BC8-A6A8-CAA7-9FBA74A0B9F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C4B7DC29-300E-AED1-7DFA-0FE3FD29E65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DDF8460B-85D1-07E4-23AD-7244587FE1B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B2232BF7-DABD-1FAF-D79B-FAD6D320925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3BA24F9D-AAA6-6139-3453-7652ADA357C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52FF448-8501-843D-AF7A-BD22988EA791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0B86643A-F273-1960-FDFE-9D54F9694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79CE9C7C-64B9-C0FF-748F-26FB43BDD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7656EB01-AD3D-182C-6663-E51E2DB64C4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B2B6B8B6-24B3-7B1B-062F-6547AFDDEEEC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F0DAA0D1-C24D-4A87-9626-965217D34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75C05F7B-55CC-6099-E5DA-9BCC29136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75932A64-EC58-9E19-90FA-0D0D8D236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36E84C03-6EB4-91A8-C5EB-4522433AF950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8114474E-4208-8231-E43E-A2DF9F0A3875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A63C07FD-4179-D83F-A568-9277AB1D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C9889D55-C300-9F53-B6D5-9E925A33CCE8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77065B6B-495E-7B57-00CF-E58A8797D367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68E6FED0-C1AE-AF3C-1A8D-20377CBAE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1C22B622-F64E-8C30-92D4-6768B4907EC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52FEF33E-2953-851A-864A-12AE5CBE28A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FFBCCF49-5541-55B5-E987-02F384CA7BB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8DC19037-AFAD-D0A7-DF7E-1FE4B7E79B9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30C7DB02-F56B-AAD1-F088-5DACF992177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5504454-466B-A219-D64E-36D4D07E002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81AAC44C-C18F-DBE8-61D5-60D200ED75F7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EC19BAEC-FC23-2E41-38DF-F8ECB22E6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3CA716B1-5857-C297-DCC6-B9E9226EB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F5A49EDB-E7BF-1E66-A636-CDBC2413D2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5DCB5B90-29D9-38AD-1CDC-28287100F561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53C74BBD-EAF0-2B16-07CF-F8419513D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5A8ABBB7-7C3B-5C24-FAB9-2B0BE05537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FD3B5B7B-C8CF-964A-CE10-91F4EE2D716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AB72AB59-AA8B-7441-7E09-1D615137F34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D520A6B7-4762-C713-B189-270D2B1A956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3088EF60-80B1-311F-579C-88F535C0DC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4149E0DE-1C7A-16FD-AABA-9A00128A91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A58A1857-BCE5-98CA-B555-9906EEFFA7F8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E99147F6-B7EE-8E5E-9F7F-A45104D87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14AB2096-9A4D-EEF6-8BF0-B3B166549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2A7EDA01-C798-6F00-6536-D8D7BD0EBDA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FBCBEF94-E091-1443-9A58-A7523CDB9DA4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2D29945E-366F-8D10-EA40-1AC74A235DA7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37D2863A-9205-3404-D239-BB37ED587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A1E33AD9-0CD2-9FD3-6E31-F37E7F58CB6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B88C1370-04AE-9A5D-E155-002F758ABE7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AE2C7873-6F3B-D143-E569-E9B2FD96C8F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B5BA0BA2-D11E-5C97-5AF7-27ACC578F77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25E6DD86-CD71-62C3-AFEC-2B86897915C1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18DF3CDA-94B8-2636-A41A-6AC742E7338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D7120434-3439-0A28-DC6C-BD5602211D77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C00E55A0-519E-B7A5-C1DC-688491BFE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FA637BE-B7E2-5321-B73B-17A4AF315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BD1ADD95-2C07-8586-496F-C65678C2E6D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4C634C8-E707-BB4F-7B34-6A0443DD818D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24D13739-B9D5-FF6B-2D7C-C7FAB9C89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D98C0D8D-E8F6-6D1A-50BA-5C227DF82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D294B879-2714-0C29-60C7-FB49AF388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F38C92CA-9510-C142-4F8F-1EC7D1687431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D85DCB51-D9C5-7DCE-0D60-8F1DB89FBD53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7D4982D0-D9B6-9194-01DD-96CF6C972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941315FB-8A3A-DB32-4849-FEE1D20A0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F7351F2A-CF55-1A7F-E72B-F85C4958E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A48674CE-9575-D874-2565-3DB594A45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8B214C26-56EC-3D33-FECA-28094C4081A8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AD167021-91A7-1D79-2830-CAA80F47162A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4822A33D-5335-AC61-85E3-7C5B7A9D9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407103B4-6D0E-3787-FA7F-004B95827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654EC658-D0D7-0919-E9DB-0F4BE1393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7EEA41A1-2484-B213-451B-3E7C8B5ED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9E9D2749-6FBD-490E-64A8-8F970157B2B4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FC4188A2-591D-FF30-8DA3-326246188216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212F516C-896A-7786-7329-13F7B5565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BC648B86-AC53-DB27-E8D6-FE157381571F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FB98F372-63AA-1F45-4B31-A3C9477BE6D8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E50D6C5C-66AC-C861-0581-C187BB2CE8FC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A6B6E9BC-1F89-9E1C-4C81-2FD3C8AF51CF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CAAB315A-BF14-A136-C905-C52F18890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74718D9E-ED8E-27AF-04DD-3FCE398F8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F12B7BB9-130F-9843-3B4C-B91AB05A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73EF5CDE-17AE-871B-ED7A-4B8E5DFB6124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445C9FE-D9BB-7A1E-1CA8-3EC2B6F93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42AA3E26-E453-D544-DF0B-6F93CC69A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E1DE0675-F8CE-8D9B-ECCC-00505762FAC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DF6348AA-D28B-A27C-1C4A-8AD44B60BD6A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D378244A-F789-56B4-B7B1-55D6EE9D7C5A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3A36E793-EC3C-71FE-C5A4-ECFE0E90C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ABBE95FE-A2FB-83A3-8F73-F348A2402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03433A87-2FE5-0E16-415E-D00483944DA0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6F66328D-5D2F-2DF2-E8FA-B23C3F79DAD8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96A1ACBA-284B-E1CB-C326-D1479EC50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5F7C5080-D098-7A9F-A478-E883C293EC5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75FF4927-81C4-C419-D7DD-2524AAB12D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DD83610F-2CC2-2610-EC46-331456F93E0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FCE78E54-D4DF-8577-BA7C-55CF134DDB4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5B5A47AB-FAD2-F8DB-B7BD-CBC745941B9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95FC54A8-A193-0A97-C351-575CAF98064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C570A8EC-FC16-DBE6-0A09-686C7D1FD32E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8082DF7C-CB4F-279B-B764-EC5AFC43D2DB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117DE0DA-64C2-AE5B-E2F4-CB73278B47EE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C7C91D97-A5AE-427A-7161-685221A0E11E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9B219119-03EB-2665-A040-1A6BFD79E7D3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16E51B49-9D57-7D1D-B13F-9C685F76E01D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B53D68A8-D209-A172-761F-737F28B77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6E0F0C0D-6485-4CA8-486A-DE5546258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52BB514E-409E-1C2A-5A37-A28819AF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E950677A-34A7-5104-0AB1-517D915AF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2E0B6C10-8CBD-F055-DC88-20C5A267A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9A1D279D-59F4-4EDE-27C3-D02D578AC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3FC99547-DE36-332F-0917-73F0FDE62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E5FDE3D6-E71D-7EF9-6428-750EB6A61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FBD340D2-C5A0-D79A-50D5-2CDAECEC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BB4C398A-590E-B0AE-18D5-88E35ECF73EF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34973298-6471-A8AB-F1DA-247A5D7BD94B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84F7E7D1-6F07-4211-BC72-2AC0242A3372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4D4D7270-30C2-D717-3340-B5A632E427E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21531E79-C815-B374-F8C6-7477F96C9649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65289966-D092-E834-8BB3-49D4BDC81DE1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9A490778-A78B-F560-DF9E-BA5344885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A97FF420-A9EF-A96B-2630-790606B72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2E958CDC-9A7A-4C30-BCDD-9C0377EA4BD9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78253D5F-8F63-4F30-680E-AFAE150C9F66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DF133091-CB2F-EC88-B9D7-F6C2F8B49399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075BEF87-AEFD-9076-D76B-7834C5835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96AC642E-7C05-0952-7AB4-E5114564788B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3E13328E-B0D7-1D1D-4BE7-9CA963464E95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84D63F03-F66E-1A10-65A7-155A09AEAF0C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FDA05920-C93D-52C5-2543-0C4A2ABF398C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D52873C2-870B-2FBA-90D0-C283116F7737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7771E9F7-1852-66A1-5342-0A34394C2BD2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0BAA79E9-EF47-5AB0-588D-DAF52B65D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271780F5-FBA8-2E2D-21D9-9AED9FF5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6A0D04C8-9221-E8EC-4F29-E7C66F4E022C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B3AE64F2-531C-2118-8193-DEFBB69888C0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D1437BF7-D094-17B1-CEFA-F5C547178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BAEDD186-F700-9E81-0803-61D14364F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609F9075-1F69-34D8-03EF-153F72FAE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97B6CE7C-E27D-1326-7F97-DE38A38DD591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975E1A99-9C25-A846-2408-5F75BA6E8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ABD97D87-1379-3AF4-1D13-E4700800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6E8581E4-D3AF-5C42-97D7-8B0DA53E34A9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DFA1EA68-2374-F1C5-B282-2EFFA78E8444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34778CFF-3F70-F813-2EB2-385F773951C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6EE9177B-CDBC-BAC9-4CAC-A1E2F4C80253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E56B9EAE-B238-4972-603B-AFD16BE59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0A5C2BE9-5851-E3F2-58AA-8744F222586F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1C71EEEF-CB59-A745-6F7E-34500F188A0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960CEB11-52B3-EBBD-1F96-975C30EACA6B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A8C7ED78-C7E2-A089-8CAA-C3C2509D1046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391424D7-5526-B34A-3727-A3E5EF99E1DC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5C8543F2-8F53-5D7F-A017-7CE15BC2EE0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5261A466-EBF1-0C5D-F031-5D22737F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D35EAD57-6E85-99B3-2B5A-9FFAC75F9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BCD4F095-A44E-FE79-8F40-D9085A70E15D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8B4D923E-7406-CD89-4BAF-33FA1A497694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05F848AA-8DF5-64DD-CCFC-FB5B08AB4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47B05B6B-0CDA-973A-C05B-BAFD906A836C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776306DA-504D-6761-792D-A78B6D7CC76C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12F2E00A-4ACB-50BE-9E2B-AAF28A85D15A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766A1BC5-3DE7-E178-82DA-25C73F9B6306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D7BCF400-F112-91A1-A5C8-8387F5049A9E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6B949BB6-BFF5-DC5C-DDF5-AE110BB0165D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267409E0-AC52-3548-93EC-C341EDDB9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7EF764DB-3D8C-E6C4-2BFB-9687EADB3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1D8501F3-B645-D1A9-390E-455E746DFE69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04916FF3-64A0-A579-AA85-3DF918889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FC27A017-0AFB-E732-4A99-5E36B2240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3C520FD2-D6B9-A050-3201-A6E8C43C0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4C322BA7-2C17-F95E-A103-16D1E8D53847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9B0045FA-1432-8CE3-810C-177342359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B85A3210-EFE7-2647-3EBB-EEB1ED641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DE5EE134-E1FE-A890-C937-34EBD97405A7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C83DC38D-3107-1CD8-0D13-DFC26AC08FB2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F432C6CF-69C1-B676-4C67-7476C0F84386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ED8B12F8-C744-15AD-9BB6-8EFF725C5B09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CD5E3D04-6AF6-03DB-49BA-39CB596D1418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EF1BD0B7-6988-AF8A-94F4-939ED7767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7F21742E-5523-4580-5D78-59E75238F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6B803321-2790-8822-D9B0-99EFE16E9D7A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87EFEBB2-4B1C-8588-9E26-68DC41B12DD5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2AE99D92-9D42-0532-CA5E-7CF75FCFB071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18A4CF82-7DFD-082D-87BB-D56918CA5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D7E1BE7D-A154-BF50-740B-949D1F2FAA9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FED3C5E4-8C2A-86F1-6B4C-0263E6ACEAF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409DCD63-DCB6-D02D-F35C-8811F4BCC37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5FDB8269-AEB7-CECF-1322-2A02C8B19A4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C31EDAE2-995C-FD63-8BCD-296B81B3728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B1176FFE-E9E3-D4AC-53AE-FD60B60258C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53E3CEB0-11B6-7197-379C-93AD2886A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9124F48-43CB-B885-A1DF-872D57D3AE92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F2315C57-22E8-4189-C496-16E2DB29E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193C5E9A-9971-1A66-0544-6967AA1C2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259D896F-6EDE-16BB-4943-562B5CCC78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054591F-9198-3975-B246-2A934C344DC3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CDBB818D-B799-BDF1-64AF-36132A18C429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3AE35976-2DB8-ACA9-DDC2-78DF26918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1DD701F3-201E-88B5-D52A-5E5E3D61A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4514823A-EB74-4503-C652-89E79FB1EEC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9A6AF777-8CA8-0E73-AA2D-2D75047EB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AC6276C3-27ED-48FC-EC87-C72917DC3B2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E3CD467-847E-F4AB-539A-44B0EFC5195C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35686013-84FA-7846-6729-90F3F5F80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47EB232F-E8BA-F754-88FD-E04939CA9D3A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A530DEBF-EAEB-5F6E-0E55-4089374C808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3DA5CCC6-0A35-66FE-C5CB-5A03B1852FF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B63DF323-5F2B-4F5E-F7AE-6CE9BEF009F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A6632E84-A069-E26F-21C5-74CA433AAAF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9AF85A2F-E780-EDF8-3CBB-32F8D3038B8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8328F472-B0C7-95BC-8CF7-79167FEC4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3886E720-A915-1812-9C99-918BF2633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51192486-D003-325F-E20A-BFC7DEEC17CD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8B29E28B-38E7-9781-3A1B-568264C8C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99CBF001-FA9F-E5D0-8897-A1BE00622EE0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1394433D-B351-E7C6-9A35-795E2AD5155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843925CC-E366-A772-DBF6-D748FA5E2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8A8309D3-BB6E-AD24-6A2D-603DA53A0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75AD07A5-412B-EA92-BA5B-C22A869243F7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8833763C-3954-AF5F-8A45-280330F68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751CECF1-4227-5F01-7E15-1E459F62C5E0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22CFCAFF-C673-732E-E013-76ABC742B815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6F01DF34-CB08-FFDD-82A9-E4C06CE60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567BE4D9-CD32-9E9C-4852-E5528F6AF0DF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06065139-7AD4-495E-CD0B-7EC6B66A69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6D25321C-F0FC-E6BE-197B-AA7BDF74F8D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0C2865F5-09A7-CF56-AB85-22DF66C5F52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2D29866E-A7C2-2C85-B4F2-073749E21A8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D6B1CEF0-3E31-ECBA-9C29-E7D8F17434B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AD9337E7-089B-CF70-6788-1ECCC4CB0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08272A85-88C1-18AE-F460-76F428CBA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E8CE738F-C534-4820-4691-71CC31124744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91D6A97A-1205-50E5-50EB-8DDC45DACE5D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098BDEBB-3D99-8112-4F87-378B29968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8D76CF38-5C93-F704-23F9-44A76C98BCE6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B20B15C7-AC0C-7C26-11A5-D5B9C5ED981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0557D238-DEEA-AEE2-A279-DCE21131D0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62C58339-CB00-35D9-F3B6-5051C5209EF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6B0BAB56-28DB-5824-AE40-F5D4DDD3826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F5CA69F4-ED3E-F3D9-AB4B-646FDB24C1EA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DB6A28D8-8175-D6F1-FD88-25A857080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3BD43D2E-6998-888D-D627-53373544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2B05F62D-4314-4276-1EA5-5A2D4F74B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435DB299-77AC-B770-AE11-091ED63CD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89095AFF-CB44-50CB-2A17-93D5AC6AE882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B3E6FED2-0A38-8823-B1F1-12E76BB30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1EC99630-BDB6-3D03-CED0-A8808B000B0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8E11D400-3F4E-FE82-4D36-8289C753CDB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1280E104-1D1E-DE01-02A8-710AB068A0F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432274E2-691E-7193-5B33-D86218C1B89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77359FC9-4E42-4559-B9B6-7C9B6F8368D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EE8F3E61-D4AF-DB48-63D4-56A0C3CE402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B45F9F66-B1BC-3508-CBF4-CB9F2984F352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893BD9E3-1AF5-3CC2-0BE2-BBEA9F30D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63469FEE-73EE-61D7-A51D-5A69C48098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0BE33CBE-5BB0-F960-3CDE-6625A8FABB0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7EE6B7BD-1FCF-7432-892F-D7A409FC49E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9B76A983-26EF-E6AE-1050-596B5325DAB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EE243F2F-D59C-B177-9729-A730275789D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8959311A-2C74-35CD-E01D-8FEBD4F96C3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FBCCFC9A-BAB0-913E-4840-6096FB6B5737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5FBB683A-D337-01DE-0443-DFE34BD8B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AB34C6CE-1240-69D8-F270-609A0918A90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E8E040A-4930-6AAF-B590-1B39FC21CA4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1C66BB30-A7D2-9C90-EA51-ABD290BF51B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F63F13F2-6F0E-79D3-BF5F-8531BD35B8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78BE7545-C56C-83D4-EA64-5BC048A8504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91894BD0-95C2-890A-3B1F-B838F427000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459A246C-25CE-D08A-30D8-3ECC1E0EC54D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B6C1227E-F2F0-8757-2747-9B27A0BF05AB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2CEB56B0-29CA-55EC-A8D5-759513D13E75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07C1343E-C82F-C304-14C5-71A95B882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8CF5D017-0137-3589-25B8-767B3F7EB53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705D8121-7495-1E47-772C-D2A8BA010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9C5368E1-C4B6-C986-C0AA-35EB346DB40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3AEBE33F-8C0F-6CFC-3E48-A0463C377EA8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F4636147-ED27-0F5D-36D2-3C6FDB625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8CA752F1-425B-C0EA-7D8B-BB48941A6500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C1D51BA9-B13E-31F9-A68B-FA040027043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26CED0B1-FEC6-9C64-7687-C57CCFEF6F0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D8F084FE-AD35-20F2-9E63-BFC66780700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FC80563A-2600-7082-894E-4EC97545457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C1214A4A-261C-05C6-7BDD-E5847277CFA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832CFAA8-B21E-CCBD-8E74-5D68EBA76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658E2F0A-5CCD-A235-B6D8-0DC080C2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40427D36-896E-6D89-0E3E-9B77F0D78F47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91A02058-60D1-6861-9E5F-23521FE04C64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FA23B5B1-892D-B289-8168-09CF116F5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7A5D0842-471B-F31B-F9B6-73E7BC06579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0C51A4C7-8D17-FB36-13D6-5F50A7571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DF6F8E07-4AE1-B61D-9B13-356E2D442D5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4664D588-A12B-C00E-7B72-D2F0A1666B30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98870BBB-3494-D8B4-5419-F54609A7E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D4EF98CA-999A-FB32-BDA1-A8B50F919473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D23A13C2-8FA1-67D6-5891-4BE98D899A9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F504FFAA-B1A1-5A6E-C2F9-2582B60C06F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3F8E3354-D279-3AF5-61FB-3E111BF6F78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126C5A84-F57E-69B5-E794-3417CA2774E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6818ABF8-FC3A-8D8E-D6E7-BBF4292FCF9D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00D454A3-2D2F-98D0-710C-1F09C15370B4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20C07775-D52B-D230-D1CF-4574FA11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8D99E408-A495-328E-5703-DC453CB53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53C30AA4-F89C-C560-4C43-7D68BF4BE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A12D37D9-B022-3421-B3E2-A81CA1B5D52D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883C0502-F57B-E136-6686-066423E2898A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1531BFF0-2A19-8179-C5DB-6BD6FBA35B21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13E0474F-53C1-CE47-9221-05D2159214C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F6449D3A-7029-845F-BC70-6F76C630C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EC71A5EB-C533-92DE-CD31-5B2A2A732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7EC80B5B-FCCD-145A-C0C2-E2CCA1071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FC26737B-0808-A209-C88E-ED96238A50F8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9D928FFE-1D38-5F22-BBD8-890AD6388178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4679774A-7D00-8CED-4D7A-5D17E159192A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629A116F-4752-54BA-E5B3-04C174200D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F20AA335-003A-61C0-118E-0E24F30CF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96E9B6C1-B465-D537-8418-D18FECBB9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97275478-AD8B-7E01-3FAB-2A007C92C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8E5AC180-7AE8-6B0B-4A2E-5F2AF83FF2CA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339894A4-7F90-274A-A5A3-CCDF39589BBC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32FF54BD-C949-E71A-2B0A-AFE77E39CE38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BCBFAC0C-B6C9-D78B-5BAD-B9DD5ADC593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7103A2FC-AFF6-5104-DBFA-FE3A69081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9E7B83A9-0B6D-5BBF-6EFE-70D40F04C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C71E616A-CA49-ABD5-D194-F62BDED0E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B6DEC8C8-0068-34E2-294E-E8816A02BCC8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B20A4A62-B148-AF69-089A-3ED2BE6C1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395B20CD-FA00-8655-977A-5CAD77E1B59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C781FC97-F645-EDBA-811A-93F185F515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AA757E01-2F12-E90D-FF88-43DB18812F1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B8F210FF-DC33-E119-7E92-106C6A9B350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E2FBCEC0-D16D-4BFE-BE1B-3E89057A0AF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1F9ABAD4-8793-5F5F-E298-6500FC524BD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AD5F6EF6-524F-A5A4-95FA-687E36929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79F019C2-3B5C-A9E8-20D0-A9D4CDBEA9AE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E79F06F0-B467-1DB2-0E18-9F432C168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E7BC27DD-9491-1901-B2C5-8A92600802BF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89FB0784-1C55-4E02-70B7-F27A44E59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B2CD811A-5D0E-6E6D-0989-09F17C3AE304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C385FE92-394D-8BF0-FA06-9933772C9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66B7E966-01D0-B2DC-CC6B-B7C9C6DC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B7D0542A-C9F6-35BB-793E-296C49BF0E4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1C49F0FA-3550-3130-F114-8AB0A94FC752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8BF83ECD-C5E0-3202-7730-3952AED323A3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1A48F95F-6888-ED7C-C3FE-39B9CAB3E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0D33074F-547C-4D11-636F-468184CEA27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C2E99EDE-E801-0B79-3A9A-FC4265ECE9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88EB3161-EE83-44F9-8A6B-5E5B0076B5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004AE073-404A-F1A5-5E2F-03160A19963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E4648264-8B35-F132-CE2C-BC9584B539A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33AD8423-61DD-331E-5212-C06098DCBBB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95B20555-21DF-C119-8CF6-5094737CEC71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592F9218-58F2-5890-53B8-DD5062705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0A906DE6-F195-BF01-3921-6194A0253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66164E1F-3812-ADFA-C51D-AD788D99D46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120A73F-71F1-29F0-5F9B-C2F9030DE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8948929E-C66D-A87A-0E7C-886B29A5E8EF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8A1905AA-4310-538A-1CCD-21006B59C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197B640A-8982-A79C-FF68-1A152703E549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9A4977E2-4CDD-A7D0-9B34-655C842EB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07E140E0-17FA-883C-16B6-DED276F1E956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BCFFF652-6D95-6ED6-778D-90BBDD31541C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7A8260B8-6FDF-91D1-1200-2025D541E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F8142EEE-3EDB-D286-375B-381787363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CCB08420-3FE7-CADD-52D5-62346F06A171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DD376CEF-91C5-6AC5-404E-4F23E67F8EFA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39923542-378C-3E69-6A48-1683C94817F2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D3E654F2-0C7C-766C-6BF5-EC30ED175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D1617BA7-54B5-8884-AF5B-5E65E6898E2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BC62B121-92C4-1BFF-46BA-76E808A3F4D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89D71104-421C-AF7E-6849-836B9BD1829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2082D2D7-74BC-A9F2-5798-909A07F336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74736B1D-B287-70A9-83BC-71639FB0D1B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A47AAC49-7E19-E269-EBC8-495FF869514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A3FAE4A6-9FC8-55D4-EBF1-8C2BF713F27F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1CDE1D63-6382-7BC1-48F7-E3033102A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17BF1EFF-9DBC-06B5-9C8C-2842465230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04142159-EC80-26E6-DC76-D7F727B785F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E780B9A1-5CFC-E975-10D7-9766169B681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1D4E058C-8E55-BDEE-4A4F-1EF4C7C43E6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F6733765-A50A-ECC1-D1F7-D2E7CCFB4C0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F0AC4CD5-8D77-A74E-AA7F-D020AC87E96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7697DE82-0DD6-C8A7-B886-99493ABDC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94E57703-9E7E-2496-D6E6-A24D52A817FB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1EAA4E64-FCD6-8DFD-A567-7CE7DF66E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E7C47097-B769-EA30-B56A-6B287A337971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CA646BC9-8893-498D-5FD6-4D9739A0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CDFF581C-174E-EC85-6D79-3F24A0ADF902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9399AE9C-08B3-1F73-23A5-488DD0F6A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DC3CBD7A-40FD-C0CC-991F-63BAA40A7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13F50855-48AC-59E9-CD06-E2063D61246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0" name="Rectangle 25">
            <a:extLst>
              <a:ext uri="{FF2B5EF4-FFF2-40B4-BE49-F238E27FC236}">
                <a16:creationId xmlns:a16="http://schemas.microsoft.com/office/drawing/2014/main" id="{F12954BA-C7DF-AB2A-D49A-B26B05FFD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12720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F8C370C3-9108-02A1-210D-A587CD4B7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472DD6FE-916D-0C0F-52F0-615162E1F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11252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E7A7C3DA-C54F-5375-2584-055DEFB7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14235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DD2E5875-722B-7B68-789C-498D4302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354457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9272AE23-3B32-0611-CCDF-A66F75A61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EC3F9C9A-5737-EA14-38D7-001EA86AB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339774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58B1CC5C-9E3A-23F2-C03E-80334D09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3696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20B162D7-B2D6-AE32-6EDE-6035B03D1929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9B07DAC4-36DC-0696-4D84-AD50D8313360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1E1A3A41-462E-C227-7FD1-2FD8ABD776A3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FBEB9213-A068-29B9-67DD-84303AB7E294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EDC04073-CE0C-EB83-CA90-AB86E9E06471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B011433-A12A-E226-4C75-2BB292863931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35FB8D-1401-0CA5-E9E0-48287EB0735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1C52DF9-DF47-3E0F-ECB4-9B65C8C6BCC7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964EF2-B0A1-2B3C-E53D-FE5E67CB855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F2469FD-93E5-04E5-BFA7-8A542E4FC6E8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4C2C1E-3F89-A5E9-7EB0-6E955B12E2D7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F1884E-C7F5-542C-64EE-0B3E8B6FCA03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61B556-6A7F-5193-D493-FCA928094527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22A0E628-A4D2-1A22-CE80-0CE671F7E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601B1A9D-8F4C-9B34-86BC-AF13CAE4C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1A094A4A-E8C8-C5A0-8078-972AEEBD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E9BAFA79-F54D-B9E4-6F28-7101061DD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D644F189-45A2-5310-D253-B3A7E3FE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FBC6B13-A843-77E7-0654-9B539767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538064C9-C18D-E684-D1E1-11F0C7A2F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7F0643-1CF7-1451-5776-E027C3123F79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0A96C7-26B7-46C0-249F-6FC09403BF5C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F9C1CE2C-4AB8-1F7D-D30C-680DDD2A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835140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64471FA-06C0-92C9-B359-066B421EB423}"/>
              </a:ext>
            </a:extLst>
          </p:cNvPr>
          <p:cNvCxnSpPr>
            <a:cxnSpLocks/>
          </p:cNvCxnSpPr>
          <p:nvPr/>
        </p:nvCxnSpPr>
        <p:spPr>
          <a:xfrm flipH="1" flipV="1">
            <a:off x="5868332" y="1391830"/>
            <a:ext cx="119774" cy="1836892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4874D58-D0FE-92CF-4E7E-E45C3C47649C}"/>
              </a:ext>
            </a:extLst>
          </p:cNvPr>
          <p:cNvCxnSpPr>
            <a:cxnSpLocks/>
            <a:stCxn id="1103" idx="0"/>
            <a:endCxn id="225" idx="2"/>
          </p:cNvCxnSpPr>
          <p:nvPr/>
        </p:nvCxnSpPr>
        <p:spPr>
          <a:xfrm flipH="1" flipV="1">
            <a:off x="6096001" y="923091"/>
            <a:ext cx="29248" cy="2224284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ACE38A71-705B-F3CA-AB3F-4D98DA708C0E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773822"/>
            <a:ext cx="15524" cy="2036447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AD4F2EF9-FD06-F1F1-6D64-46E16FB51C98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3047078"/>
            <a:ext cx="192075" cy="189930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750E0C6F-BBAD-3FA1-54C0-5BCD0B78287E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3047078"/>
            <a:ext cx="183925" cy="1895703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2899591C-40E9-078F-15D8-C8198F6D9D19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885818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B26BF010-F323-ABD8-94DE-5F521DAF2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39DD3635-AB6E-344D-25B5-ADB197289F0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D343B1D-FA39-6D67-A644-E7FD8C0381C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AD71F27-5F74-E532-C157-243B288D3AC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32384EA-4EE2-223D-0E0C-42FF601ADE5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952CF3B6-2242-F9E0-B3ED-20E687D5A15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8E0BC74E-FBA1-8C26-3052-2CB1FC12FA8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97895DF8-73D4-1FE4-2888-29A899CC31C5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885818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F181ADD2-05CA-9254-D3E2-1113B01FF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88BC5F4F-65BA-888D-A404-ED6CB72972E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CC86C0D7-7613-24C6-04B5-DEA6D618CB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4C21917F-DD51-0C3C-03AC-6CF981980AD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55890F42-CFB6-BACD-6D9A-C1F0E1921FA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A2CE417-F694-6445-550B-8DC7E04E70E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7B3C2067-3082-C607-469A-9B68C87EA23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DED95B-3A9F-4341-CF7A-EFF7C3F1F684}"/>
              </a:ext>
            </a:extLst>
          </p:cNvPr>
          <p:cNvGrpSpPr/>
          <p:nvPr/>
        </p:nvGrpSpPr>
        <p:grpSpPr>
          <a:xfrm>
            <a:off x="4751676" y="2622607"/>
            <a:ext cx="933392" cy="271678"/>
            <a:chOff x="3560105" y="4920983"/>
            <a:chExt cx="918646" cy="267385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6D1A1F0-8050-BADA-D416-4D2128469511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3AAC261E-7780-3F96-BC5D-E3BF392721A2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7FF9A31B-FEB4-5416-7BDA-8BE60F8EC30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75CAB62D-A9AA-8A05-A393-EA5AF8871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A8E30C34-5E3C-4E41-6499-E861D75F1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008CF6C6-64BF-0002-8719-394CE46B8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19BDDC14-3050-69D9-6680-8939F71FAAA0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773822"/>
            <a:ext cx="15070" cy="2046820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61B3A9B-CE60-33CA-C016-09AA2AA57136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3047078"/>
            <a:ext cx="191349" cy="1909675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0FF5F15-2FCE-0AAB-17BB-EE9402D5FEE6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3047078"/>
            <a:ext cx="161825" cy="189672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D76A17CA-A799-F30A-F8D5-042318954E6C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885818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D690C3C5-3DD4-3742-5F94-6499A1E15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ED9503C3-A692-D895-D54F-0BBEB79039C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E4812548-1424-6CF9-6F4E-BF07DB30167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47048693-CCE5-3AF9-5A08-3DD8FFFACAF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6073A554-2E11-05CB-C1C8-EB3397AF39B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30A3BE83-EC9D-2171-A679-F3862423F19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318F13E7-323E-A3B4-5679-2350A132324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3F0D076C-1015-8551-8DC7-ED0A85B1BF81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885818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04A52060-3227-0976-475F-0DE7D791C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D252A7EE-BD87-64CA-E4FF-9E8871A2096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6FE33F87-BCDC-FDA0-D61D-341F90E4D51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937597A0-9889-D690-71F2-30013D674FF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E850634F-F8F7-1A06-FD1A-54128F1C3DA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3E256F6C-3320-9116-11C0-5E42072765A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D57285DE-08D3-2E12-E7BB-E9F43DA24FE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E4A77694-B71B-3534-E0E1-9AB5820E2FE8}"/>
              </a:ext>
            </a:extLst>
          </p:cNvPr>
          <p:cNvGrpSpPr/>
          <p:nvPr/>
        </p:nvGrpSpPr>
        <p:grpSpPr>
          <a:xfrm>
            <a:off x="6626346" y="2622607"/>
            <a:ext cx="933393" cy="271678"/>
            <a:chOff x="3560104" y="4920983"/>
            <a:chExt cx="918647" cy="267385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BB4D98F6-5D79-6903-2591-89E4E1668304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C7DD0AAF-A17F-BC7C-6BD2-528E28CDADC5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469A3573-5031-47C3-CC60-41CB9F8F74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9871418E-E860-7C04-E97A-2FFDAE959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4FCD0A06-5EA9-495F-0FDD-5B7B06F7A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99681AB4-301C-82FA-D722-97B380754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78B35208-81FD-78D8-E965-45D2E8EA17FC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457050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FA28DD14-353B-1C46-3C7F-9FC581EA6D9E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457050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B223235E-8F88-43D4-40DE-62F67C37B3FA}"/>
              </a:ext>
            </a:extLst>
          </p:cNvPr>
          <p:cNvCxnSpPr>
            <a:cxnSpLocks/>
          </p:cNvCxnSpPr>
          <p:nvPr/>
        </p:nvCxnSpPr>
        <p:spPr>
          <a:xfrm flipH="1">
            <a:off x="6522942" y="906639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57959A4F-1746-9A40-C8EA-7FC41802B089}"/>
              </a:ext>
            </a:extLst>
          </p:cNvPr>
          <p:cNvCxnSpPr>
            <a:cxnSpLocks/>
          </p:cNvCxnSpPr>
          <p:nvPr/>
        </p:nvCxnSpPr>
        <p:spPr>
          <a:xfrm>
            <a:off x="5666317" y="903139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92CB1CA1-6C98-7A89-66E2-0B8D1BF85839}"/>
              </a:ext>
            </a:extLst>
          </p:cNvPr>
          <p:cNvCxnSpPr>
            <a:cxnSpLocks/>
          </p:cNvCxnSpPr>
          <p:nvPr/>
        </p:nvCxnSpPr>
        <p:spPr>
          <a:xfrm>
            <a:off x="5525858" y="289892"/>
            <a:ext cx="0" cy="56524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329927D4-38E7-C770-22CA-46AF457C2B41}"/>
              </a:ext>
            </a:extLst>
          </p:cNvPr>
          <p:cNvCxnSpPr>
            <a:cxnSpLocks/>
          </p:cNvCxnSpPr>
          <p:nvPr/>
        </p:nvCxnSpPr>
        <p:spPr>
          <a:xfrm flipH="1">
            <a:off x="6255143" y="301603"/>
            <a:ext cx="589046" cy="2870475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66C3ACFC-41AD-FDB3-FDA5-68EF87CD953C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C6672862-5A8B-69D5-47F4-F9232CED9694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C9167868-F1F7-A09F-62B3-003B0D85D81E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461803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0E94C2FB-2952-B742-1134-6303EF67B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2E2EEB63-B09B-D96F-CCFA-97D4B306D754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894C229-BEB5-96A2-1CFA-A08501F7362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B667AB1-23B5-6171-4177-E3F9F495E2E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F228D41-5BAA-BCD9-4BEC-B930F2D49D6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B222BE6-20CC-9910-9867-7201B1EDEAB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29FC2D10-7109-EBE8-B74A-E750D629DCB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D88C897F-1BE7-C8D9-C218-E1C6206E102A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461803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D06737D0-9F58-162F-3B3D-90D6BF1A8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172C670B-4FA1-03D8-393A-3F17CA4E570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6DBF70B-AA90-8ADD-7C0A-9DDCAA1E3FD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1183C4B-A9CE-ACB1-EA7D-78D43B07019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995259C-6C46-2076-4E5A-77ACA820097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2DE4EB6-9D78-823D-8772-AD4817D0C2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9C906976-BD7E-A1FC-17BB-E56247BB807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BAB6440-876A-2083-EBA6-43E09211DFF9}"/>
              </a:ext>
            </a:extLst>
          </p:cNvPr>
          <p:cNvGrpSpPr/>
          <p:nvPr/>
        </p:nvGrpSpPr>
        <p:grpSpPr>
          <a:xfrm>
            <a:off x="4727237" y="2198592"/>
            <a:ext cx="933392" cy="271678"/>
            <a:chOff x="3560105" y="4920983"/>
            <a:chExt cx="918646" cy="267385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44D1A40-8331-E1EF-15E2-18AD87111FED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21423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DE3E2BF7-C3FF-B676-7FE5-6E75E1898AC0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78DAC5CD-4B26-9A20-A0ED-AB6BC754A9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F574E450-BB74-9573-2D05-01D15F015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EE81F3D5-D6A7-C4ED-1C82-2561CB353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B0345985-DF80-3D69-B8F5-DE9EA2884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FC447087-E2FC-5433-64E7-806D7EDDD231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461803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81E94381-3DE1-3D1D-7FAD-2169F0B90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9BD0F9F7-ABF9-5667-D893-6AA11581A9E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EED7440-805F-4FAB-1960-153571333A5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45B129F6-79F5-2259-E7C3-E7FC9F105D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3A334DE2-9356-D819-BC5D-8EE8E592DAB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F240507B-476A-B161-5158-8CD576FFA5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6365FAA4-B7BA-1665-B262-1252DB163D5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793E6298-A8A3-BF27-ED51-86D5D8AD3F11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461803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FE30F365-F90F-3F65-2700-449C4DCF8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0BA33488-6CE4-555D-EB50-9E4AA2C5AD3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D43ACAE-8426-A828-E017-9EFC99B3441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4ADDEA2B-C9A4-D044-7755-85E3C213C47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0C611BF-B01C-9092-DBC6-5E64EC2DB5A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C07ED652-CFBB-58A2-7696-4C1FE4FBB65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EC4CF73D-5892-6EAB-8183-194606D7166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2D31E10-7B83-3930-B6E5-6D1FC7586F7F}"/>
              </a:ext>
            </a:extLst>
          </p:cNvPr>
          <p:cNvGrpSpPr/>
          <p:nvPr/>
        </p:nvGrpSpPr>
        <p:grpSpPr>
          <a:xfrm>
            <a:off x="6601907" y="2198592"/>
            <a:ext cx="933393" cy="271678"/>
            <a:chOff x="3560104" y="4920983"/>
            <a:chExt cx="918647" cy="26738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7A704595-825A-B880-65CB-448A613E83AE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92972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4F77CCCE-6568-D709-9B38-8EF4ECFAA8EE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9375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E0A9394D-0005-F868-0C42-D523CD3EF2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AAC1A90C-AA24-9FD0-3212-761A29C1C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ABE539F-F02C-0A62-0738-73F7CE7C6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D4B892AE-36F2-2AA3-37EF-920678F03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25895981-0289-AD68-EE1B-84BA465EA970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945406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3DB27A33-EB4D-D75E-FEB6-959A296A1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9FC62802-AFCA-8E6D-7CDF-51A1F67D827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C9D27AC9-93AC-FB47-5659-632DF0F49DB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0D19F6EB-75AA-645A-2FF6-9DB42F3B8B8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5A11C25F-F8DA-4780-7500-0DD38493DED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78F7EE48-1728-F4ED-AF1D-833C3136FF2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2B014234-EE59-B310-0575-45EC1E9B9E5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5AC1F4BC-CE5E-12CC-5798-53F78C91BFC1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945406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DC4563B5-ADC2-A5DC-6B11-763F0DE8B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1773A852-BE3D-01BA-EC67-EBABA43B84E8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36A2045D-CCB0-5136-7092-3BC838B8CE2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3BCF3D99-EF6B-3595-FFC2-26DB6563954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AB1D383B-C21A-AF5C-5EA2-CD16FF4797D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6656FFF1-C5B1-9F06-074E-075A95A592F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02276795-C3F3-83D1-751C-02A618FBB147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AE73A22A-4DB2-87CC-7998-C95779F8CB12}"/>
              </a:ext>
            </a:extLst>
          </p:cNvPr>
          <p:cNvGrpSpPr/>
          <p:nvPr/>
        </p:nvGrpSpPr>
        <p:grpSpPr>
          <a:xfrm>
            <a:off x="4695572" y="1682190"/>
            <a:ext cx="933392" cy="263216"/>
            <a:chOff x="3560105" y="4920983"/>
            <a:chExt cx="918646" cy="259057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3B420909-B0B3-B6C7-D81F-E2DFBA527568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20590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CE3CE293-63DC-AEC1-2BB6-8C138FF97079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DEB21D8A-3434-CF07-789B-58CF206E8F9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0A35CA51-51EC-361B-5D35-DA56CB39D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A3E1F849-0EF7-BEEB-C13C-FBEE7B204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22814360-26F8-30A3-1807-4CE6B61EE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397DF0A1-724B-9AEF-7CBC-6C51011B0494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945406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0C650295-B6BC-FCA4-0A06-95D64EC4A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E28814DD-3212-FE0D-DDFA-CD635951E13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784211DE-BB86-DA44-1660-8974CA5C84E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31308BE5-6708-4283-3F38-A485CCCB40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F864A58B-F02E-C058-B730-44CBB5DBA38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A3F07190-06CF-B414-6D10-3893AD8444C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E5E94BB5-109B-41DF-9F29-126C22B2B5D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FCE616F8-838A-F4B1-ACDB-6C7FA4A6F754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945406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D47DE520-0E84-455C-C601-DC34D7C71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05892489-B543-0557-2CAC-CA8C71209EF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B7164B75-CC26-B144-6AC3-91CC031D056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2819CB17-B196-67EB-1BF0-B73F358480F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A1BDBAC0-65CD-6CF2-F798-42739CD010D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B062F870-3B9E-58EE-B6CC-FD0217110E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3B263F2F-2896-B6CF-71F3-D970E5B9FA6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DE4B5771-2726-B1D4-8003-F758B2160524}"/>
              </a:ext>
            </a:extLst>
          </p:cNvPr>
          <p:cNvGrpSpPr/>
          <p:nvPr/>
        </p:nvGrpSpPr>
        <p:grpSpPr>
          <a:xfrm>
            <a:off x="6570242" y="1682190"/>
            <a:ext cx="933393" cy="263216"/>
            <a:chOff x="3560104" y="4920983"/>
            <a:chExt cx="918647" cy="259057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0E3C5416-9C45-8490-A453-F58A36BB41E3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8464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4B069C41-1BBB-FFA6-3629-3B85DDF98BC4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7709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6DADD745-D5B5-DB35-85CC-34F194C7FB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8F1BEA46-C9D7-4598-AB79-3359F7BDC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4186B707-A2A4-191E-9552-315DCE96B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A2F4FE60-9261-3BFC-0020-C589297E4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7939BEAF-427A-2F2A-3D3C-EF53E5F6B0B7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399318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BFAC0B35-17B6-F0FF-6893-5A3B20C45F61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398433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13BA6116-3CAA-57EA-379F-1CC2A5FE5CD9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9020FB37-AC8B-27A3-AE23-A885AC640593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AEE669BA-78F7-86C4-CF68-5025C7485BDC}"/>
              </a:ext>
            </a:extLst>
          </p:cNvPr>
          <p:cNvSpPr txBox="1"/>
          <p:nvPr/>
        </p:nvSpPr>
        <p:spPr>
          <a:xfrm>
            <a:off x="4056656" y="2620690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861D1B3C-6EF0-8932-85F6-E30D9382952E}"/>
              </a:ext>
            </a:extLst>
          </p:cNvPr>
          <p:cNvSpPr txBox="1"/>
          <p:nvPr/>
        </p:nvSpPr>
        <p:spPr>
          <a:xfrm>
            <a:off x="3875305" y="2084266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8F211ED5-8059-7B05-A53A-2306BA0F9131}"/>
              </a:ext>
            </a:extLst>
          </p:cNvPr>
          <p:cNvCxnSpPr/>
          <p:nvPr/>
        </p:nvCxnSpPr>
        <p:spPr>
          <a:xfrm>
            <a:off x="7041577" y="1833405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2EA99A3B-DE28-E946-1343-E85F56332184}"/>
              </a:ext>
            </a:extLst>
          </p:cNvPr>
          <p:cNvCxnSpPr/>
          <p:nvPr/>
        </p:nvCxnSpPr>
        <p:spPr>
          <a:xfrm>
            <a:off x="7073242" y="2349807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769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A6B1-6CBB-138C-1990-9D1C49CBA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50F1-2973-6646-7ABF-1BD61CBAD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605"/>
          </a:xfrm>
        </p:spPr>
        <p:txBody>
          <a:bodyPr>
            <a:normAutofit fontScale="90000"/>
          </a:bodyPr>
          <a:lstStyle/>
          <a:p>
            <a:r>
              <a:rPr lang="en-GB" dirty="0"/>
              <a:t>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82099A-218D-8F55-EE13-6973FDC1B96D}"/>
              </a:ext>
            </a:extLst>
          </p:cNvPr>
          <p:cNvSpPr/>
          <p:nvPr/>
        </p:nvSpPr>
        <p:spPr>
          <a:xfrm>
            <a:off x="5588272" y="3456935"/>
            <a:ext cx="1119125" cy="2793520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0C8C20-A3D4-E11E-7C2C-57F7D6C3DC22}"/>
              </a:ext>
            </a:extLst>
          </p:cNvPr>
          <p:cNvSpPr/>
          <p:nvPr/>
        </p:nvSpPr>
        <p:spPr>
          <a:xfrm>
            <a:off x="3738425" y="3435973"/>
            <a:ext cx="1049521" cy="28144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7" name="Group 254">
            <a:extLst>
              <a:ext uri="{FF2B5EF4-FFF2-40B4-BE49-F238E27FC236}">
                <a16:creationId xmlns:a16="http://schemas.microsoft.com/office/drawing/2014/main" id="{E3C2DAE4-C01D-AB87-68C9-0B8806693367}"/>
              </a:ext>
            </a:extLst>
          </p:cNvPr>
          <p:cNvGrpSpPr>
            <a:grpSpLocks noChangeAspect="1"/>
          </p:cNvGrpSpPr>
          <p:nvPr/>
        </p:nvGrpSpPr>
        <p:grpSpPr>
          <a:xfrm>
            <a:off x="3854838" y="6038976"/>
            <a:ext cx="280226" cy="161260"/>
            <a:chOff x="8421867" y="1904979"/>
            <a:chExt cx="347879" cy="255573"/>
          </a:xfrm>
        </p:grpSpPr>
        <p:sp>
          <p:nvSpPr>
            <p:cNvPr id="38" name="Rectangle 60">
              <a:extLst>
                <a:ext uri="{FF2B5EF4-FFF2-40B4-BE49-F238E27FC236}">
                  <a16:creationId xmlns:a16="http://schemas.microsoft.com/office/drawing/2014/main" id="{12DB09A1-4A1B-F2D5-C2DB-CAE7142F1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" name="Group 719">
              <a:extLst>
                <a:ext uri="{FF2B5EF4-FFF2-40B4-BE49-F238E27FC236}">
                  <a16:creationId xmlns:a16="http://schemas.microsoft.com/office/drawing/2014/main" id="{ADFEF5DB-1623-F4CA-5D1F-483E6678089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1F0E591-490A-103C-2863-5DCDF12E3B3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B64BA37-55F5-5556-6EA6-A6DCDA93AE0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82DB851-D988-4987-84E3-EAB62DE6976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F252535-B874-60E6-33B1-AE97C09C6F4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0" name="Trapezoid 113">
              <a:extLst>
                <a:ext uri="{FF2B5EF4-FFF2-40B4-BE49-F238E27FC236}">
                  <a16:creationId xmlns:a16="http://schemas.microsoft.com/office/drawing/2014/main" id="{0E927B2F-DFC8-4B68-9BD5-7DB69B64C08D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36F0D43-7135-F997-8DCD-94872D1AD2C0}"/>
              </a:ext>
            </a:extLst>
          </p:cNvPr>
          <p:cNvGrpSpPr/>
          <p:nvPr/>
        </p:nvGrpSpPr>
        <p:grpSpPr>
          <a:xfrm>
            <a:off x="3855598" y="5675756"/>
            <a:ext cx="276281" cy="173735"/>
            <a:chOff x="3417117" y="2447654"/>
            <a:chExt cx="362556" cy="22798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977AE7C-A7B0-1D40-27B8-7610BAD9A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A0946D5-B64C-39C9-6BB3-6A41789F8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Trapezoid 110">
              <a:extLst>
                <a:ext uri="{FF2B5EF4-FFF2-40B4-BE49-F238E27FC236}">
                  <a16:creationId xmlns:a16="http://schemas.microsoft.com/office/drawing/2014/main" id="{F1249664-B532-54BD-1301-068AEF289AE6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6EFA9C-B93A-0F48-C4E5-1F4CAB895F95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>
            <a:off x="3993739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50" name="Group 254">
            <a:extLst>
              <a:ext uri="{FF2B5EF4-FFF2-40B4-BE49-F238E27FC236}">
                <a16:creationId xmlns:a16="http://schemas.microsoft.com/office/drawing/2014/main" id="{E0EBD34F-A3EE-385E-1C30-389185D8028B}"/>
              </a:ext>
            </a:extLst>
          </p:cNvPr>
          <p:cNvGrpSpPr>
            <a:grpSpLocks noChangeAspect="1"/>
          </p:cNvGrpSpPr>
          <p:nvPr/>
        </p:nvGrpSpPr>
        <p:grpSpPr>
          <a:xfrm>
            <a:off x="4426280" y="6038976"/>
            <a:ext cx="280226" cy="161260"/>
            <a:chOff x="8421867" y="1904979"/>
            <a:chExt cx="347879" cy="255573"/>
          </a:xfrm>
        </p:grpSpPr>
        <p:sp>
          <p:nvSpPr>
            <p:cNvPr id="236" name="Rectangle 60">
              <a:extLst>
                <a:ext uri="{FF2B5EF4-FFF2-40B4-BE49-F238E27FC236}">
                  <a16:creationId xmlns:a16="http://schemas.microsoft.com/office/drawing/2014/main" id="{B14A1CC2-306A-AD42-6493-EC05DBC6D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7" name="Group 719">
              <a:extLst>
                <a:ext uri="{FF2B5EF4-FFF2-40B4-BE49-F238E27FC236}">
                  <a16:creationId xmlns:a16="http://schemas.microsoft.com/office/drawing/2014/main" id="{5F0F0F8F-73B9-ED9A-5F13-58C49A81139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15D64D3E-EAAC-D4AC-F0BD-CD6D0E98C2D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98A48EC-7A3D-0809-5D2B-D81BD6860FD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A395697-E3BB-9ECD-9747-8961C880E15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CF06F09-AD40-7012-514B-18374D47EF0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38" name="Trapezoid 149">
              <a:extLst>
                <a:ext uri="{FF2B5EF4-FFF2-40B4-BE49-F238E27FC236}">
                  <a16:creationId xmlns:a16="http://schemas.microsoft.com/office/drawing/2014/main" id="{2955CDE7-3F55-49C4-A54B-DD8AED2064D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70E3CC3B-A499-5263-2624-634B9E4AEC3A}"/>
              </a:ext>
            </a:extLst>
          </p:cNvPr>
          <p:cNvCxnSpPr>
            <a:cxnSpLocks/>
            <a:stCxn id="739" idx="2"/>
            <a:endCxn id="236" idx="0"/>
          </p:cNvCxnSpPr>
          <p:nvPr/>
        </p:nvCxnSpPr>
        <p:spPr>
          <a:xfrm>
            <a:off x="4565182" y="5849490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AFA3E0F7-B087-3716-420F-618AC555313E}"/>
              </a:ext>
            </a:extLst>
          </p:cNvPr>
          <p:cNvGrpSpPr/>
          <p:nvPr/>
        </p:nvGrpSpPr>
        <p:grpSpPr>
          <a:xfrm>
            <a:off x="4421460" y="4946379"/>
            <a:ext cx="276281" cy="173735"/>
            <a:chOff x="3417117" y="2447654"/>
            <a:chExt cx="362556" cy="227987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11B4E0EE-623E-626B-1A31-3C1918534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D40B6D17-59DD-DEC3-F7C9-883D48F25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Trapezoid 170">
              <a:extLst>
                <a:ext uri="{FF2B5EF4-FFF2-40B4-BE49-F238E27FC236}">
                  <a16:creationId xmlns:a16="http://schemas.microsoft.com/office/drawing/2014/main" id="{94A9E1A8-C705-FC49-745A-D75FE18A78D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7731B951-8AFF-353C-B4D1-978E1AC3DF0B}"/>
              </a:ext>
            </a:extLst>
          </p:cNvPr>
          <p:cNvCxnSpPr>
            <a:cxnSpLocks/>
            <a:stCxn id="252" idx="2"/>
            <a:endCxn id="739" idx="2"/>
          </p:cNvCxnSpPr>
          <p:nvPr/>
        </p:nvCxnSpPr>
        <p:spPr>
          <a:xfrm>
            <a:off x="4559600" y="5120113"/>
            <a:ext cx="5581" cy="72937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272" name="Group 254">
            <a:extLst>
              <a:ext uri="{FF2B5EF4-FFF2-40B4-BE49-F238E27FC236}">
                <a16:creationId xmlns:a16="http://schemas.microsoft.com/office/drawing/2014/main" id="{E0E9CC40-B0FD-454D-9DB6-4B2FCEDA6881}"/>
              </a:ext>
            </a:extLst>
          </p:cNvPr>
          <p:cNvGrpSpPr>
            <a:grpSpLocks noChangeAspect="1"/>
          </p:cNvGrpSpPr>
          <p:nvPr/>
        </p:nvGrpSpPr>
        <p:grpSpPr>
          <a:xfrm>
            <a:off x="5735672" y="6035378"/>
            <a:ext cx="280226" cy="161260"/>
            <a:chOff x="8421867" y="1904979"/>
            <a:chExt cx="347879" cy="255573"/>
          </a:xfrm>
        </p:grpSpPr>
        <p:sp>
          <p:nvSpPr>
            <p:cNvPr id="288" name="Rectangle 60">
              <a:extLst>
                <a:ext uri="{FF2B5EF4-FFF2-40B4-BE49-F238E27FC236}">
                  <a16:creationId xmlns:a16="http://schemas.microsoft.com/office/drawing/2014/main" id="{4056C31A-64A7-5D09-6F88-49F0EE61A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89" name="Group 719">
              <a:extLst>
                <a:ext uri="{FF2B5EF4-FFF2-40B4-BE49-F238E27FC236}">
                  <a16:creationId xmlns:a16="http://schemas.microsoft.com/office/drawing/2014/main" id="{0239B3F7-3FA0-AF8A-6DF5-308B235935B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F7C02025-FA29-BABA-2A81-A86A49A72F5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53B76B4C-276A-346C-4354-A641A8D1A1D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90CB2B4D-9712-41BB-D7EB-C92E35445F5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4DADB89A-9530-2F3D-0717-E546B63A458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90" name="Trapezoid 221">
              <a:extLst>
                <a:ext uri="{FF2B5EF4-FFF2-40B4-BE49-F238E27FC236}">
                  <a16:creationId xmlns:a16="http://schemas.microsoft.com/office/drawing/2014/main" id="{500BC614-3F63-8080-9BAD-9B803F468E1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B74E833-04A5-1F91-2047-A81EA32EB0C3}"/>
              </a:ext>
            </a:extLst>
          </p:cNvPr>
          <p:cNvGrpSpPr/>
          <p:nvPr/>
        </p:nvGrpSpPr>
        <p:grpSpPr>
          <a:xfrm>
            <a:off x="5736433" y="5672157"/>
            <a:ext cx="276281" cy="173735"/>
            <a:chOff x="3417117" y="2447654"/>
            <a:chExt cx="362556" cy="22798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0DB59A8-8D45-0DD2-619E-B827BF382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792C8E38-58CE-1A96-58FC-CD9A5BFB7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rapezoid 229">
              <a:extLst>
                <a:ext uri="{FF2B5EF4-FFF2-40B4-BE49-F238E27FC236}">
                  <a16:creationId xmlns:a16="http://schemas.microsoft.com/office/drawing/2014/main" id="{34595756-2EB0-E6A9-20CA-9DD76BEECD5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F613B13A-6D54-1057-08A8-25C3291C7161}"/>
              </a:ext>
            </a:extLst>
          </p:cNvPr>
          <p:cNvCxnSpPr>
            <a:cxnSpLocks/>
            <a:stCxn id="296" idx="2"/>
            <a:endCxn id="288" idx="0"/>
          </p:cNvCxnSpPr>
          <p:nvPr/>
        </p:nvCxnSpPr>
        <p:spPr>
          <a:xfrm>
            <a:off x="5874574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07" name="Group 254">
            <a:extLst>
              <a:ext uri="{FF2B5EF4-FFF2-40B4-BE49-F238E27FC236}">
                <a16:creationId xmlns:a16="http://schemas.microsoft.com/office/drawing/2014/main" id="{2D6937C0-D0AE-0A41-1337-B223EC8CEED3}"/>
              </a:ext>
            </a:extLst>
          </p:cNvPr>
          <p:cNvGrpSpPr>
            <a:grpSpLocks noChangeAspect="1"/>
          </p:cNvGrpSpPr>
          <p:nvPr/>
        </p:nvGrpSpPr>
        <p:grpSpPr>
          <a:xfrm>
            <a:off x="5730091" y="5306001"/>
            <a:ext cx="280226" cy="161260"/>
            <a:chOff x="8421867" y="1904979"/>
            <a:chExt cx="347879" cy="255573"/>
          </a:xfrm>
        </p:grpSpPr>
        <p:sp>
          <p:nvSpPr>
            <p:cNvPr id="309" name="Rectangle 60">
              <a:extLst>
                <a:ext uri="{FF2B5EF4-FFF2-40B4-BE49-F238E27FC236}">
                  <a16:creationId xmlns:a16="http://schemas.microsoft.com/office/drawing/2014/main" id="{ADD04ADB-A2A4-DE06-31A2-715832B98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10" name="Group 719">
              <a:extLst>
                <a:ext uri="{FF2B5EF4-FFF2-40B4-BE49-F238E27FC236}">
                  <a16:creationId xmlns:a16="http://schemas.microsoft.com/office/drawing/2014/main" id="{46316EA2-1DDD-C40E-9929-F0110171C7A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7FF28BDA-2FB4-ACBC-2595-2B09F66C484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3D02F272-EDD9-7677-5ECA-592CFE1EB4C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F766F607-D662-8765-7158-2EC4DF93831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494F874C-3D60-3A02-2349-F038188DE3C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11" name="Trapezoid 243">
              <a:extLst>
                <a:ext uri="{FF2B5EF4-FFF2-40B4-BE49-F238E27FC236}">
                  <a16:creationId xmlns:a16="http://schemas.microsoft.com/office/drawing/2014/main" id="{EEC6E5B4-790A-79AF-14C5-C547ED08821A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98C1B2AC-51FB-5EE9-64F3-DC31CF6603EC}"/>
              </a:ext>
            </a:extLst>
          </p:cNvPr>
          <p:cNvGrpSpPr/>
          <p:nvPr/>
        </p:nvGrpSpPr>
        <p:grpSpPr>
          <a:xfrm>
            <a:off x="5730852" y="4942781"/>
            <a:ext cx="276281" cy="173735"/>
            <a:chOff x="3417117" y="2447654"/>
            <a:chExt cx="362556" cy="227987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061532AF-2815-FF7D-C277-CA103516A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60E60DCE-D06C-FB55-8BA3-E98B70330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Trapezoid 257">
              <a:extLst>
                <a:ext uri="{FF2B5EF4-FFF2-40B4-BE49-F238E27FC236}">
                  <a16:creationId xmlns:a16="http://schemas.microsoft.com/office/drawing/2014/main" id="{B4EE59D1-375D-F9B5-035F-E4A955C0DDE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8D60680A-BCF2-3AD0-8E6A-B71DE5364E1C}"/>
              </a:ext>
            </a:extLst>
          </p:cNvPr>
          <p:cNvCxnSpPr>
            <a:cxnSpLocks/>
            <a:stCxn id="317" idx="2"/>
            <a:endCxn id="309" idx="0"/>
          </p:cNvCxnSpPr>
          <p:nvPr/>
        </p:nvCxnSpPr>
        <p:spPr>
          <a:xfrm>
            <a:off x="5868993" y="5116515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26" name="Group 254">
            <a:extLst>
              <a:ext uri="{FF2B5EF4-FFF2-40B4-BE49-F238E27FC236}">
                <a16:creationId xmlns:a16="http://schemas.microsoft.com/office/drawing/2014/main" id="{B3402BE8-F904-AC4C-3E8E-F683F5CA3936}"/>
              </a:ext>
            </a:extLst>
          </p:cNvPr>
          <p:cNvGrpSpPr>
            <a:grpSpLocks noChangeAspect="1"/>
          </p:cNvGrpSpPr>
          <p:nvPr/>
        </p:nvGrpSpPr>
        <p:grpSpPr>
          <a:xfrm>
            <a:off x="6300393" y="6035378"/>
            <a:ext cx="280226" cy="161260"/>
            <a:chOff x="8421867" y="1904979"/>
            <a:chExt cx="347879" cy="255573"/>
          </a:xfrm>
        </p:grpSpPr>
        <p:sp>
          <p:nvSpPr>
            <p:cNvPr id="327" name="Rectangle 60">
              <a:extLst>
                <a:ext uri="{FF2B5EF4-FFF2-40B4-BE49-F238E27FC236}">
                  <a16:creationId xmlns:a16="http://schemas.microsoft.com/office/drawing/2014/main" id="{8464D6A5-D483-6026-A85B-347B44AA9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28" name="Group 719">
              <a:extLst>
                <a:ext uri="{FF2B5EF4-FFF2-40B4-BE49-F238E27FC236}">
                  <a16:creationId xmlns:a16="http://schemas.microsoft.com/office/drawing/2014/main" id="{3503A9DE-D16A-A969-71EF-9F93CCB9F53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F20EA314-F4AA-8029-A400-F1B81B01FFA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18C950C3-4D27-6608-1BEC-586B02AC9DD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4EC00711-F0DC-B20D-4EAA-D022D5E48617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EAF203F1-B23E-67FC-A4CD-8728B140569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29" name="Trapezoid 275">
              <a:extLst>
                <a:ext uri="{FF2B5EF4-FFF2-40B4-BE49-F238E27FC236}">
                  <a16:creationId xmlns:a16="http://schemas.microsoft.com/office/drawing/2014/main" id="{849A4B7B-C3B7-8248-F10B-604483C7F7D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CBDC1C0B-78D9-15B6-5A84-06966B443540}"/>
              </a:ext>
            </a:extLst>
          </p:cNvPr>
          <p:cNvGrpSpPr/>
          <p:nvPr/>
        </p:nvGrpSpPr>
        <p:grpSpPr>
          <a:xfrm>
            <a:off x="6301154" y="5672157"/>
            <a:ext cx="276281" cy="173735"/>
            <a:chOff x="3417117" y="2447654"/>
            <a:chExt cx="362556" cy="227987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66D337C-6187-0DDC-876B-2AC9FB593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6BA96182-B9EC-C09E-93D2-0FBF22FD6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Trapezoid 283">
              <a:extLst>
                <a:ext uri="{FF2B5EF4-FFF2-40B4-BE49-F238E27FC236}">
                  <a16:creationId xmlns:a16="http://schemas.microsoft.com/office/drawing/2014/main" id="{F783EDDC-8933-2581-FD83-497A43461283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377BC5DB-8C24-5C4B-76C7-BBB76BAD9E96}"/>
              </a:ext>
            </a:extLst>
          </p:cNvPr>
          <p:cNvCxnSpPr>
            <a:cxnSpLocks/>
            <a:stCxn id="335" idx="2"/>
            <a:endCxn id="327" idx="0"/>
          </p:cNvCxnSpPr>
          <p:nvPr/>
        </p:nvCxnSpPr>
        <p:spPr>
          <a:xfrm>
            <a:off x="6439295" y="584589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39" name="Rectangle 25">
            <a:extLst>
              <a:ext uri="{FF2B5EF4-FFF2-40B4-BE49-F238E27FC236}">
                <a16:creationId xmlns:a16="http://schemas.microsoft.com/office/drawing/2014/main" id="{69BD4EFF-4FED-720D-1F1C-9E8652912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568" y="4810269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40" name="Rectangle 29">
            <a:extLst>
              <a:ext uri="{FF2B5EF4-FFF2-40B4-BE49-F238E27FC236}">
                <a16:creationId xmlns:a16="http://schemas.microsoft.com/office/drawing/2014/main" id="{DCFE4152-E1AD-BEF1-E7B2-E514101E5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663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341" name="Rectangle 29">
            <a:extLst>
              <a:ext uri="{FF2B5EF4-FFF2-40B4-BE49-F238E27FC236}">
                <a16:creationId xmlns:a16="http://schemas.microsoft.com/office/drawing/2014/main" id="{B84A0D6D-7D8D-3191-0D5B-E7E35356C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559" y="482137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91F1DA6B-5304-9BAD-0683-CFFE90B3D49A}"/>
              </a:ext>
            </a:extLst>
          </p:cNvPr>
          <p:cNvCxnSpPr>
            <a:cxnSpLocks/>
            <a:stCxn id="340" idx="2"/>
            <a:endCxn id="252" idx="0"/>
          </p:cNvCxnSpPr>
          <p:nvPr/>
        </p:nvCxnSpPr>
        <p:spPr>
          <a:xfrm flipH="1">
            <a:off x="4559599" y="4851095"/>
            <a:ext cx="377039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A22656B8-4B64-A447-E469-045A707ED50E}"/>
              </a:ext>
            </a:extLst>
          </p:cNvPr>
          <p:cNvCxnSpPr>
            <a:cxnSpLocks/>
            <a:stCxn id="341" idx="6"/>
            <a:endCxn id="317" idx="0"/>
          </p:cNvCxnSpPr>
          <p:nvPr/>
        </p:nvCxnSpPr>
        <p:spPr>
          <a:xfrm>
            <a:off x="5463641" y="4851094"/>
            <a:ext cx="405352" cy="91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344" name="Rectangle 135">
            <a:extLst>
              <a:ext uri="{FF2B5EF4-FFF2-40B4-BE49-F238E27FC236}">
                <a16:creationId xmlns:a16="http://schemas.microsoft.com/office/drawing/2014/main" id="{652A3102-B830-85BB-C42E-5ADD9AFE9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091" y="4903940"/>
            <a:ext cx="64755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F58B02BC-821C-901F-A7A1-6EEB2DAEEF07}"/>
              </a:ext>
            </a:extLst>
          </p:cNvPr>
          <p:cNvSpPr/>
          <p:nvPr/>
        </p:nvSpPr>
        <p:spPr>
          <a:xfrm>
            <a:off x="7483073" y="3441031"/>
            <a:ext cx="1052401" cy="2809424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346" name="Group 254">
            <a:extLst>
              <a:ext uri="{FF2B5EF4-FFF2-40B4-BE49-F238E27FC236}">
                <a16:creationId xmlns:a16="http://schemas.microsoft.com/office/drawing/2014/main" id="{F2BC1C07-3226-0029-AAFD-6B2713943A71}"/>
              </a:ext>
            </a:extLst>
          </p:cNvPr>
          <p:cNvGrpSpPr>
            <a:grpSpLocks noChangeAspect="1"/>
          </p:cNvGrpSpPr>
          <p:nvPr/>
        </p:nvGrpSpPr>
        <p:grpSpPr>
          <a:xfrm>
            <a:off x="7588243" y="6036396"/>
            <a:ext cx="280226" cy="161260"/>
            <a:chOff x="8421867" y="1904979"/>
            <a:chExt cx="347879" cy="255573"/>
          </a:xfrm>
        </p:grpSpPr>
        <p:sp>
          <p:nvSpPr>
            <p:cNvPr id="347" name="Rectangle 60">
              <a:extLst>
                <a:ext uri="{FF2B5EF4-FFF2-40B4-BE49-F238E27FC236}">
                  <a16:creationId xmlns:a16="http://schemas.microsoft.com/office/drawing/2014/main" id="{BF08ABE8-9F5C-278E-3AA8-32E4CCB18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48" name="Group 719">
              <a:extLst>
                <a:ext uri="{FF2B5EF4-FFF2-40B4-BE49-F238E27FC236}">
                  <a16:creationId xmlns:a16="http://schemas.microsoft.com/office/drawing/2014/main" id="{916D2BA8-19C2-B887-6B5A-EDC806AB2B3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5505EDD1-FD88-A099-F71E-763D94DFC9D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B70A4F9-8FA7-882C-B5E6-88E818308FE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18F17E2C-B00B-C658-E1B3-755783694B3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44EFFC6A-ED9F-2BD7-8349-00A8C233855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49" name="Trapezoid 442">
              <a:extLst>
                <a:ext uri="{FF2B5EF4-FFF2-40B4-BE49-F238E27FC236}">
                  <a16:creationId xmlns:a16="http://schemas.microsoft.com/office/drawing/2014/main" id="{43E9B891-B69D-C5E7-1F98-04F407E2BD1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709C731-D47C-34B6-0342-D7547311B857}"/>
              </a:ext>
            </a:extLst>
          </p:cNvPr>
          <p:cNvGrpSpPr/>
          <p:nvPr/>
        </p:nvGrpSpPr>
        <p:grpSpPr>
          <a:xfrm>
            <a:off x="7583423" y="4943798"/>
            <a:ext cx="276281" cy="173735"/>
            <a:chOff x="3417117" y="2447654"/>
            <a:chExt cx="362556" cy="227987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E0AB695C-CF2C-3940-26B0-A87B0B8AB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C84CD547-3BAA-7F84-49E4-20F06A640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7" name="Trapezoid 463">
              <a:extLst>
                <a:ext uri="{FF2B5EF4-FFF2-40B4-BE49-F238E27FC236}">
                  <a16:creationId xmlns:a16="http://schemas.microsoft.com/office/drawing/2014/main" id="{E4999055-73A9-A22D-5DA4-3138AF6920E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8" name="Group 254">
            <a:extLst>
              <a:ext uri="{FF2B5EF4-FFF2-40B4-BE49-F238E27FC236}">
                <a16:creationId xmlns:a16="http://schemas.microsoft.com/office/drawing/2014/main" id="{C1CE5836-E326-14AF-3C42-EAF6DB7FDAA5}"/>
              </a:ext>
            </a:extLst>
          </p:cNvPr>
          <p:cNvGrpSpPr>
            <a:grpSpLocks noChangeAspect="1"/>
          </p:cNvGrpSpPr>
          <p:nvPr/>
        </p:nvGrpSpPr>
        <p:grpSpPr>
          <a:xfrm>
            <a:off x="8144895" y="6036396"/>
            <a:ext cx="280226" cy="161260"/>
            <a:chOff x="8421867" y="1904979"/>
            <a:chExt cx="347879" cy="255573"/>
          </a:xfrm>
        </p:grpSpPr>
        <p:sp>
          <p:nvSpPr>
            <p:cNvPr id="359" name="Rectangle 60">
              <a:extLst>
                <a:ext uri="{FF2B5EF4-FFF2-40B4-BE49-F238E27FC236}">
                  <a16:creationId xmlns:a16="http://schemas.microsoft.com/office/drawing/2014/main" id="{AF00ABB6-61C1-A12F-8ABE-E36751187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60" name="Group 719">
              <a:extLst>
                <a:ext uri="{FF2B5EF4-FFF2-40B4-BE49-F238E27FC236}">
                  <a16:creationId xmlns:a16="http://schemas.microsoft.com/office/drawing/2014/main" id="{5B8FE549-B094-CB6B-634A-1435408EADB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68BC6C89-397B-0087-7713-B6AF6D1E518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336E530F-F2A3-95C9-297B-49AB9A5E430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2B4079F4-7DD6-CB0E-36B7-42EDDAF23A7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909B0E9F-2859-AA88-30A0-6DE0114EDCD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61" name="Trapezoid 481">
              <a:extLst>
                <a:ext uri="{FF2B5EF4-FFF2-40B4-BE49-F238E27FC236}">
                  <a16:creationId xmlns:a16="http://schemas.microsoft.com/office/drawing/2014/main" id="{7A883192-5531-2DBF-D483-37C687395F6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29DFAAA7-D55B-9478-6D8B-812761E12272}"/>
              </a:ext>
            </a:extLst>
          </p:cNvPr>
          <p:cNvGrpSpPr/>
          <p:nvPr/>
        </p:nvGrpSpPr>
        <p:grpSpPr>
          <a:xfrm>
            <a:off x="8145656" y="5673174"/>
            <a:ext cx="276281" cy="173735"/>
            <a:chOff x="3417117" y="2447654"/>
            <a:chExt cx="362556" cy="22798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7932BD74-5D0B-EBAA-D815-F0F2C4A31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FD637769-449C-CBE4-5B6B-CC193F2D8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Trapezoid 489">
              <a:extLst>
                <a:ext uri="{FF2B5EF4-FFF2-40B4-BE49-F238E27FC236}">
                  <a16:creationId xmlns:a16="http://schemas.microsoft.com/office/drawing/2014/main" id="{DE6D8807-D539-E661-92F4-9799CFFC58A4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236C078E-41A8-F00A-D0E6-430CCBCCC907}"/>
              </a:ext>
            </a:extLst>
          </p:cNvPr>
          <p:cNvCxnSpPr>
            <a:cxnSpLocks/>
            <a:stCxn id="373" idx="2"/>
            <a:endCxn id="359" idx="0"/>
          </p:cNvCxnSpPr>
          <p:nvPr/>
        </p:nvCxnSpPr>
        <p:spPr>
          <a:xfrm>
            <a:off x="8283797" y="584690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389" name="Group 254">
            <a:extLst>
              <a:ext uri="{FF2B5EF4-FFF2-40B4-BE49-F238E27FC236}">
                <a16:creationId xmlns:a16="http://schemas.microsoft.com/office/drawing/2014/main" id="{E144C1DC-C473-1450-CFD6-3ABAB12FD267}"/>
              </a:ext>
            </a:extLst>
          </p:cNvPr>
          <p:cNvGrpSpPr>
            <a:grpSpLocks noChangeAspect="1"/>
          </p:cNvGrpSpPr>
          <p:nvPr/>
        </p:nvGrpSpPr>
        <p:grpSpPr>
          <a:xfrm>
            <a:off x="6296096" y="5319973"/>
            <a:ext cx="280226" cy="161260"/>
            <a:chOff x="8421867" y="1904979"/>
            <a:chExt cx="347879" cy="255573"/>
          </a:xfrm>
        </p:grpSpPr>
        <p:sp>
          <p:nvSpPr>
            <p:cNvPr id="390" name="Rectangle 60">
              <a:extLst>
                <a:ext uri="{FF2B5EF4-FFF2-40B4-BE49-F238E27FC236}">
                  <a16:creationId xmlns:a16="http://schemas.microsoft.com/office/drawing/2014/main" id="{393C7DB6-1C9E-D42F-FD67-344640420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415" name="Group 719">
              <a:extLst>
                <a:ext uri="{FF2B5EF4-FFF2-40B4-BE49-F238E27FC236}">
                  <a16:creationId xmlns:a16="http://schemas.microsoft.com/office/drawing/2014/main" id="{0D539738-5B61-7B8C-1C3E-E22FB94F9097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CA2215B7-6D8A-C872-7D69-5252779458E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9C391E73-CAA0-BCC6-95DC-A15F9EEF23B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31386FEB-3D58-6108-30E2-574F6B8ACB9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EBCBB3AB-7BC3-A50C-BEFB-07493D4D3B0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6" name="Trapezoid 513">
              <a:extLst>
                <a:ext uri="{FF2B5EF4-FFF2-40B4-BE49-F238E27FC236}">
                  <a16:creationId xmlns:a16="http://schemas.microsoft.com/office/drawing/2014/main" id="{CF098258-A338-8F4E-966E-1AA930417934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76A43ED5-2DF4-8682-A701-894401CF60BC}"/>
              </a:ext>
            </a:extLst>
          </p:cNvPr>
          <p:cNvGrpSpPr/>
          <p:nvPr/>
        </p:nvGrpSpPr>
        <p:grpSpPr>
          <a:xfrm>
            <a:off x="6296856" y="4956753"/>
            <a:ext cx="276281" cy="173735"/>
            <a:chOff x="3417117" y="2447654"/>
            <a:chExt cx="362556" cy="227987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2F18E3A9-5206-FCE8-32CD-D9C63B901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68BEF23A-E1EA-525C-9883-6B6396235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Trapezoid 521">
              <a:extLst>
                <a:ext uri="{FF2B5EF4-FFF2-40B4-BE49-F238E27FC236}">
                  <a16:creationId xmlns:a16="http://schemas.microsoft.com/office/drawing/2014/main" id="{32894296-ADA0-E941-6C23-C393EF027CFC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4F4B0D7-FAE6-D648-B948-017DCD73D7F3}"/>
              </a:ext>
            </a:extLst>
          </p:cNvPr>
          <p:cNvCxnSpPr>
            <a:cxnSpLocks/>
            <a:stCxn id="475" idx="2"/>
            <a:endCxn id="390" idx="0"/>
          </p:cNvCxnSpPr>
          <p:nvPr/>
        </p:nvCxnSpPr>
        <p:spPr>
          <a:xfrm>
            <a:off x="6434998" y="5130486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00" name="Rectangle 25">
            <a:extLst>
              <a:ext uri="{FF2B5EF4-FFF2-40B4-BE49-F238E27FC236}">
                <a16:creationId xmlns:a16="http://schemas.microsoft.com/office/drawing/2014/main" id="{203C8037-AE81-6BA4-1359-E58D21617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693" y="4820642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45" name="Rectangle 29">
            <a:extLst>
              <a:ext uri="{FF2B5EF4-FFF2-40B4-BE49-F238E27FC236}">
                <a16:creationId xmlns:a16="http://schemas.microsoft.com/office/drawing/2014/main" id="{64EE1E45-8083-DA40-118E-3B8E2FEA6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764" y="483175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46" name="Rectangle 29">
            <a:extLst>
              <a:ext uri="{FF2B5EF4-FFF2-40B4-BE49-F238E27FC236}">
                <a16:creationId xmlns:a16="http://schemas.microsoft.com/office/drawing/2014/main" id="{BF915A32-418D-A0C2-A8C1-4F7A8FA67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199" y="483135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47" name="Straight Arrow Connector 546">
            <a:extLst>
              <a:ext uri="{FF2B5EF4-FFF2-40B4-BE49-F238E27FC236}">
                <a16:creationId xmlns:a16="http://schemas.microsoft.com/office/drawing/2014/main" id="{8E43578F-71D4-02F8-E17D-F82105171CF8}"/>
              </a:ext>
            </a:extLst>
          </p:cNvPr>
          <p:cNvCxnSpPr>
            <a:cxnSpLocks/>
            <a:stCxn id="545" idx="2"/>
            <a:endCxn id="475" idx="0"/>
          </p:cNvCxnSpPr>
          <p:nvPr/>
        </p:nvCxnSpPr>
        <p:spPr>
          <a:xfrm flipH="1">
            <a:off x="6434997" y="4861468"/>
            <a:ext cx="376767" cy="95285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A2A156A6-A1ED-067D-BE05-092E934CD3CF}"/>
              </a:ext>
            </a:extLst>
          </p:cNvPr>
          <p:cNvCxnSpPr>
            <a:cxnSpLocks/>
            <a:stCxn id="546" idx="6"/>
            <a:endCxn id="355" idx="0"/>
          </p:cNvCxnSpPr>
          <p:nvPr/>
        </p:nvCxnSpPr>
        <p:spPr>
          <a:xfrm>
            <a:off x="7353280" y="4861066"/>
            <a:ext cx="368284" cy="827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584" name="Rectangle 135">
            <a:extLst>
              <a:ext uri="{FF2B5EF4-FFF2-40B4-BE49-F238E27FC236}">
                <a16:creationId xmlns:a16="http://schemas.microsoft.com/office/drawing/2014/main" id="{DEB4D888-D1F6-68A3-E77C-61FEE0637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446" y="4907581"/>
            <a:ext cx="620310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OMS </a:t>
            </a:r>
          </a:p>
          <a:p>
            <a:pPr algn="ctr" defTabSz="696721">
              <a:defRPr/>
            </a:pPr>
            <a:r>
              <a:rPr lang="en-US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</p:txBody>
      </p:sp>
      <p:sp>
        <p:nvSpPr>
          <p:cNvPr id="585" name="Rectangle 25">
            <a:extLst>
              <a:ext uri="{FF2B5EF4-FFF2-40B4-BE49-F238E27FC236}">
                <a16:creationId xmlns:a16="http://schemas.microsoft.com/office/drawing/2014/main" id="{EC9ECA7D-40E2-A4DA-3465-5DD493F8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982" y="5540558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586" name="Rectangle 29">
            <a:extLst>
              <a:ext uri="{FF2B5EF4-FFF2-40B4-BE49-F238E27FC236}">
                <a16:creationId xmlns:a16="http://schemas.microsoft.com/office/drawing/2014/main" id="{366D3E8B-7D69-0433-6241-AD835C966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052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587" name="Rectangle 29">
            <a:extLst>
              <a:ext uri="{FF2B5EF4-FFF2-40B4-BE49-F238E27FC236}">
                <a16:creationId xmlns:a16="http://schemas.microsoft.com/office/drawing/2014/main" id="{9D9ED12E-18B6-9C2C-7C4F-5C2742B14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73" y="555166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65B10A3E-0881-B652-CF01-B3A6A904DB06}"/>
              </a:ext>
            </a:extLst>
          </p:cNvPr>
          <p:cNvCxnSpPr>
            <a:cxnSpLocks/>
            <a:stCxn id="586" idx="2"/>
            <a:endCxn id="739" idx="0"/>
          </p:cNvCxnSpPr>
          <p:nvPr/>
        </p:nvCxnSpPr>
        <p:spPr>
          <a:xfrm flipH="1">
            <a:off x="4565182" y="5581382"/>
            <a:ext cx="375871" cy="943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0081588B-5709-5E88-3276-E8E39410760F}"/>
              </a:ext>
            </a:extLst>
          </p:cNvPr>
          <p:cNvCxnSpPr>
            <a:cxnSpLocks/>
            <a:stCxn id="587" idx="6"/>
            <a:endCxn id="296" idx="0"/>
          </p:cNvCxnSpPr>
          <p:nvPr/>
        </p:nvCxnSpPr>
        <p:spPr>
          <a:xfrm>
            <a:off x="5468056" y="5581383"/>
            <a:ext cx="406520" cy="90774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635" name="Rectangle 135">
            <a:extLst>
              <a:ext uri="{FF2B5EF4-FFF2-40B4-BE49-F238E27FC236}">
                <a16:creationId xmlns:a16="http://schemas.microsoft.com/office/drawing/2014/main" id="{1FC8906B-1075-4C56-EB86-03993E6AE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350" y="5224423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36" name="Rectangle 25">
            <a:extLst>
              <a:ext uri="{FF2B5EF4-FFF2-40B4-BE49-F238E27FC236}">
                <a16:creationId xmlns:a16="http://schemas.microsoft.com/office/drawing/2014/main" id="{5D965C4A-484A-ED87-957D-064AD734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576" y="5547151"/>
            <a:ext cx="579978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37" name="Rectangle 29">
            <a:extLst>
              <a:ext uri="{FF2B5EF4-FFF2-40B4-BE49-F238E27FC236}">
                <a16:creationId xmlns:a16="http://schemas.microsoft.com/office/drawing/2014/main" id="{E12E6251-AAFE-EFFB-5E01-77DAEDFA6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648" y="555826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9" name="Rectangle 29">
            <a:extLst>
              <a:ext uri="{FF2B5EF4-FFF2-40B4-BE49-F238E27FC236}">
                <a16:creationId xmlns:a16="http://schemas.microsoft.com/office/drawing/2014/main" id="{27A29BF5-B509-5766-8EEE-6A133DF2E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729" y="5564440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717" name="Straight Arrow Connector 716">
            <a:extLst>
              <a:ext uri="{FF2B5EF4-FFF2-40B4-BE49-F238E27FC236}">
                <a16:creationId xmlns:a16="http://schemas.microsoft.com/office/drawing/2014/main" id="{3465E141-8280-B2E0-8558-810F13BF22ED}"/>
              </a:ext>
            </a:extLst>
          </p:cNvPr>
          <p:cNvCxnSpPr>
            <a:cxnSpLocks/>
            <a:stCxn id="637" idx="2"/>
            <a:endCxn id="335" idx="0"/>
          </p:cNvCxnSpPr>
          <p:nvPr/>
        </p:nvCxnSpPr>
        <p:spPr>
          <a:xfrm flipH="1">
            <a:off x="6439295" y="5587976"/>
            <a:ext cx="372353" cy="8418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18" name="Straight Arrow Connector 717">
            <a:extLst>
              <a:ext uri="{FF2B5EF4-FFF2-40B4-BE49-F238E27FC236}">
                <a16:creationId xmlns:a16="http://schemas.microsoft.com/office/drawing/2014/main" id="{13C41C8B-B461-A7CD-B79D-C39AEC8EC7B0}"/>
              </a:ext>
            </a:extLst>
          </p:cNvPr>
          <p:cNvCxnSpPr>
            <a:cxnSpLocks/>
            <a:stCxn id="639" idx="6"/>
            <a:endCxn id="760" idx="0"/>
          </p:cNvCxnSpPr>
          <p:nvPr/>
        </p:nvCxnSpPr>
        <p:spPr>
          <a:xfrm>
            <a:off x="7353811" y="5594155"/>
            <a:ext cx="373334" cy="7902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19" name="Rectangle 135">
            <a:extLst>
              <a:ext uri="{FF2B5EF4-FFF2-40B4-BE49-F238E27FC236}">
                <a16:creationId xmlns:a16="http://schemas.microsoft.com/office/drawing/2014/main" id="{424998FF-0561-BE1C-0EF8-3928065E1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944" y="5231016"/>
            <a:ext cx="677605" cy="31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Top Connection </a:t>
            </a:r>
          </a:p>
          <a:p>
            <a:pPr algn="ctr" defTabSz="696721">
              <a:defRPr/>
            </a:pPr>
            <a:r>
              <a:rPr lang="en-US" sz="686" kern="0">
                <a:solidFill>
                  <a:srgbClr val="000000"/>
                </a:solidFill>
                <a:latin typeface="Calibri"/>
                <a:cs typeface="Arial" charset="0"/>
              </a:rPr>
              <a:t>(deg to deg port)</a:t>
            </a:r>
            <a:endParaRPr lang="en-US" sz="686" i="1" kern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720" name="Straight Arrow Connector 719">
            <a:extLst>
              <a:ext uri="{FF2B5EF4-FFF2-40B4-BE49-F238E27FC236}">
                <a16:creationId xmlns:a16="http://schemas.microsoft.com/office/drawing/2014/main" id="{412225A2-5BD6-2EDF-62C9-F9E1E978961A}"/>
              </a:ext>
            </a:extLst>
          </p:cNvPr>
          <p:cNvCxnSpPr>
            <a:cxnSpLocks/>
            <a:stCxn id="1018" idx="2"/>
            <a:endCxn id="373" idx="0"/>
          </p:cNvCxnSpPr>
          <p:nvPr/>
        </p:nvCxnSpPr>
        <p:spPr>
          <a:xfrm flipH="1">
            <a:off x="8283796" y="3668541"/>
            <a:ext cx="7659" cy="200463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3BEE01A9-6EFB-624D-A8A0-223D2FD5FAEC}"/>
              </a:ext>
            </a:extLst>
          </p:cNvPr>
          <p:cNvCxnSpPr>
            <a:cxnSpLocks/>
            <a:stCxn id="991" idx="2"/>
            <a:endCxn id="46" idx="0"/>
          </p:cNvCxnSpPr>
          <p:nvPr/>
        </p:nvCxnSpPr>
        <p:spPr>
          <a:xfrm>
            <a:off x="3990712" y="3673393"/>
            <a:ext cx="3027" cy="2002362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3" name="Straight Arrow Connector 722">
            <a:extLst>
              <a:ext uri="{FF2B5EF4-FFF2-40B4-BE49-F238E27FC236}">
                <a16:creationId xmlns:a16="http://schemas.microsoft.com/office/drawing/2014/main" id="{143C1A30-5FFC-7611-2FA7-1B57DF0F2FCC}"/>
              </a:ext>
            </a:extLst>
          </p:cNvPr>
          <p:cNvCxnSpPr>
            <a:cxnSpLocks/>
            <a:stCxn id="1265" idx="2"/>
            <a:endCxn id="252" idx="0"/>
          </p:cNvCxnSpPr>
          <p:nvPr/>
        </p:nvCxnSpPr>
        <p:spPr>
          <a:xfrm>
            <a:off x="4555459" y="3674969"/>
            <a:ext cx="4142" cy="127141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94874A82-CCF7-9574-3595-AC094B7A0EE0}"/>
              </a:ext>
            </a:extLst>
          </p:cNvPr>
          <p:cNvCxnSpPr>
            <a:cxnSpLocks/>
            <a:stCxn id="1278" idx="2"/>
            <a:endCxn id="355" idx="0"/>
          </p:cNvCxnSpPr>
          <p:nvPr/>
        </p:nvCxnSpPr>
        <p:spPr>
          <a:xfrm>
            <a:off x="7710633" y="3671843"/>
            <a:ext cx="10931" cy="1271955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725" name="Rectangle 135">
            <a:extLst>
              <a:ext uri="{FF2B5EF4-FFF2-40B4-BE49-F238E27FC236}">
                <a16:creationId xmlns:a16="http://schemas.microsoft.com/office/drawing/2014/main" id="{0C9C9E11-D23B-B706-30F0-2C5CA550E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786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ROADM2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6" name="Rectangle 135">
            <a:extLst>
              <a:ext uri="{FF2B5EF4-FFF2-40B4-BE49-F238E27FC236}">
                <a16:creationId xmlns:a16="http://schemas.microsoft.com/office/drawing/2014/main" id="{5275B539-0689-69B8-2634-70DE17600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234" y="454479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ROADM3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727" name="Rectangle 135">
            <a:extLst>
              <a:ext uri="{FF2B5EF4-FFF2-40B4-BE49-F238E27FC236}">
                <a16:creationId xmlns:a16="http://schemas.microsoft.com/office/drawing/2014/main" id="{8FA520E5-A372-D441-2353-57E0BCFEE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533" y="4507134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ROADM1</a:t>
            </a:r>
            <a:endParaRPr lang="en-US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8DEFC9BD-7669-61BE-37CA-E7B19961187A}"/>
              </a:ext>
            </a:extLst>
          </p:cNvPr>
          <p:cNvGrpSpPr/>
          <p:nvPr/>
        </p:nvGrpSpPr>
        <p:grpSpPr>
          <a:xfrm>
            <a:off x="4427041" y="5675756"/>
            <a:ext cx="276281" cy="173735"/>
            <a:chOff x="3417117" y="2447654"/>
            <a:chExt cx="362556" cy="227987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4DB643C8-8672-4E90-62E2-32EFC20FB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804AE638-A10A-2C91-C20D-534AF9AB5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4" name="Trapezoid 157">
              <a:extLst>
                <a:ext uri="{FF2B5EF4-FFF2-40B4-BE49-F238E27FC236}">
                  <a16:creationId xmlns:a16="http://schemas.microsoft.com/office/drawing/2014/main" id="{EE83BCD6-B1B1-089C-EBCB-1C316C19CF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135EC7CA-8425-3E05-8BDB-34F9615AEF50}"/>
              </a:ext>
            </a:extLst>
          </p:cNvPr>
          <p:cNvCxnSpPr>
            <a:cxnSpLocks/>
          </p:cNvCxnSpPr>
          <p:nvPr/>
        </p:nvCxnSpPr>
        <p:spPr>
          <a:xfrm>
            <a:off x="7721564" y="5117533"/>
            <a:ext cx="21969" cy="917846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48DDCC23-C202-9581-19BA-600E44FADA7E}"/>
              </a:ext>
            </a:extLst>
          </p:cNvPr>
          <p:cNvGrpSpPr/>
          <p:nvPr/>
        </p:nvGrpSpPr>
        <p:grpSpPr>
          <a:xfrm>
            <a:off x="7589004" y="5673174"/>
            <a:ext cx="276281" cy="173735"/>
            <a:chOff x="3417117" y="2447654"/>
            <a:chExt cx="362556" cy="227987"/>
          </a:xfrm>
        </p:grpSpPr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DA09511A-23F6-27A6-3797-97C3B6995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4A713C2B-013C-3EC5-BACB-B8F380D9E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2" name="Trapezoid 450">
              <a:extLst>
                <a:ext uri="{FF2B5EF4-FFF2-40B4-BE49-F238E27FC236}">
                  <a16:creationId xmlns:a16="http://schemas.microsoft.com/office/drawing/2014/main" id="{12ED2DCA-385A-FDA0-BC6E-0B1706EC1FBF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3" name="Group 254">
            <a:extLst>
              <a:ext uri="{FF2B5EF4-FFF2-40B4-BE49-F238E27FC236}">
                <a16:creationId xmlns:a16="http://schemas.microsoft.com/office/drawing/2014/main" id="{B1EE2B8D-B141-4E8E-A8E9-E4E37FE98E47}"/>
              </a:ext>
            </a:extLst>
          </p:cNvPr>
          <p:cNvGrpSpPr>
            <a:grpSpLocks noChangeAspect="1"/>
          </p:cNvGrpSpPr>
          <p:nvPr/>
        </p:nvGrpSpPr>
        <p:grpSpPr>
          <a:xfrm>
            <a:off x="7582662" y="5307019"/>
            <a:ext cx="280226" cy="161260"/>
            <a:chOff x="8421867" y="1904979"/>
            <a:chExt cx="347879" cy="255573"/>
          </a:xfrm>
        </p:grpSpPr>
        <p:sp>
          <p:nvSpPr>
            <p:cNvPr id="764" name="Rectangle 60">
              <a:extLst>
                <a:ext uri="{FF2B5EF4-FFF2-40B4-BE49-F238E27FC236}">
                  <a16:creationId xmlns:a16="http://schemas.microsoft.com/office/drawing/2014/main" id="{E36FA3DA-4A8F-E7CF-073A-429713096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66" name="Group 719">
              <a:extLst>
                <a:ext uri="{FF2B5EF4-FFF2-40B4-BE49-F238E27FC236}">
                  <a16:creationId xmlns:a16="http://schemas.microsoft.com/office/drawing/2014/main" id="{A22A7217-540B-0040-83DB-AFF11D6258A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768" name="Straight Connector 767">
                <a:extLst>
                  <a:ext uri="{FF2B5EF4-FFF2-40B4-BE49-F238E27FC236}">
                    <a16:creationId xmlns:a16="http://schemas.microsoft.com/office/drawing/2014/main" id="{03065B82-FC79-9548-7DD7-B9F6EC5AB89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69" name="Straight Connector 768">
                <a:extLst>
                  <a:ext uri="{FF2B5EF4-FFF2-40B4-BE49-F238E27FC236}">
                    <a16:creationId xmlns:a16="http://schemas.microsoft.com/office/drawing/2014/main" id="{9B72EA3D-EB99-3319-C3A7-E863BAC3D52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70" name="Straight Connector 769">
                <a:extLst>
                  <a:ext uri="{FF2B5EF4-FFF2-40B4-BE49-F238E27FC236}">
                    <a16:creationId xmlns:a16="http://schemas.microsoft.com/office/drawing/2014/main" id="{7B9A24D1-F206-4968-AD82-7DA628A3C48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804" name="Straight Connector 803">
                <a:extLst>
                  <a:ext uri="{FF2B5EF4-FFF2-40B4-BE49-F238E27FC236}">
                    <a16:creationId xmlns:a16="http://schemas.microsoft.com/office/drawing/2014/main" id="{098E5A78-D16B-B78B-4B28-A83107BF5A1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67" name="Trapezoid 455">
              <a:extLst>
                <a:ext uri="{FF2B5EF4-FFF2-40B4-BE49-F238E27FC236}">
                  <a16:creationId xmlns:a16="http://schemas.microsoft.com/office/drawing/2014/main" id="{12CCA714-B281-071E-7585-54908B35385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805" name="Straight Arrow Connector 804">
            <a:extLst>
              <a:ext uri="{FF2B5EF4-FFF2-40B4-BE49-F238E27FC236}">
                <a16:creationId xmlns:a16="http://schemas.microsoft.com/office/drawing/2014/main" id="{9F69C70D-DDA4-50A1-74BE-92BC59D42E29}"/>
              </a:ext>
            </a:extLst>
          </p:cNvPr>
          <p:cNvCxnSpPr>
            <a:cxnSpLocks/>
          </p:cNvCxnSpPr>
          <p:nvPr/>
        </p:nvCxnSpPr>
        <p:spPr>
          <a:xfrm>
            <a:off x="5870205" y="5480219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8ABB33F6-D761-090B-6662-F7ED74A7F189}"/>
              </a:ext>
            </a:extLst>
          </p:cNvPr>
          <p:cNvCxnSpPr>
            <a:cxnSpLocks/>
            <a:stCxn id="390" idx="2"/>
            <a:endCxn id="335" idx="0"/>
          </p:cNvCxnSpPr>
          <p:nvPr/>
        </p:nvCxnSpPr>
        <p:spPr>
          <a:xfrm>
            <a:off x="6436207" y="5481234"/>
            <a:ext cx="3087" cy="19092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09FE0F79-4454-0EC8-6F77-FA9DA3C64BAC}"/>
              </a:ext>
            </a:extLst>
          </p:cNvPr>
          <p:cNvCxnSpPr>
            <a:cxnSpLocks/>
            <a:stCxn id="1288" idx="2"/>
            <a:endCxn id="317" idx="0"/>
          </p:cNvCxnSpPr>
          <p:nvPr/>
        </p:nvCxnSpPr>
        <p:spPr>
          <a:xfrm>
            <a:off x="5868332" y="3673393"/>
            <a:ext cx="660" cy="126938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9CD8E8DE-16E8-51C0-FCEF-34DC91647056}"/>
              </a:ext>
            </a:extLst>
          </p:cNvPr>
          <p:cNvCxnSpPr>
            <a:cxnSpLocks/>
            <a:endCxn id="475" idx="0"/>
          </p:cNvCxnSpPr>
          <p:nvPr/>
        </p:nvCxnSpPr>
        <p:spPr>
          <a:xfrm>
            <a:off x="6434997" y="3673393"/>
            <a:ext cx="0" cy="128335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2" name="Rectangle 881">
            <a:extLst>
              <a:ext uri="{FF2B5EF4-FFF2-40B4-BE49-F238E27FC236}">
                <a16:creationId xmlns:a16="http://schemas.microsoft.com/office/drawing/2014/main" id="{C2B459A3-0980-330D-6FCA-1F08975BE68E}"/>
              </a:ext>
            </a:extLst>
          </p:cNvPr>
          <p:cNvSpPr/>
          <p:nvPr/>
        </p:nvSpPr>
        <p:spPr>
          <a:xfrm>
            <a:off x="1580161" y="1457068"/>
            <a:ext cx="958020" cy="4794781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0B671FC6-DFD8-497B-EBA7-903B34BC2D94}"/>
              </a:ext>
            </a:extLst>
          </p:cNvPr>
          <p:cNvCxnSpPr>
            <a:cxnSpLocks/>
            <a:stCxn id="1050" idx="2"/>
            <a:endCxn id="899" idx="0"/>
          </p:cNvCxnSpPr>
          <p:nvPr/>
        </p:nvCxnSpPr>
        <p:spPr>
          <a:xfrm flipH="1">
            <a:off x="2289377" y="2284296"/>
            <a:ext cx="14150" cy="339259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884" name="Rectangle 135">
            <a:extLst>
              <a:ext uri="{FF2B5EF4-FFF2-40B4-BE49-F238E27FC236}">
                <a16:creationId xmlns:a16="http://schemas.microsoft.com/office/drawing/2014/main" id="{10B82FA4-27AA-A3B9-4433-1F317DCCB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6059926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885" name="Rectangle 135">
            <a:extLst>
              <a:ext uri="{FF2B5EF4-FFF2-40B4-BE49-F238E27FC236}">
                <a16:creationId xmlns:a16="http://schemas.microsoft.com/office/drawing/2014/main" id="{5BABE759-C299-6C72-BF3A-4943D9991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67066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813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886" name="Rectangle 135">
            <a:extLst>
              <a:ext uri="{FF2B5EF4-FFF2-40B4-BE49-F238E27FC236}">
                <a16:creationId xmlns:a16="http://schemas.microsoft.com/office/drawing/2014/main" id="{8542D995-4B9A-F50B-219E-3E755EF9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5316017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7" name="Rectangle 135">
            <a:extLst>
              <a:ext uri="{FF2B5EF4-FFF2-40B4-BE49-F238E27FC236}">
                <a16:creationId xmlns:a16="http://schemas.microsoft.com/office/drawing/2014/main" id="{675E50B4-5FD7-C048-7521-17F1C1374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95662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OMS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8" name="Rectangle 135">
            <a:extLst>
              <a:ext uri="{FF2B5EF4-FFF2-40B4-BE49-F238E27FC236}">
                <a16:creationId xmlns:a16="http://schemas.microsoft.com/office/drawing/2014/main" id="{F7A55B5E-D651-BBD1-5176-095723668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582948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89" name="Rectangle 135">
            <a:extLst>
              <a:ext uri="{FF2B5EF4-FFF2-40B4-BE49-F238E27FC236}">
                <a16:creationId xmlns:a16="http://schemas.microsoft.com/office/drawing/2014/main" id="{53C3F77A-CB0C-2BE3-600C-701DFE5F1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421546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0" name="Rectangle 135">
            <a:extLst>
              <a:ext uri="{FF2B5EF4-FFF2-40B4-BE49-F238E27FC236}">
                <a16:creationId xmlns:a16="http://schemas.microsoft.com/office/drawing/2014/main" id="{E7186562-D014-820C-0729-83080C65C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8928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813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1" name="Rectangle 135">
            <a:extLst>
              <a:ext uri="{FF2B5EF4-FFF2-40B4-BE49-F238E27FC236}">
                <a16:creationId xmlns:a16="http://schemas.microsoft.com/office/drawing/2014/main" id="{310E61DE-D9D6-861D-4128-C36A29F67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097" y="3378518"/>
            <a:ext cx="564826" cy="3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696721">
              <a:defRPr/>
            </a:pPr>
            <a:r>
              <a:rPr lang="pt-BR" sz="813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GB" sz="813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92" name="Rectangle 60">
            <a:extLst>
              <a:ext uri="{FF2B5EF4-FFF2-40B4-BE49-F238E27FC236}">
                <a16:creationId xmlns:a16="http://schemas.microsoft.com/office/drawing/2014/main" id="{E8C497A4-8068-8BDE-F302-2E84BF8F5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75" y="6040107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893" name="Group 719">
            <a:extLst>
              <a:ext uri="{FF2B5EF4-FFF2-40B4-BE49-F238E27FC236}">
                <a16:creationId xmlns:a16="http://schemas.microsoft.com/office/drawing/2014/main" id="{4E59838B-4480-64DB-D01B-4B3B8A981A0B}"/>
              </a:ext>
            </a:extLst>
          </p:cNvPr>
          <p:cNvGrpSpPr/>
          <p:nvPr/>
        </p:nvGrpSpPr>
        <p:grpSpPr>
          <a:xfrm>
            <a:off x="2203600" y="6041415"/>
            <a:ext cx="174014" cy="68682"/>
            <a:chOff x="8553742" y="2601251"/>
            <a:chExt cx="216024" cy="108852"/>
          </a:xfrm>
        </p:grpSpPr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212893E3-23B6-2199-0D2F-0BE8B12DECAD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639FFE29-577D-240D-30CA-9A055CE7EFE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3062FFD7-16D5-1A72-ABE0-35E0E4C95AD8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35C7422C-EC47-0CCB-7D9E-1CD8226D8602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898" name="Trapezoid 409">
            <a:extLst>
              <a:ext uri="{FF2B5EF4-FFF2-40B4-BE49-F238E27FC236}">
                <a16:creationId xmlns:a16="http://schemas.microsoft.com/office/drawing/2014/main" id="{91E815EC-88B8-AC18-F322-823539EF82F5}"/>
              </a:ext>
            </a:extLst>
          </p:cNvPr>
          <p:cNvSpPr/>
          <p:nvPr/>
        </p:nvSpPr>
        <p:spPr>
          <a:xfrm rot="10800000">
            <a:off x="2185042" y="6110113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DDCC737E-711B-7082-31DD-BB0B019C1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236" y="5676886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029C048A-0B69-D980-C2F7-DEED32491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557" y="5720136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rapezoid 412">
            <a:extLst>
              <a:ext uri="{FF2B5EF4-FFF2-40B4-BE49-F238E27FC236}">
                <a16:creationId xmlns:a16="http://schemas.microsoft.com/office/drawing/2014/main" id="{9E4DB997-B49A-9DD4-541A-BBAC7EE1BD6C}"/>
              </a:ext>
            </a:extLst>
          </p:cNvPr>
          <p:cNvSpPr/>
          <p:nvPr/>
        </p:nvSpPr>
        <p:spPr>
          <a:xfrm rot="10800000">
            <a:off x="2187052" y="5777415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02" name="Straight Arrow Connector 901">
            <a:extLst>
              <a:ext uri="{FF2B5EF4-FFF2-40B4-BE49-F238E27FC236}">
                <a16:creationId xmlns:a16="http://schemas.microsoft.com/office/drawing/2014/main" id="{2DF54445-D6CF-B894-22FE-4F375552B84A}"/>
              </a:ext>
            </a:extLst>
          </p:cNvPr>
          <p:cNvCxnSpPr>
            <a:cxnSpLocks/>
            <a:stCxn id="899" idx="2"/>
            <a:endCxn id="892" idx="0"/>
          </p:cNvCxnSpPr>
          <p:nvPr/>
        </p:nvCxnSpPr>
        <p:spPr>
          <a:xfrm>
            <a:off x="2289377" y="5850621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03" name="Straight Arrow Connector 902">
            <a:extLst>
              <a:ext uri="{FF2B5EF4-FFF2-40B4-BE49-F238E27FC236}">
                <a16:creationId xmlns:a16="http://schemas.microsoft.com/office/drawing/2014/main" id="{722A83AF-EA4F-4FD2-CF7E-2CFD9BFA97E4}"/>
              </a:ext>
            </a:extLst>
          </p:cNvPr>
          <p:cNvCxnSpPr>
            <a:cxnSpLocks/>
            <a:stCxn id="1229" idx="1"/>
            <a:endCxn id="892" idx="3"/>
          </p:cNvCxnSpPr>
          <p:nvPr/>
        </p:nvCxnSpPr>
        <p:spPr>
          <a:xfrm flipH="1">
            <a:off x="2430701" y="6120618"/>
            <a:ext cx="583005" cy="120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04" name="Rectangle 60">
            <a:extLst>
              <a:ext uri="{FF2B5EF4-FFF2-40B4-BE49-F238E27FC236}">
                <a16:creationId xmlns:a16="http://schemas.microsoft.com/office/drawing/2014/main" id="{5FFB1B3B-333A-02A7-AA4E-2C718EA29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63" y="4551621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05" name="Group 719">
            <a:extLst>
              <a:ext uri="{FF2B5EF4-FFF2-40B4-BE49-F238E27FC236}">
                <a16:creationId xmlns:a16="http://schemas.microsoft.com/office/drawing/2014/main" id="{DE6BE0F5-DC21-019F-8356-8E5A4A2611E5}"/>
              </a:ext>
            </a:extLst>
          </p:cNvPr>
          <p:cNvGrpSpPr/>
          <p:nvPr/>
        </p:nvGrpSpPr>
        <p:grpSpPr>
          <a:xfrm>
            <a:off x="2202388" y="4552930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3E7522D0-2186-4DCB-E4CA-24A798E85F46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C2EA86E3-4BB5-C9DD-712E-649DAC1F0A68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82860301-8CB6-774B-1816-744E3B8DF79B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7ECDD18E-B55A-475A-0AA1-EE39EAB19AAA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10" name="Trapezoid 426">
            <a:extLst>
              <a:ext uri="{FF2B5EF4-FFF2-40B4-BE49-F238E27FC236}">
                <a16:creationId xmlns:a16="http://schemas.microsoft.com/office/drawing/2014/main" id="{3D6D8C57-0017-19F8-DDD5-00B0379C086C}"/>
              </a:ext>
            </a:extLst>
          </p:cNvPr>
          <p:cNvSpPr/>
          <p:nvPr/>
        </p:nvSpPr>
        <p:spPr>
          <a:xfrm rot="10800000">
            <a:off x="2183831" y="4621627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EA8A8C55-C474-71FF-4860-3AC98CB77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24" y="4188400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37AA9AF4-EDCB-DD7A-23B5-9FB8ABE82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46" y="4231648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rapezoid 429">
            <a:extLst>
              <a:ext uri="{FF2B5EF4-FFF2-40B4-BE49-F238E27FC236}">
                <a16:creationId xmlns:a16="http://schemas.microsoft.com/office/drawing/2014/main" id="{8A1F2E4C-2F72-9AE5-66D4-EB6AD3FB5A77}"/>
              </a:ext>
            </a:extLst>
          </p:cNvPr>
          <p:cNvSpPr/>
          <p:nvPr/>
        </p:nvSpPr>
        <p:spPr>
          <a:xfrm rot="10800000">
            <a:off x="2185841" y="4288928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14" name="Straight Arrow Connector 913">
            <a:extLst>
              <a:ext uri="{FF2B5EF4-FFF2-40B4-BE49-F238E27FC236}">
                <a16:creationId xmlns:a16="http://schemas.microsoft.com/office/drawing/2014/main" id="{81C09067-EE66-3810-D4D8-1326C4D55C7C}"/>
              </a:ext>
            </a:extLst>
          </p:cNvPr>
          <p:cNvCxnSpPr>
            <a:cxnSpLocks/>
            <a:stCxn id="911" idx="2"/>
            <a:endCxn id="904" idx="0"/>
          </p:cNvCxnSpPr>
          <p:nvPr/>
        </p:nvCxnSpPr>
        <p:spPr>
          <a:xfrm>
            <a:off x="2288165" y="4362134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75000"/>
              </a:srgbClr>
            </a:solidFill>
            <a:prstDash val="solid"/>
            <a:tailEnd type="none"/>
          </a:ln>
          <a:effectLst/>
        </p:spPr>
      </p:cxnSp>
      <p:sp>
        <p:nvSpPr>
          <p:cNvPr id="915" name="Rectangle 25">
            <a:extLst>
              <a:ext uri="{FF2B5EF4-FFF2-40B4-BE49-F238E27FC236}">
                <a16:creationId xmlns:a16="http://schemas.microsoft.com/office/drawing/2014/main" id="{DEECC9DD-B001-0718-384A-287C760F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97" y="5536928"/>
            <a:ext cx="399011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6" name="Rectangle 29">
            <a:extLst>
              <a:ext uri="{FF2B5EF4-FFF2-40B4-BE49-F238E27FC236}">
                <a16:creationId xmlns:a16="http://schemas.microsoft.com/office/drawing/2014/main" id="{CA4EB12D-0889-70BD-FFC8-5A05DDEA7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176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17" name="Rectangle 29">
            <a:extLst>
              <a:ext uri="{FF2B5EF4-FFF2-40B4-BE49-F238E27FC236}">
                <a16:creationId xmlns:a16="http://schemas.microsoft.com/office/drawing/2014/main" id="{798DC4A7-1C57-FCC9-E6FE-D1F5CF9E7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9" y="5548039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18" name="Straight Arrow Connector 917">
            <a:extLst>
              <a:ext uri="{FF2B5EF4-FFF2-40B4-BE49-F238E27FC236}">
                <a16:creationId xmlns:a16="http://schemas.microsoft.com/office/drawing/2014/main" id="{E99161FE-E62D-962C-DFAA-887D83DFA8D7}"/>
              </a:ext>
            </a:extLst>
          </p:cNvPr>
          <p:cNvCxnSpPr>
            <a:cxnSpLocks/>
            <a:stCxn id="916" idx="2"/>
            <a:endCxn id="899" idx="0"/>
          </p:cNvCxnSpPr>
          <p:nvPr/>
        </p:nvCxnSpPr>
        <p:spPr>
          <a:xfrm flipH="1">
            <a:off x="2289376" y="5577754"/>
            <a:ext cx="722799" cy="9913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19" name="Rectangle 135">
            <a:extLst>
              <a:ext uri="{FF2B5EF4-FFF2-40B4-BE49-F238E27FC236}">
                <a16:creationId xmlns:a16="http://schemas.microsoft.com/office/drawing/2014/main" id="{249F954F-DAE8-A255-B1AB-3454CAE18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029" y="5321504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 </a:t>
            </a:r>
          </a:p>
        </p:txBody>
      </p:sp>
      <p:sp>
        <p:nvSpPr>
          <p:cNvPr id="920" name="Rectangle 135">
            <a:extLst>
              <a:ext uri="{FF2B5EF4-FFF2-40B4-BE49-F238E27FC236}">
                <a16:creationId xmlns:a16="http://schemas.microsoft.com/office/drawing/2014/main" id="{B1451434-32C1-FFB1-DAB1-E9A457DDC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84" y="133195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23" name="Oval 922">
            <a:extLst>
              <a:ext uri="{FF2B5EF4-FFF2-40B4-BE49-F238E27FC236}">
                <a16:creationId xmlns:a16="http://schemas.microsoft.com/office/drawing/2014/main" id="{2B5B6FD4-9FC7-5226-508F-374631F96D1F}"/>
              </a:ext>
            </a:extLst>
          </p:cNvPr>
          <p:cNvSpPr/>
          <p:nvPr/>
        </p:nvSpPr>
        <p:spPr>
          <a:xfrm>
            <a:off x="2657537" y="5837212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24" name="Straight Connector 923">
            <a:extLst>
              <a:ext uri="{FF2B5EF4-FFF2-40B4-BE49-F238E27FC236}">
                <a16:creationId xmlns:a16="http://schemas.microsoft.com/office/drawing/2014/main" id="{3AB9A93B-47B9-FA5E-88A0-3E617DE3D676}"/>
              </a:ext>
            </a:extLst>
          </p:cNvPr>
          <p:cNvCxnSpPr>
            <a:cxnSpLocks/>
            <a:stCxn id="923" idx="3"/>
            <a:endCxn id="892" idx="3"/>
          </p:cNvCxnSpPr>
          <p:nvPr/>
        </p:nvCxnSpPr>
        <p:spPr>
          <a:xfrm flipH="1">
            <a:off x="2430702" y="5949940"/>
            <a:ext cx="279377" cy="1707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25" name="Rectangle 924">
            <a:extLst>
              <a:ext uri="{FF2B5EF4-FFF2-40B4-BE49-F238E27FC236}">
                <a16:creationId xmlns:a16="http://schemas.microsoft.com/office/drawing/2014/main" id="{1FCD9072-3E04-07EC-E26E-CEBD61340F1D}"/>
              </a:ext>
            </a:extLst>
          </p:cNvPr>
          <p:cNvSpPr/>
          <p:nvPr/>
        </p:nvSpPr>
        <p:spPr>
          <a:xfrm>
            <a:off x="9921024" y="1482587"/>
            <a:ext cx="958020" cy="4766255"/>
          </a:xfrm>
          <a:prstGeom prst="rect">
            <a:avLst/>
          </a:prstGeom>
          <a:solidFill>
            <a:srgbClr val="FFAF00">
              <a:lumMod val="20000"/>
              <a:lumOff val="80000"/>
            </a:srgbClr>
          </a:solidFill>
          <a:ln w="9525" cap="flat" cmpd="sng" algn="ctr">
            <a:solidFill>
              <a:srgbClr val="4B87CC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defTabSz="464504">
              <a:defRPr/>
            </a:pPr>
            <a:endParaRPr lang="en-US" sz="1067" kern="0" dirty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26" name="Straight Arrow Connector 925">
            <a:extLst>
              <a:ext uri="{FF2B5EF4-FFF2-40B4-BE49-F238E27FC236}">
                <a16:creationId xmlns:a16="http://schemas.microsoft.com/office/drawing/2014/main" id="{EED4600C-F948-2B49-28E8-7557EAB2B060}"/>
              </a:ext>
            </a:extLst>
          </p:cNvPr>
          <p:cNvCxnSpPr>
            <a:cxnSpLocks/>
            <a:stCxn id="1078" idx="2"/>
            <a:endCxn id="934" idx="0"/>
          </p:cNvCxnSpPr>
          <p:nvPr/>
        </p:nvCxnSpPr>
        <p:spPr>
          <a:xfrm>
            <a:off x="10137097" y="2301766"/>
            <a:ext cx="21669" cy="336563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27" name="Rectangle 60">
            <a:extLst>
              <a:ext uri="{FF2B5EF4-FFF2-40B4-BE49-F238E27FC236}">
                <a16:creationId xmlns:a16="http://schemas.microsoft.com/office/drawing/2014/main" id="{2AF184E8-AB44-9F7E-5230-D82C3EED6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865" y="6030624"/>
            <a:ext cx="280226" cy="161260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685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28" name="Group 719">
            <a:extLst>
              <a:ext uri="{FF2B5EF4-FFF2-40B4-BE49-F238E27FC236}">
                <a16:creationId xmlns:a16="http://schemas.microsoft.com/office/drawing/2014/main" id="{AF3C6FFF-1BEF-399B-D315-6C1831F10C20}"/>
              </a:ext>
            </a:extLst>
          </p:cNvPr>
          <p:cNvGrpSpPr/>
          <p:nvPr/>
        </p:nvGrpSpPr>
        <p:grpSpPr>
          <a:xfrm>
            <a:off x="10072990" y="6031933"/>
            <a:ext cx="174014" cy="68682"/>
            <a:chOff x="8553742" y="2601251"/>
            <a:chExt cx="216024" cy="108852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3FDEEC61-C77E-BCB4-8866-BF588CCA42F6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D8C13315-786B-99FB-1483-5155A269A8E4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B16E6AA0-DC49-E6F5-FB03-9AFFED88EFBE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3340AAC1-B922-EAE7-9C5C-D43F8860428D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933" name="Trapezoid 539">
            <a:extLst>
              <a:ext uri="{FF2B5EF4-FFF2-40B4-BE49-F238E27FC236}">
                <a16:creationId xmlns:a16="http://schemas.microsoft.com/office/drawing/2014/main" id="{DE23877D-E42C-3A41-72A3-E718E13ABC32}"/>
              </a:ext>
            </a:extLst>
          </p:cNvPr>
          <p:cNvSpPr/>
          <p:nvPr/>
        </p:nvSpPr>
        <p:spPr>
          <a:xfrm rot="10800000">
            <a:off x="10054432" y="6100630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685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A71283D4-F33C-1F8D-FF06-7F4718F14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626" y="5667404"/>
            <a:ext cx="276281" cy="173735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3354D816-A10E-94F7-786F-98609D1F3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5946" y="5710653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rapezoid 542">
            <a:extLst>
              <a:ext uri="{FF2B5EF4-FFF2-40B4-BE49-F238E27FC236}">
                <a16:creationId xmlns:a16="http://schemas.microsoft.com/office/drawing/2014/main" id="{7F473A55-31E4-96E3-FD1E-0ABA91FF8B67}"/>
              </a:ext>
            </a:extLst>
          </p:cNvPr>
          <p:cNvSpPr/>
          <p:nvPr/>
        </p:nvSpPr>
        <p:spPr>
          <a:xfrm rot="10800000">
            <a:off x="10056441" y="5767932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7" name="Straight Arrow Connector 936">
            <a:extLst>
              <a:ext uri="{FF2B5EF4-FFF2-40B4-BE49-F238E27FC236}">
                <a16:creationId xmlns:a16="http://schemas.microsoft.com/office/drawing/2014/main" id="{D03B3FF7-A95C-61E4-383C-7AE3CF9494A6}"/>
              </a:ext>
            </a:extLst>
          </p:cNvPr>
          <p:cNvCxnSpPr>
            <a:cxnSpLocks/>
            <a:stCxn id="934" idx="2"/>
            <a:endCxn id="927" idx="0"/>
          </p:cNvCxnSpPr>
          <p:nvPr/>
        </p:nvCxnSpPr>
        <p:spPr>
          <a:xfrm>
            <a:off x="10158767" y="5841138"/>
            <a:ext cx="1212" cy="189488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38" name="Rectangle 60">
            <a:extLst>
              <a:ext uri="{FF2B5EF4-FFF2-40B4-BE49-F238E27FC236}">
                <a16:creationId xmlns:a16="http://schemas.microsoft.com/office/drawing/2014/main" id="{945AD731-A2D0-6F67-CCCD-5B6697B84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943" y="4549149"/>
            <a:ext cx="280226" cy="16126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/>
          <a:lstStyle/>
          <a:p>
            <a:pPr defTabSz="348370">
              <a:defRPr/>
            </a:pPr>
            <a:endParaRPr lang="en-US" sz="1372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939" name="Group 719">
            <a:extLst>
              <a:ext uri="{FF2B5EF4-FFF2-40B4-BE49-F238E27FC236}">
                <a16:creationId xmlns:a16="http://schemas.microsoft.com/office/drawing/2014/main" id="{5AD46A72-63DE-44C2-AA14-100498D55A03}"/>
              </a:ext>
            </a:extLst>
          </p:cNvPr>
          <p:cNvGrpSpPr/>
          <p:nvPr/>
        </p:nvGrpSpPr>
        <p:grpSpPr>
          <a:xfrm>
            <a:off x="10081068" y="4550458"/>
            <a:ext cx="174014" cy="68682"/>
            <a:chOff x="8553742" y="2601251"/>
            <a:chExt cx="216024" cy="108852"/>
          </a:xfrm>
          <a:solidFill>
            <a:srgbClr val="FFFFFF">
              <a:lumMod val="95000"/>
            </a:srgbClr>
          </a:solidFill>
        </p:grpSpPr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DD5501A-F392-3FF1-2FA2-03866C396F89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F7889D02-10E5-C6DA-0DFF-445F4D6E4CC2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BA5BA527-967F-D91F-5B74-8A8A543C37C3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D22EBADE-DADE-E881-EF44-C87D126B055E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grp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</p:cxnSp>
      </p:grpSp>
      <p:sp>
        <p:nvSpPr>
          <p:cNvPr id="944" name="Trapezoid 566">
            <a:extLst>
              <a:ext uri="{FF2B5EF4-FFF2-40B4-BE49-F238E27FC236}">
                <a16:creationId xmlns:a16="http://schemas.microsoft.com/office/drawing/2014/main" id="{C137C521-3908-A3B1-F71A-03E3700D0841}"/>
              </a:ext>
            </a:extLst>
          </p:cNvPr>
          <p:cNvSpPr/>
          <p:nvPr/>
        </p:nvSpPr>
        <p:spPr>
          <a:xfrm rot="10800000">
            <a:off x="10062510" y="4619155"/>
            <a:ext cx="211124" cy="3206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8370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B44CA3E0-B713-6901-0CA2-B16C3DFC6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4" y="4185926"/>
            <a:ext cx="276281" cy="173735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rnd">
            <a:solidFill>
              <a:srgbClr val="FFFFFF">
                <a:lumMod val="75000"/>
              </a:srgbClr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6738">
              <a:defRPr/>
            </a:pPr>
            <a:endParaRPr lang="en-US" altLang="en-US" sz="61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946" name="Oval 945">
            <a:extLst>
              <a:ext uri="{FF2B5EF4-FFF2-40B4-BE49-F238E27FC236}">
                <a16:creationId xmlns:a16="http://schemas.microsoft.com/office/drawing/2014/main" id="{F6DB6721-3260-B9F0-E1F6-23BD37B43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025" y="4229176"/>
            <a:ext cx="49750" cy="49023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rapezoid 571">
            <a:extLst>
              <a:ext uri="{FF2B5EF4-FFF2-40B4-BE49-F238E27FC236}">
                <a16:creationId xmlns:a16="http://schemas.microsoft.com/office/drawing/2014/main" id="{47458C36-9C3F-B46E-A7BB-904B8147FD64}"/>
              </a:ext>
            </a:extLst>
          </p:cNvPr>
          <p:cNvSpPr/>
          <p:nvPr/>
        </p:nvSpPr>
        <p:spPr>
          <a:xfrm rot="10800000">
            <a:off x="10064521" y="4286454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Rectangle 25">
            <a:extLst>
              <a:ext uri="{FF2B5EF4-FFF2-40B4-BE49-F238E27FC236}">
                <a16:creationId xmlns:a16="http://schemas.microsoft.com/office/drawing/2014/main" id="{8ADA94F6-7AF6-1683-CE79-FEFA85F00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947" y="5539327"/>
            <a:ext cx="370245" cy="8948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49" name="Rectangle 29">
            <a:extLst>
              <a:ext uri="{FF2B5EF4-FFF2-40B4-BE49-F238E27FC236}">
                <a16:creationId xmlns:a16="http://schemas.microsoft.com/office/drawing/2014/main" id="{A9DB7E79-82C1-4287-DE6A-BA5CE356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390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950" name="Rectangle 29">
            <a:extLst>
              <a:ext uri="{FF2B5EF4-FFF2-40B4-BE49-F238E27FC236}">
                <a16:creationId xmlns:a16="http://schemas.microsoft.com/office/drawing/2014/main" id="{140A7EA7-4602-A6D7-5647-A8705E91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375" y="555043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951" name="Straight Arrow Connector 950">
            <a:extLst>
              <a:ext uri="{FF2B5EF4-FFF2-40B4-BE49-F238E27FC236}">
                <a16:creationId xmlns:a16="http://schemas.microsoft.com/office/drawing/2014/main" id="{F5DE407A-4C6B-9223-1AA7-287D1C1963C1}"/>
              </a:ext>
            </a:extLst>
          </p:cNvPr>
          <p:cNvCxnSpPr>
            <a:cxnSpLocks/>
            <a:stCxn id="950" idx="6"/>
            <a:endCxn id="934" idx="0"/>
          </p:cNvCxnSpPr>
          <p:nvPr/>
        </p:nvCxnSpPr>
        <p:spPr>
          <a:xfrm>
            <a:off x="9354457" y="5580153"/>
            <a:ext cx="804309" cy="8725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952" name="Rectangle 135">
            <a:extLst>
              <a:ext uri="{FF2B5EF4-FFF2-40B4-BE49-F238E27FC236}">
                <a16:creationId xmlns:a16="http://schemas.microsoft.com/office/drawing/2014/main" id="{B6CE04F5-24C9-0E10-2F90-C9F05FF26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8" y="5315778"/>
            <a:ext cx="677605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OTS_MEDIA </a:t>
            </a:r>
          </a:p>
          <a:p>
            <a:pPr algn="ctr" defTabSz="696721">
              <a:defRPr/>
            </a:pPr>
            <a:r>
              <a:rPr lang="it-IT" sz="686" kern="0" dirty="0">
                <a:solidFill>
                  <a:srgbClr val="000000"/>
                </a:solidFill>
                <a:latin typeface="Calibri"/>
                <a:cs typeface="Arial" charset="0"/>
              </a:rPr>
              <a:t>Top Conn</a:t>
            </a:r>
          </a:p>
        </p:txBody>
      </p:sp>
      <p:sp>
        <p:nvSpPr>
          <p:cNvPr id="953" name="Rectangle 135">
            <a:extLst>
              <a:ext uri="{FF2B5EF4-FFF2-40B4-BE49-F238E27FC236}">
                <a16:creationId xmlns:a16="http://schemas.microsoft.com/office/drawing/2014/main" id="{E4DBFDC4-0A5A-895A-ED7E-B61172A03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016" y="1363872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Transceiver2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F5C7765C-CA0C-F616-00F8-F2736887F1E4}"/>
              </a:ext>
            </a:extLst>
          </p:cNvPr>
          <p:cNvSpPr/>
          <p:nvPr/>
        </p:nvSpPr>
        <p:spPr>
          <a:xfrm>
            <a:off x="9325649" y="5837038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C8BFE371-4C6E-6BE9-BCA7-B870A9597436}"/>
              </a:ext>
            </a:extLst>
          </p:cNvPr>
          <p:cNvCxnSpPr>
            <a:cxnSpLocks/>
            <a:stCxn id="927" idx="1"/>
            <a:endCxn id="956" idx="5"/>
          </p:cNvCxnSpPr>
          <p:nvPr/>
        </p:nvCxnSpPr>
        <p:spPr>
          <a:xfrm flipH="1" flipV="1">
            <a:off x="9631883" y="5949766"/>
            <a:ext cx="387982" cy="161489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58" name="Straight Arrow Connector 957">
            <a:extLst>
              <a:ext uri="{FF2B5EF4-FFF2-40B4-BE49-F238E27FC236}">
                <a16:creationId xmlns:a16="http://schemas.microsoft.com/office/drawing/2014/main" id="{26456865-E217-3106-D06D-52A708291F0F}"/>
              </a:ext>
            </a:extLst>
          </p:cNvPr>
          <p:cNvCxnSpPr>
            <a:cxnSpLocks/>
            <a:stCxn id="38" idx="1"/>
            <a:endCxn id="1227" idx="3"/>
          </p:cNvCxnSpPr>
          <p:nvPr/>
        </p:nvCxnSpPr>
        <p:spPr>
          <a:xfrm flipH="1">
            <a:off x="3301457" y="6119607"/>
            <a:ext cx="553381" cy="180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959" name="Straight Arrow Connector 958">
            <a:extLst>
              <a:ext uri="{FF2B5EF4-FFF2-40B4-BE49-F238E27FC236}">
                <a16:creationId xmlns:a16="http://schemas.microsoft.com/office/drawing/2014/main" id="{658550BB-1DE6-C377-5A28-DB1DAF336AE5}"/>
              </a:ext>
            </a:extLst>
          </p:cNvPr>
          <p:cNvCxnSpPr>
            <a:cxnSpLocks/>
            <a:stCxn id="373" idx="0"/>
            <a:endCxn id="949" idx="2"/>
          </p:cNvCxnSpPr>
          <p:nvPr/>
        </p:nvCxnSpPr>
        <p:spPr>
          <a:xfrm flipV="1">
            <a:off x="8283796" y="5580153"/>
            <a:ext cx="755595" cy="9302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990" name="Group 989">
            <a:extLst>
              <a:ext uri="{FF2B5EF4-FFF2-40B4-BE49-F238E27FC236}">
                <a16:creationId xmlns:a16="http://schemas.microsoft.com/office/drawing/2014/main" id="{967D5D90-FAC9-ACA1-E201-5B3DEF2A922C}"/>
              </a:ext>
            </a:extLst>
          </p:cNvPr>
          <p:cNvGrpSpPr/>
          <p:nvPr/>
        </p:nvGrpSpPr>
        <p:grpSpPr>
          <a:xfrm>
            <a:off x="3852572" y="3499658"/>
            <a:ext cx="276281" cy="173735"/>
            <a:chOff x="3417117" y="2447654"/>
            <a:chExt cx="362556" cy="227987"/>
          </a:xfrm>
        </p:grpSpPr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B1274494-9542-CC01-2BBF-B8981C8BE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21BE7F58-32A1-D2F3-8C8D-6AD8FCDC4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3" name="Trapezoid 613">
              <a:extLst>
                <a:ext uri="{FF2B5EF4-FFF2-40B4-BE49-F238E27FC236}">
                  <a16:creationId xmlns:a16="http://schemas.microsoft.com/office/drawing/2014/main" id="{5D215D52-5D43-07D0-A603-1AF4AF90D619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1D50888C-1680-7CC0-6875-13E4FA4D7EE4}"/>
              </a:ext>
            </a:extLst>
          </p:cNvPr>
          <p:cNvCxnSpPr>
            <a:cxnSpLocks/>
            <a:endCxn id="991" idx="3"/>
          </p:cNvCxnSpPr>
          <p:nvPr/>
        </p:nvCxnSpPr>
        <p:spPr>
          <a:xfrm flipH="1" flipV="1">
            <a:off x="412885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995" name="Group 254">
            <a:extLst>
              <a:ext uri="{FF2B5EF4-FFF2-40B4-BE49-F238E27FC236}">
                <a16:creationId xmlns:a16="http://schemas.microsoft.com/office/drawing/2014/main" id="{EC6BFDBF-8105-03B3-2130-FA46E4CB291E}"/>
              </a:ext>
            </a:extLst>
          </p:cNvPr>
          <p:cNvGrpSpPr>
            <a:grpSpLocks noChangeAspect="1"/>
          </p:cNvGrpSpPr>
          <p:nvPr/>
        </p:nvGrpSpPr>
        <p:grpSpPr>
          <a:xfrm>
            <a:off x="3849256" y="3867267"/>
            <a:ext cx="280226" cy="161260"/>
            <a:chOff x="8421867" y="1904979"/>
            <a:chExt cx="347879" cy="255573"/>
          </a:xfrm>
        </p:grpSpPr>
        <p:sp>
          <p:nvSpPr>
            <p:cNvPr id="996" name="Rectangle 60">
              <a:extLst>
                <a:ext uri="{FF2B5EF4-FFF2-40B4-BE49-F238E27FC236}">
                  <a16:creationId xmlns:a16="http://schemas.microsoft.com/office/drawing/2014/main" id="{E20F1962-E24D-5187-6638-B3D9CEF20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997" name="Group 719">
              <a:extLst>
                <a:ext uri="{FF2B5EF4-FFF2-40B4-BE49-F238E27FC236}">
                  <a16:creationId xmlns:a16="http://schemas.microsoft.com/office/drawing/2014/main" id="{914C383D-4D38-9221-6F4C-41719D8B5B52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4EBB0198-2D8C-EC57-8BDA-224099C5C00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257AAB8A-567B-12A0-3E1D-131E56918F9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B9955F5D-CEAE-20A2-4711-AE5488CA2E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FE3EE4EB-6C26-43AD-C134-4CC210CC61A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998" name="Trapezoid 136">
              <a:extLst>
                <a:ext uri="{FF2B5EF4-FFF2-40B4-BE49-F238E27FC236}">
                  <a16:creationId xmlns:a16="http://schemas.microsoft.com/office/drawing/2014/main" id="{7EE60521-7DFB-DBCB-8BA8-C4DB5B7B0555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15" name="Rectangle 135">
            <a:extLst>
              <a:ext uri="{FF2B5EF4-FFF2-40B4-BE49-F238E27FC236}">
                <a16:creationId xmlns:a16="http://schemas.microsoft.com/office/drawing/2014/main" id="{463EC673-53DD-419D-8C2E-F82E7D10B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82" y="3135475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17" name="Group 1016">
            <a:extLst>
              <a:ext uri="{FF2B5EF4-FFF2-40B4-BE49-F238E27FC236}">
                <a16:creationId xmlns:a16="http://schemas.microsoft.com/office/drawing/2014/main" id="{C7207BE8-55CC-3226-445B-499B6525E80D}"/>
              </a:ext>
            </a:extLst>
          </p:cNvPr>
          <p:cNvGrpSpPr/>
          <p:nvPr/>
        </p:nvGrpSpPr>
        <p:grpSpPr>
          <a:xfrm>
            <a:off x="8153313" y="3494806"/>
            <a:ext cx="276281" cy="173735"/>
            <a:chOff x="3417117" y="2447654"/>
            <a:chExt cx="362556" cy="227987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2A783CF1-4815-CFC0-5AB4-7BB134359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19" name="Oval 1018">
              <a:extLst>
                <a:ext uri="{FF2B5EF4-FFF2-40B4-BE49-F238E27FC236}">
                  <a16:creationId xmlns:a16="http://schemas.microsoft.com/office/drawing/2014/main" id="{7463EA26-E850-9DBC-8ED3-15AF4683E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rapezoid 661">
              <a:extLst>
                <a:ext uri="{FF2B5EF4-FFF2-40B4-BE49-F238E27FC236}">
                  <a16:creationId xmlns:a16="http://schemas.microsoft.com/office/drawing/2014/main" id="{B2462219-3D2F-360F-87B5-C4F8CDF8920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B5C5B0DE-6B77-3570-93D0-384C30F47F08}"/>
              </a:ext>
            </a:extLst>
          </p:cNvPr>
          <p:cNvGrpSpPr>
            <a:grpSpLocks noChangeAspect="1"/>
          </p:cNvGrpSpPr>
          <p:nvPr/>
        </p:nvGrpSpPr>
        <p:grpSpPr>
          <a:xfrm>
            <a:off x="2151458" y="3485901"/>
            <a:ext cx="273517" cy="173113"/>
            <a:chOff x="980945" y="1888766"/>
            <a:chExt cx="271916" cy="172099"/>
          </a:xfrm>
        </p:grpSpPr>
        <p:grpSp>
          <p:nvGrpSpPr>
            <p:cNvPr id="1036" name="Group 898">
              <a:extLst>
                <a:ext uri="{FF2B5EF4-FFF2-40B4-BE49-F238E27FC236}">
                  <a16:creationId xmlns:a16="http://schemas.microsoft.com/office/drawing/2014/main" id="{5D0483B6-863A-2486-7388-20D30C037B6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38" name="Rectangle 88">
                <a:extLst>
                  <a:ext uri="{FF2B5EF4-FFF2-40B4-BE49-F238E27FC236}">
                    <a16:creationId xmlns:a16="http://schemas.microsoft.com/office/drawing/2014/main" id="{9D5EF29A-F8AF-2D06-084A-079AE87AD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39" name="Rectangle 88">
                <a:extLst>
                  <a:ext uri="{FF2B5EF4-FFF2-40B4-BE49-F238E27FC236}">
                    <a16:creationId xmlns:a16="http://schemas.microsoft.com/office/drawing/2014/main" id="{AA0AB781-C12F-E237-30DD-560A0F489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0" name="Isosceles Triangle 1039">
                <a:extLst>
                  <a:ext uri="{FF2B5EF4-FFF2-40B4-BE49-F238E27FC236}">
                    <a16:creationId xmlns:a16="http://schemas.microsoft.com/office/drawing/2014/main" id="{95A7F6FB-3485-F7ED-DC40-7EE82AC82A4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41" name="Oval 341">
                <a:extLst>
                  <a:ext uri="{FF2B5EF4-FFF2-40B4-BE49-F238E27FC236}">
                    <a16:creationId xmlns:a16="http://schemas.microsoft.com/office/drawing/2014/main" id="{56FAF86D-F923-7643-75F0-AA407B09D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37" name="Trapezoid 688">
              <a:extLst>
                <a:ext uri="{FF2B5EF4-FFF2-40B4-BE49-F238E27FC236}">
                  <a16:creationId xmlns:a16="http://schemas.microsoft.com/office/drawing/2014/main" id="{3D040582-9B1D-2DCC-56CC-F097ED38403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C895D4E-2FF7-7F3C-1282-71D511CC7CE1}"/>
              </a:ext>
            </a:extLst>
          </p:cNvPr>
          <p:cNvGrpSpPr/>
          <p:nvPr/>
        </p:nvGrpSpPr>
        <p:grpSpPr>
          <a:xfrm>
            <a:off x="2147739" y="3135153"/>
            <a:ext cx="280226" cy="161260"/>
            <a:chOff x="1539943" y="2795561"/>
            <a:chExt cx="367732" cy="211616"/>
          </a:xfrm>
        </p:grpSpPr>
        <p:sp>
          <p:nvSpPr>
            <p:cNvPr id="1043" name="Rectangle 60">
              <a:extLst>
                <a:ext uri="{FF2B5EF4-FFF2-40B4-BE49-F238E27FC236}">
                  <a16:creationId xmlns:a16="http://schemas.microsoft.com/office/drawing/2014/main" id="{148DC53C-B572-D64C-ECAD-EB6B75EC1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44" name="Group 719">
              <a:extLst>
                <a:ext uri="{FF2B5EF4-FFF2-40B4-BE49-F238E27FC236}">
                  <a16:creationId xmlns:a16="http://schemas.microsoft.com/office/drawing/2014/main" id="{72EFDC02-BE72-2B23-BA85-C57CFD82DDED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776BF878-366E-EA14-16E8-BD05AA52755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2A3E590B-AD0B-F1EE-0064-3E99200E34A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65FBCD7F-E08E-184D-05D2-C737C286AEC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81C9A6AB-0229-668A-08EF-B5141DCAEBB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45" name="Trapezoid 696">
              <a:extLst>
                <a:ext uri="{FF2B5EF4-FFF2-40B4-BE49-F238E27FC236}">
                  <a16:creationId xmlns:a16="http://schemas.microsoft.com/office/drawing/2014/main" id="{9138E7E2-05B3-B787-2A7B-D57CAEF4258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2CC1AD1-F0E5-5CDB-4FC8-FA608F0C4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86" y="2110561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EC0229EE-DCFA-9973-E1CA-5094589A3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708" y="215381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rapezoid 709">
            <a:extLst>
              <a:ext uri="{FF2B5EF4-FFF2-40B4-BE49-F238E27FC236}">
                <a16:creationId xmlns:a16="http://schemas.microsoft.com/office/drawing/2014/main" id="{902B99BA-7736-AFB9-7538-D0C3E0F0041D}"/>
              </a:ext>
            </a:extLst>
          </p:cNvPr>
          <p:cNvSpPr/>
          <p:nvPr/>
        </p:nvSpPr>
        <p:spPr>
          <a:xfrm rot="10800000">
            <a:off x="2201203" y="221109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Rectangle 135">
            <a:extLst>
              <a:ext uri="{FF2B5EF4-FFF2-40B4-BE49-F238E27FC236}">
                <a16:creationId xmlns:a16="http://schemas.microsoft.com/office/drawing/2014/main" id="{E5DFC35D-DFD0-6D2C-065F-D4851E9C2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60" y="2142361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F7CBB101-6960-49B7-51A4-AC3FC9735EAF}"/>
              </a:ext>
            </a:extLst>
          </p:cNvPr>
          <p:cNvGrpSpPr>
            <a:grpSpLocks noChangeAspect="1"/>
          </p:cNvGrpSpPr>
          <p:nvPr/>
        </p:nvGrpSpPr>
        <p:grpSpPr>
          <a:xfrm>
            <a:off x="9999104" y="3503371"/>
            <a:ext cx="273517" cy="173113"/>
            <a:chOff x="980945" y="1888766"/>
            <a:chExt cx="271916" cy="172099"/>
          </a:xfrm>
        </p:grpSpPr>
        <p:grpSp>
          <p:nvGrpSpPr>
            <p:cNvPr id="1064" name="Group 898">
              <a:extLst>
                <a:ext uri="{FF2B5EF4-FFF2-40B4-BE49-F238E27FC236}">
                  <a16:creationId xmlns:a16="http://schemas.microsoft.com/office/drawing/2014/main" id="{99D57783-26B4-A30D-8E9F-0B810C7B9B1C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066" name="Rectangle 88">
                <a:extLst>
                  <a:ext uri="{FF2B5EF4-FFF2-40B4-BE49-F238E27FC236}">
                    <a16:creationId xmlns:a16="http://schemas.microsoft.com/office/drawing/2014/main" id="{E16B57A5-DD7E-7326-F352-4AC1E94F1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7" name="Rectangle 88">
                <a:extLst>
                  <a:ext uri="{FF2B5EF4-FFF2-40B4-BE49-F238E27FC236}">
                    <a16:creationId xmlns:a16="http://schemas.microsoft.com/office/drawing/2014/main" id="{55F67B82-FCCB-B179-59D0-1045DEFD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8" name="Isosceles Triangle 1067">
                <a:extLst>
                  <a:ext uri="{FF2B5EF4-FFF2-40B4-BE49-F238E27FC236}">
                    <a16:creationId xmlns:a16="http://schemas.microsoft.com/office/drawing/2014/main" id="{02D1E6C7-2E82-4D40-AA7B-C53ABADA5F8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69" name="Oval 341">
                <a:extLst>
                  <a:ext uri="{FF2B5EF4-FFF2-40B4-BE49-F238E27FC236}">
                    <a16:creationId xmlns:a16="http://schemas.microsoft.com/office/drawing/2014/main" id="{6FC64D2E-4178-FD4C-5EA0-70360B361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065" name="Trapezoid 778">
              <a:extLst>
                <a:ext uri="{FF2B5EF4-FFF2-40B4-BE49-F238E27FC236}">
                  <a16:creationId xmlns:a16="http://schemas.microsoft.com/office/drawing/2014/main" id="{1D637233-5427-5B92-0843-E7A89530BF7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60CCC620-1290-DD4D-A0B3-B42034E7B6F2}"/>
              </a:ext>
            </a:extLst>
          </p:cNvPr>
          <p:cNvGrpSpPr/>
          <p:nvPr/>
        </p:nvGrpSpPr>
        <p:grpSpPr>
          <a:xfrm>
            <a:off x="9995385" y="3152623"/>
            <a:ext cx="280226" cy="161260"/>
            <a:chOff x="1539943" y="2795561"/>
            <a:chExt cx="367732" cy="211616"/>
          </a:xfrm>
        </p:grpSpPr>
        <p:sp>
          <p:nvSpPr>
            <p:cNvPr id="1071" name="Rectangle 60">
              <a:extLst>
                <a:ext uri="{FF2B5EF4-FFF2-40B4-BE49-F238E27FC236}">
                  <a16:creationId xmlns:a16="http://schemas.microsoft.com/office/drawing/2014/main" id="{234F4F39-BF16-5E06-91D3-148DBED1C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72" name="Group 719">
              <a:extLst>
                <a:ext uri="{FF2B5EF4-FFF2-40B4-BE49-F238E27FC236}">
                  <a16:creationId xmlns:a16="http://schemas.microsoft.com/office/drawing/2014/main" id="{7AD28F5B-AE04-D92B-D219-27EFBDD66809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6FD96A5A-1D49-2F62-46FD-48304AFA228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4A99525E-344F-5FD8-C0FA-E844A64595B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25CFBC1A-E8B4-2C54-9FA8-E42CEB14565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C413181F-0B9B-623F-7C76-90D86438981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73" name="Trapezoid 786">
              <a:extLst>
                <a:ext uri="{FF2B5EF4-FFF2-40B4-BE49-F238E27FC236}">
                  <a16:creationId xmlns:a16="http://schemas.microsoft.com/office/drawing/2014/main" id="{D6925425-224A-22A3-F89A-5C0CF21C936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94B3A1A3-5878-2C71-8722-03CD1D4D5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956" y="2128032"/>
            <a:ext cx="276281" cy="173735"/>
          </a:xfrm>
          <a:prstGeom prst="rect">
            <a:avLst/>
          </a:prstGeom>
          <a:solidFill>
            <a:srgbClr val="99FF99"/>
          </a:solidFill>
          <a:ln w="6350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22567" fontAlgn="base">
              <a:spcBef>
                <a:spcPct val="0"/>
              </a:spcBef>
              <a:spcAft>
                <a:spcPct val="0"/>
              </a:spcAft>
            </a:pPr>
            <a:endParaRPr lang="en-US" altLang="en-US" sz="457" kern="0">
              <a:solidFill>
                <a:sysClr val="windowText" lastClr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2908543B-CC5D-6C05-B12B-66C2D4A10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53" y="2171281"/>
            <a:ext cx="49750" cy="49023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738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rapezoid 793">
            <a:extLst>
              <a:ext uri="{FF2B5EF4-FFF2-40B4-BE49-F238E27FC236}">
                <a16:creationId xmlns:a16="http://schemas.microsoft.com/office/drawing/2014/main" id="{71C4F960-D41B-2D5E-4DA8-607B8D2F8AED}"/>
              </a:ext>
            </a:extLst>
          </p:cNvPr>
          <p:cNvSpPr/>
          <p:nvPr/>
        </p:nvSpPr>
        <p:spPr>
          <a:xfrm rot="10800000">
            <a:off x="10048848" y="2228560"/>
            <a:ext cx="199725" cy="38720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69681" tIns="34840" rIns="69681" bIns="348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492">
              <a:defRPr/>
            </a:pPr>
            <a:endParaRPr lang="en-US" sz="1372" kern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B5E9DC77-79EF-2572-487B-A8E88DD74F43}"/>
              </a:ext>
            </a:extLst>
          </p:cNvPr>
          <p:cNvGrpSpPr/>
          <p:nvPr/>
        </p:nvGrpSpPr>
        <p:grpSpPr>
          <a:xfrm>
            <a:off x="10019865" y="3862006"/>
            <a:ext cx="280226" cy="161260"/>
            <a:chOff x="11871597" y="3154592"/>
            <a:chExt cx="367732" cy="211616"/>
          </a:xfrm>
        </p:grpSpPr>
        <p:sp>
          <p:nvSpPr>
            <p:cNvPr id="1090" name="Rectangle 60">
              <a:extLst>
                <a:ext uri="{FF2B5EF4-FFF2-40B4-BE49-F238E27FC236}">
                  <a16:creationId xmlns:a16="http://schemas.microsoft.com/office/drawing/2014/main" id="{EFC32E4F-267A-8393-6B79-1A287D453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1597" y="3154592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91" name="Group 719">
              <a:extLst>
                <a:ext uri="{FF2B5EF4-FFF2-40B4-BE49-F238E27FC236}">
                  <a16:creationId xmlns:a16="http://schemas.microsoft.com/office/drawing/2014/main" id="{39DAB9F6-E6AD-F04E-CAC5-13A190D37B09}"/>
                </a:ext>
              </a:extLst>
            </p:cNvPr>
            <p:cNvGrpSpPr/>
            <p:nvPr/>
          </p:nvGrpSpPr>
          <p:grpSpPr>
            <a:xfrm>
              <a:off x="11941310" y="3156308"/>
              <a:ext cx="228353" cy="90129"/>
              <a:chOff x="8553742" y="2601251"/>
              <a:chExt cx="216024" cy="108852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1B3AD662-6EF1-D740-1AC0-E4565522B27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9C5911E0-C8F7-68D2-F854-5445D4C3AA8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6AF87557-153F-88C2-8903-FDF96B57DF7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6D83020C-08CC-E92E-5EF2-05B872AF86D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92" name="Trapezoid 529">
              <a:extLst>
                <a:ext uri="{FF2B5EF4-FFF2-40B4-BE49-F238E27FC236}">
                  <a16:creationId xmlns:a16="http://schemas.microsoft.com/office/drawing/2014/main" id="{C7A71213-4E76-B0EE-03C8-191D7E9F5F95}"/>
                </a:ext>
              </a:extLst>
            </p:cNvPr>
            <p:cNvSpPr/>
            <p:nvPr/>
          </p:nvSpPr>
          <p:spPr>
            <a:xfrm rot="10800000">
              <a:off x="11916958" y="3246458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1" name="Rectangle 25">
            <a:extLst>
              <a:ext uri="{FF2B5EF4-FFF2-40B4-BE49-F238E27FC236}">
                <a16:creationId xmlns:a16="http://schemas.microsoft.com/office/drawing/2014/main" id="{CC5F2366-126E-294F-E607-C132F4140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3162058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102" name="Rectangle 29">
            <a:extLst>
              <a:ext uri="{FF2B5EF4-FFF2-40B4-BE49-F238E27FC236}">
                <a16:creationId xmlns:a16="http://schemas.microsoft.com/office/drawing/2014/main" id="{222E629F-C2CE-CBC9-B04D-5AF8A713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103" name="Rectangle 135">
            <a:extLst>
              <a:ext uri="{FF2B5EF4-FFF2-40B4-BE49-F238E27FC236}">
                <a16:creationId xmlns:a16="http://schemas.microsoft.com/office/drawing/2014/main" id="{58FF774F-3DBE-6ADB-66F9-F0AECE331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3147375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lower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104" name="Rectangle 29">
            <a:extLst>
              <a:ext uri="{FF2B5EF4-FFF2-40B4-BE49-F238E27FC236}">
                <a16:creationId xmlns:a16="http://schemas.microsoft.com/office/drawing/2014/main" id="{E309A4CA-8647-14E4-59AF-36B00764C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31772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F9899AB9-032B-6461-17DB-DD38B1FF2F69}"/>
              </a:ext>
            </a:extLst>
          </p:cNvPr>
          <p:cNvGrpSpPr/>
          <p:nvPr/>
        </p:nvGrpSpPr>
        <p:grpSpPr>
          <a:xfrm>
            <a:off x="2150475" y="3871489"/>
            <a:ext cx="280226" cy="161260"/>
            <a:chOff x="1539943" y="2795561"/>
            <a:chExt cx="367732" cy="211616"/>
          </a:xfrm>
        </p:grpSpPr>
        <p:sp>
          <p:nvSpPr>
            <p:cNvPr id="1130" name="Rectangle 60">
              <a:extLst>
                <a:ext uri="{FF2B5EF4-FFF2-40B4-BE49-F238E27FC236}">
                  <a16:creationId xmlns:a16="http://schemas.microsoft.com/office/drawing/2014/main" id="{DE246DCC-F764-F4EC-58E1-FDCD270F1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1" name="Group 719">
              <a:extLst>
                <a:ext uri="{FF2B5EF4-FFF2-40B4-BE49-F238E27FC236}">
                  <a16:creationId xmlns:a16="http://schemas.microsoft.com/office/drawing/2014/main" id="{F064B42D-A133-79B2-0F7E-5A1FBD746A5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82B024A3-C5C2-876D-39D7-394F838CD3B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4" name="Straight Connector 1133">
                <a:extLst>
                  <a:ext uri="{FF2B5EF4-FFF2-40B4-BE49-F238E27FC236}">
                    <a16:creationId xmlns:a16="http://schemas.microsoft.com/office/drawing/2014/main" id="{E05A3471-5673-A61A-7BD5-BD78F7B891D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5" name="Straight Connector 1134">
                <a:extLst>
                  <a:ext uri="{FF2B5EF4-FFF2-40B4-BE49-F238E27FC236}">
                    <a16:creationId xmlns:a16="http://schemas.microsoft.com/office/drawing/2014/main" id="{D4ADFF11-2F92-5D15-01BF-DDEBD568AC0A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C32852ED-1BFE-3BC2-2841-DE536AA6E09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32" name="Trapezoid 384">
              <a:extLst>
                <a:ext uri="{FF2B5EF4-FFF2-40B4-BE49-F238E27FC236}">
                  <a16:creationId xmlns:a16="http://schemas.microsoft.com/office/drawing/2014/main" id="{BED18393-CA3B-11A6-2151-743F606CF40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7" name="Group 254">
            <a:extLst>
              <a:ext uri="{FF2B5EF4-FFF2-40B4-BE49-F238E27FC236}">
                <a16:creationId xmlns:a16="http://schemas.microsoft.com/office/drawing/2014/main" id="{CC20BA57-23ED-087A-59A3-8B457A5AB1F7}"/>
              </a:ext>
            </a:extLst>
          </p:cNvPr>
          <p:cNvGrpSpPr>
            <a:grpSpLocks noChangeAspect="1"/>
          </p:cNvGrpSpPr>
          <p:nvPr/>
        </p:nvGrpSpPr>
        <p:grpSpPr>
          <a:xfrm>
            <a:off x="4420699" y="5309600"/>
            <a:ext cx="280226" cy="161260"/>
            <a:chOff x="8421867" y="1904979"/>
            <a:chExt cx="347879" cy="255573"/>
          </a:xfrm>
        </p:grpSpPr>
        <p:sp>
          <p:nvSpPr>
            <p:cNvPr id="1138" name="Rectangle 60">
              <a:extLst>
                <a:ext uri="{FF2B5EF4-FFF2-40B4-BE49-F238E27FC236}">
                  <a16:creationId xmlns:a16="http://schemas.microsoft.com/office/drawing/2014/main" id="{D61D560E-99F4-6D79-34DB-F2FDA5E24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39" name="Group 719">
              <a:extLst>
                <a:ext uri="{FF2B5EF4-FFF2-40B4-BE49-F238E27FC236}">
                  <a16:creationId xmlns:a16="http://schemas.microsoft.com/office/drawing/2014/main" id="{20F99EED-81D4-B317-99CD-26805FCC643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ADAD7CA5-6584-6DBD-153B-2F70F48684A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2" name="Straight Connector 1141">
                <a:extLst>
                  <a:ext uri="{FF2B5EF4-FFF2-40B4-BE49-F238E27FC236}">
                    <a16:creationId xmlns:a16="http://schemas.microsoft.com/office/drawing/2014/main" id="{DD0B2990-0DAE-5886-2E8E-9D82EDF01D6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953D2AE9-7594-CFE2-6F3A-7C959960534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4" name="Straight Connector 1143">
                <a:extLst>
                  <a:ext uri="{FF2B5EF4-FFF2-40B4-BE49-F238E27FC236}">
                    <a16:creationId xmlns:a16="http://schemas.microsoft.com/office/drawing/2014/main" id="{05821BAC-2BB7-2C60-8244-5443F05F5EC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0" name="Trapezoid 162">
              <a:extLst>
                <a:ext uri="{FF2B5EF4-FFF2-40B4-BE49-F238E27FC236}">
                  <a16:creationId xmlns:a16="http://schemas.microsoft.com/office/drawing/2014/main" id="{3E3EE091-4C43-0225-7A6A-12241220FF1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45" name="Group 254">
            <a:extLst>
              <a:ext uri="{FF2B5EF4-FFF2-40B4-BE49-F238E27FC236}">
                <a16:creationId xmlns:a16="http://schemas.microsoft.com/office/drawing/2014/main" id="{A4B5472B-E2EB-9750-AEE6-D0C81E66E09C}"/>
              </a:ext>
            </a:extLst>
          </p:cNvPr>
          <p:cNvGrpSpPr>
            <a:grpSpLocks noChangeAspect="1"/>
          </p:cNvGrpSpPr>
          <p:nvPr/>
        </p:nvGrpSpPr>
        <p:grpSpPr>
          <a:xfrm>
            <a:off x="8139314" y="3873352"/>
            <a:ext cx="280226" cy="161260"/>
            <a:chOff x="8421867" y="1904979"/>
            <a:chExt cx="347879" cy="255573"/>
          </a:xfrm>
        </p:grpSpPr>
        <p:sp>
          <p:nvSpPr>
            <p:cNvPr id="1146" name="Rectangle 60">
              <a:extLst>
                <a:ext uri="{FF2B5EF4-FFF2-40B4-BE49-F238E27FC236}">
                  <a16:creationId xmlns:a16="http://schemas.microsoft.com/office/drawing/2014/main" id="{D59915CD-169F-D751-093D-80B6B7585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47" name="Group 719">
              <a:extLst>
                <a:ext uri="{FF2B5EF4-FFF2-40B4-BE49-F238E27FC236}">
                  <a16:creationId xmlns:a16="http://schemas.microsoft.com/office/drawing/2014/main" id="{D1F51BAD-ECE3-B0C9-81D1-9D696C6051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149" name="Straight Connector 1148">
                <a:extLst>
                  <a:ext uri="{FF2B5EF4-FFF2-40B4-BE49-F238E27FC236}">
                    <a16:creationId xmlns:a16="http://schemas.microsoft.com/office/drawing/2014/main" id="{758D18FF-144D-A7BB-8E29-8065521D016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0361AF39-0E2A-1BB1-BF7D-EB9D9CD511F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1" name="Straight Connector 1150">
                <a:extLst>
                  <a:ext uri="{FF2B5EF4-FFF2-40B4-BE49-F238E27FC236}">
                    <a16:creationId xmlns:a16="http://schemas.microsoft.com/office/drawing/2014/main" id="{374C476D-4E7A-9F20-5CF2-641A5986730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1DBF073C-7C08-9393-A079-FBA4C85C58D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48" name="Trapezoid 494">
              <a:extLst>
                <a:ext uri="{FF2B5EF4-FFF2-40B4-BE49-F238E27FC236}">
                  <a16:creationId xmlns:a16="http://schemas.microsoft.com/office/drawing/2014/main" id="{FDD8F9D5-A894-F824-AFB5-0A04ECE4E37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2297CC88-5706-1F33-E973-F9AD5561DBD1}"/>
              </a:ext>
            </a:extLst>
          </p:cNvPr>
          <p:cNvCxnSpPr>
            <a:cxnSpLocks/>
            <a:stCxn id="46" idx="0"/>
            <a:endCxn id="917" idx="6"/>
          </p:cNvCxnSpPr>
          <p:nvPr/>
        </p:nvCxnSpPr>
        <p:spPr>
          <a:xfrm flipH="1" flipV="1">
            <a:off x="3313112" y="5577755"/>
            <a:ext cx="680628" cy="98001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902F1CF4-0E2C-3055-5C00-D6CB26CB15E4}"/>
              </a:ext>
            </a:extLst>
          </p:cNvPr>
          <p:cNvGrpSpPr>
            <a:grpSpLocks noChangeAspect="1"/>
          </p:cNvGrpSpPr>
          <p:nvPr/>
        </p:nvGrpSpPr>
        <p:grpSpPr>
          <a:xfrm>
            <a:off x="2159941" y="2768012"/>
            <a:ext cx="273517" cy="173113"/>
            <a:chOff x="980945" y="1888766"/>
            <a:chExt cx="271916" cy="172099"/>
          </a:xfrm>
        </p:grpSpPr>
        <p:grpSp>
          <p:nvGrpSpPr>
            <p:cNvPr id="1197" name="Group 898">
              <a:extLst>
                <a:ext uri="{FF2B5EF4-FFF2-40B4-BE49-F238E27FC236}">
                  <a16:creationId xmlns:a16="http://schemas.microsoft.com/office/drawing/2014/main" id="{234DCD29-F1EB-3E10-14FE-9C0DE7AE074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199" name="Rectangle 88">
                <a:extLst>
                  <a:ext uri="{FF2B5EF4-FFF2-40B4-BE49-F238E27FC236}">
                    <a16:creationId xmlns:a16="http://schemas.microsoft.com/office/drawing/2014/main" id="{3B83E34C-C0A1-678D-E786-5FC3789A8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0" name="Isosceles Triangle 1199">
                <a:extLst>
                  <a:ext uri="{FF2B5EF4-FFF2-40B4-BE49-F238E27FC236}">
                    <a16:creationId xmlns:a16="http://schemas.microsoft.com/office/drawing/2014/main" id="{A9084FE9-0D7F-EC5D-2022-A4C0AE08BC01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01" name="Oval 341">
                <a:extLst>
                  <a:ext uri="{FF2B5EF4-FFF2-40B4-BE49-F238E27FC236}">
                    <a16:creationId xmlns:a16="http://schemas.microsoft.com/office/drawing/2014/main" id="{0EEF9E1C-13F7-9EFA-63BF-5575BE554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8" name="Trapezoid 624">
              <a:extLst>
                <a:ext uri="{FF2B5EF4-FFF2-40B4-BE49-F238E27FC236}">
                  <a16:creationId xmlns:a16="http://schemas.microsoft.com/office/drawing/2014/main" id="{964C9EA6-1906-65BB-B099-AEDA8553428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8F9FC929-24C6-C13A-1B5A-48B0F08EF6E7}"/>
              </a:ext>
            </a:extLst>
          </p:cNvPr>
          <p:cNvGrpSpPr/>
          <p:nvPr/>
        </p:nvGrpSpPr>
        <p:grpSpPr>
          <a:xfrm>
            <a:off x="2156221" y="2453557"/>
            <a:ext cx="280226" cy="161260"/>
            <a:chOff x="1539943" y="2795561"/>
            <a:chExt cx="367732" cy="211616"/>
          </a:xfrm>
        </p:grpSpPr>
        <p:sp>
          <p:nvSpPr>
            <p:cNvPr id="1203" name="Rectangle 60">
              <a:extLst>
                <a:ext uri="{FF2B5EF4-FFF2-40B4-BE49-F238E27FC236}">
                  <a16:creationId xmlns:a16="http://schemas.microsoft.com/office/drawing/2014/main" id="{F48E5A01-F830-F943-C154-8F268B870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04" name="Group 719">
              <a:extLst>
                <a:ext uri="{FF2B5EF4-FFF2-40B4-BE49-F238E27FC236}">
                  <a16:creationId xmlns:a16="http://schemas.microsoft.com/office/drawing/2014/main" id="{2A356770-F1C8-2FD0-DCDB-9E1D3B5C8FDE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06" name="Straight Connector 1205">
                <a:extLst>
                  <a:ext uri="{FF2B5EF4-FFF2-40B4-BE49-F238E27FC236}">
                    <a16:creationId xmlns:a16="http://schemas.microsoft.com/office/drawing/2014/main" id="{75337189-D046-1F06-544C-6724A6FAA9A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7" name="Straight Connector 1206">
                <a:extLst>
                  <a:ext uri="{FF2B5EF4-FFF2-40B4-BE49-F238E27FC236}">
                    <a16:creationId xmlns:a16="http://schemas.microsoft.com/office/drawing/2014/main" id="{DCB433DE-6787-AFDA-9464-2A7AC3B622B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71E893FF-5E48-BC3F-3C8D-E982C8DB9FD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09" name="Straight Connector 1208">
                <a:extLst>
                  <a:ext uri="{FF2B5EF4-FFF2-40B4-BE49-F238E27FC236}">
                    <a16:creationId xmlns:a16="http://schemas.microsoft.com/office/drawing/2014/main" id="{6C26AE7C-27CB-5DFF-B4A2-F47254A085C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05" name="Trapezoid 640">
              <a:extLst>
                <a:ext uri="{FF2B5EF4-FFF2-40B4-BE49-F238E27FC236}">
                  <a16:creationId xmlns:a16="http://schemas.microsoft.com/office/drawing/2014/main" id="{AA93AADD-7BBA-36C6-9873-CD6BF4991CDB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10" name="Rectangle 135">
            <a:extLst>
              <a:ext uri="{FF2B5EF4-FFF2-40B4-BE49-F238E27FC236}">
                <a16:creationId xmlns:a16="http://schemas.microsoft.com/office/drawing/2014/main" id="{C911D13B-CBCB-F5DF-3FDA-5692FF11E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81" y="2477043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OTN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211" name="Rectangle 135">
            <a:extLst>
              <a:ext uri="{FF2B5EF4-FFF2-40B4-BE49-F238E27FC236}">
                <a16:creationId xmlns:a16="http://schemas.microsoft.com/office/drawing/2014/main" id="{3B352937-9B41-DF18-E341-EB5AFEEC0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78" y="2804029"/>
            <a:ext cx="564826" cy="12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it-IT" sz="813" kern="0" dirty="0">
                <a:solidFill>
                  <a:srgbClr val="000000"/>
                </a:solidFill>
                <a:latin typeface="Calibri"/>
                <a:cs typeface="Arial" charset="0"/>
              </a:rPr>
              <a:t>OTU</a:t>
            </a:r>
            <a:endParaRPr lang="en-GB" sz="813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0D8EEA15-3B84-4F5D-3D6F-0F5788912604}"/>
              </a:ext>
            </a:extLst>
          </p:cNvPr>
          <p:cNvGrpSpPr>
            <a:grpSpLocks noChangeAspect="1"/>
          </p:cNvGrpSpPr>
          <p:nvPr/>
        </p:nvGrpSpPr>
        <p:grpSpPr>
          <a:xfrm>
            <a:off x="9999077" y="2767159"/>
            <a:ext cx="273517" cy="173113"/>
            <a:chOff x="980945" y="1888766"/>
            <a:chExt cx="271916" cy="172099"/>
          </a:xfrm>
        </p:grpSpPr>
        <p:grpSp>
          <p:nvGrpSpPr>
            <p:cNvPr id="1213" name="Group 898">
              <a:extLst>
                <a:ext uri="{FF2B5EF4-FFF2-40B4-BE49-F238E27FC236}">
                  <a16:creationId xmlns:a16="http://schemas.microsoft.com/office/drawing/2014/main" id="{CB00B109-D776-A9C2-6562-B8CA953A096A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1215" name="Rectangle 88">
                <a:extLst>
                  <a:ext uri="{FF2B5EF4-FFF2-40B4-BE49-F238E27FC236}">
                    <a16:creationId xmlns:a16="http://schemas.microsoft.com/office/drawing/2014/main" id="{47BAECEA-31F2-5678-FCE0-38D837A26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457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6" name="Isosceles Triangle 1215">
                <a:extLst>
                  <a:ext uri="{FF2B5EF4-FFF2-40B4-BE49-F238E27FC236}">
                    <a16:creationId xmlns:a16="http://schemas.microsoft.com/office/drawing/2014/main" id="{29452FD8-9976-EB80-B049-766B00FC6A53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7" name="Oval 341">
                <a:extLst>
                  <a:ext uri="{FF2B5EF4-FFF2-40B4-BE49-F238E27FC236}">
                    <a16:creationId xmlns:a16="http://schemas.microsoft.com/office/drawing/2014/main" id="{1AA138FA-A97A-3D00-D72A-5ABAEC987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52256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29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14" name="Trapezoid 655">
              <a:extLst>
                <a:ext uri="{FF2B5EF4-FFF2-40B4-BE49-F238E27FC236}">
                  <a16:creationId xmlns:a16="http://schemas.microsoft.com/office/drawing/2014/main" id="{B6A00B34-50C2-87E2-F04A-6D58D7BBE43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52261" tIns="26131" rIns="52261" bIns="261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9675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29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18" name="Group 1217">
            <a:extLst>
              <a:ext uri="{FF2B5EF4-FFF2-40B4-BE49-F238E27FC236}">
                <a16:creationId xmlns:a16="http://schemas.microsoft.com/office/drawing/2014/main" id="{7DD52DFA-A748-C0F7-1498-55F1B3741407}"/>
              </a:ext>
            </a:extLst>
          </p:cNvPr>
          <p:cNvGrpSpPr/>
          <p:nvPr/>
        </p:nvGrpSpPr>
        <p:grpSpPr>
          <a:xfrm>
            <a:off x="9995358" y="2452703"/>
            <a:ext cx="280226" cy="161260"/>
            <a:chOff x="1539943" y="2795561"/>
            <a:chExt cx="367732" cy="211616"/>
          </a:xfrm>
        </p:grpSpPr>
        <p:sp>
          <p:nvSpPr>
            <p:cNvPr id="1219" name="Rectangle 60">
              <a:extLst>
                <a:ext uri="{FF2B5EF4-FFF2-40B4-BE49-F238E27FC236}">
                  <a16:creationId xmlns:a16="http://schemas.microsoft.com/office/drawing/2014/main" id="{FBF2D95B-7177-FA09-963B-C6E47E32B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20" name="Group 719">
              <a:extLst>
                <a:ext uri="{FF2B5EF4-FFF2-40B4-BE49-F238E27FC236}">
                  <a16:creationId xmlns:a16="http://schemas.microsoft.com/office/drawing/2014/main" id="{B9E4F348-912B-1227-649D-46129C70D9EB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83C71AAD-9EBC-D31B-7303-2C9E0482B97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F81A6C3F-4E31-4BE3-8801-D7C8553BF9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4" name="Straight Connector 1223">
                <a:extLst>
                  <a:ext uri="{FF2B5EF4-FFF2-40B4-BE49-F238E27FC236}">
                    <a16:creationId xmlns:a16="http://schemas.microsoft.com/office/drawing/2014/main" id="{1DC892AA-6F3A-82B9-1B2E-FF8C772A327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25" name="Straight Connector 1224">
                <a:extLst>
                  <a:ext uri="{FF2B5EF4-FFF2-40B4-BE49-F238E27FC236}">
                    <a16:creationId xmlns:a16="http://schemas.microsoft.com/office/drawing/2014/main" id="{D92A52D5-BAE4-C5C2-98E7-73F4BCF7AC5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21" name="Trapezoid 666">
              <a:extLst>
                <a:ext uri="{FF2B5EF4-FFF2-40B4-BE49-F238E27FC236}">
                  <a16:creationId xmlns:a16="http://schemas.microsoft.com/office/drawing/2014/main" id="{54E48332-507C-2D21-F61D-F592E5658409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26" name="Group 1225">
            <a:extLst>
              <a:ext uri="{FF2B5EF4-FFF2-40B4-BE49-F238E27FC236}">
                <a16:creationId xmlns:a16="http://schemas.microsoft.com/office/drawing/2014/main" id="{3B9A745A-11F6-D473-3C6A-282E43F788A0}"/>
              </a:ext>
            </a:extLst>
          </p:cNvPr>
          <p:cNvGrpSpPr>
            <a:grpSpLocks noChangeAspect="1"/>
          </p:cNvGrpSpPr>
          <p:nvPr/>
        </p:nvGrpSpPr>
        <p:grpSpPr>
          <a:xfrm>
            <a:off x="2997672" y="6085601"/>
            <a:ext cx="303785" cy="71625"/>
            <a:chOff x="3526822" y="4206320"/>
            <a:chExt cx="567386" cy="133776"/>
          </a:xfrm>
        </p:grpSpPr>
        <p:sp>
          <p:nvSpPr>
            <p:cNvPr id="1227" name="Rectangle 25">
              <a:extLst>
                <a:ext uri="{FF2B5EF4-FFF2-40B4-BE49-F238E27FC236}">
                  <a16:creationId xmlns:a16="http://schemas.microsoft.com/office/drawing/2014/main" id="{014C22CE-B856-19B8-CF1F-570A662A9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822" y="4206320"/>
              <a:ext cx="567386" cy="133776"/>
            </a:xfrm>
            <a:prstGeom prst="rect">
              <a:avLst/>
            </a:prstGeom>
            <a:solidFill>
              <a:srgbClr val="FFAF00">
                <a:lumMod val="75000"/>
              </a:srgbClr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69681" tIns="34840" rIns="69681" bIns="34840" numCol="1" anchor="ctr" anchorCtr="0" compatLnSpc="1">
              <a:prstTxWarp prst="textNoShape">
                <a:avLst/>
              </a:prstTxWarp>
            </a:bodyPr>
            <a:lstStyle/>
            <a:p>
              <a:pPr algn="ctr" defTabSz="464492">
                <a:defRPr/>
              </a:pPr>
              <a:endParaRPr lang="en-US" sz="813" kern="0">
                <a:solidFill>
                  <a:srgbClr val="4B4B4B">
                    <a:lumMod val="50000"/>
                  </a:srgbClr>
                </a:solidFill>
                <a:latin typeface="Calibri"/>
              </a:endParaRPr>
            </a:p>
          </p:txBody>
        </p:sp>
        <p:sp>
          <p:nvSpPr>
            <p:cNvPr id="1228" name="Rectangle 29">
              <a:extLst>
                <a:ext uri="{FF2B5EF4-FFF2-40B4-BE49-F238E27FC236}">
                  <a16:creationId xmlns:a16="http://schemas.microsoft.com/office/drawing/2014/main" id="{175C10B3-1460-97CE-1528-8C93389A4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763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  <p:sp>
          <p:nvSpPr>
            <p:cNvPr id="1229" name="Rectangle 29">
              <a:extLst>
                <a:ext uri="{FF2B5EF4-FFF2-40B4-BE49-F238E27FC236}">
                  <a16:creationId xmlns:a16="http://schemas.microsoft.com/office/drawing/2014/main" id="{2E5B9CEB-9F66-F345-DD46-9B3D87686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769" y="4232863"/>
              <a:ext cx="85868" cy="77719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B87CC">
                  <a:lumMod val="75000"/>
                </a:srgbClr>
              </a:solidFill>
            </a:ln>
          </p:spPr>
          <p:txBody>
            <a:bodyPr vert="horz" wrap="square" lIns="69681" tIns="34840" rIns="69681" bIns="34840" numCol="1" anchor="t" anchorCtr="0" compatLnSpc="1">
              <a:prstTxWarp prst="textNoShape">
                <a:avLst/>
              </a:prstTxWarp>
            </a:bodyPr>
            <a:lstStyle/>
            <a:p>
              <a:pPr defTabSz="464492">
                <a:defRPr/>
              </a:pPr>
              <a:endParaRPr lang="en-US" sz="1372" kern="0">
                <a:solidFill>
                  <a:srgbClr val="4B4B4B"/>
                </a:solidFill>
                <a:latin typeface="Calibri"/>
              </a:endParaRPr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EF65217D-6625-F6A2-B67B-D2BE3BD097BA}"/>
              </a:ext>
            </a:extLst>
          </p:cNvPr>
          <p:cNvGrpSpPr/>
          <p:nvPr/>
        </p:nvGrpSpPr>
        <p:grpSpPr>
          <a:xfrm>
            <a:off x="4706505" y="6106196"/>
            <a:ext cx="1029166" cy="71625"/>
            <a:chOff x="3595799" y="4960156"/>
            <a:chExt cx="1012906" cy="70493"/>
          </a:xfrm>
        </p:grpSpPr>
        <p:cxnSp>
          <p:nvCxnSpPr>
            <p:cNvPr id="1231" name="Straight Arrow Connector 1230">
              <a:extLst>
                <a:ext uri="{FF2B5EF4-FFF2-40B4-BE49-F238E27FC236}">
                  <a16:creationId xmlns:a16="http://schemas.microsoft.com/office/drawing/2014/main" id="{2B8AAF9D-FD55-8549-34A3-B9AC9A4BAB37}"/>
                </a:ext>
              </a:extLst>
            </p:cNvPr>
            <p:cNvCxnSpPr>
              <a:cxnSpLocks/>
              <a:stCxn id="288" idx="1"/>
              <a:endCxn id="1235" idx="3"/>
            </p:cNvCxnSpPr>
            <p:nvPr/>
          </p:nvCxnSpPr>
          <p:spPr>
            <a:xfrm flipH="1">
              <a:off x="4152522" y="4969811"/>
              <a:ext cx="456183" cy="2480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2" name="Straight Arrow Connector 1231">
              <a:extLst>
                <a:ext uri="{FF2B5EF4-FFF2-40B4-BE49-F238E27FC236}">
                  <a16:creationId xmlns:a16="http://schemas.microsoft.com/office/drawing/2014/main" id="{764EAF00-8C2A-C3F1-C9B4-21C2AFB81379}"/>
                </a:ext>
              </a:extLst>
            </p:cNvPr>
            <p:cNvCxnSpPr>
              <a:cxnSpLocks/>
              <a:stCxn id="1236" idx="1"/>
              <a:endCxn id="236" idx="3"/>
            </p:cNvCxnSpPr>
            <p:nvPr/>
          </p:nvCxnSpPr>
          <p:spPr>
            <a:xfrm flipH="1" flipV="1">
              <a:off x="3595799" y="4973354"/>
              <a:ext cx="289632" cy="21266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8E8FFF46-3E7B-CE90-5CAC-D4E426F9F7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34" name="Rectangle 25">
                <a:extLst>
                  <a:ext uri="{FF2B5EF4-FFF2-40B4-BE49-F238E27FC236}">
                    <a16:creationId xmlns:a16="http://schemas.microsoft.com/office/drawing/2014/main" id="{F5ECAA2A-D648-3637-4482-0E316C049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35" name="Rectangle 29">
                <a:extLst>
                  <a:ext uri="{FF2B5EF4-FFF2-40B4-BE49-F238E27FC236}">
                    <a16:creationId xmlns:a16="http://schemas.microsoft.com/office/drawing/2014/main" id="{80E42CA9-4ECD-823E-C1DF-82D179FBB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36" name="Rectangle 29">
                <a:extLst>
                  <a:ext uri="{FF2B5EF4-FFF2-40B4-BE49-F238E27FC236}">
                    <a16:creationId xmlns:a16="http://schemas.microsoft.com/office/drawing/2014/main" id="{DAE046EC-8478-41CE-744A-5BF8BBAE4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37" name="Group 1236">
            <a:extLst>
              <a:ext uri="{FF2B5EF4-FFF2-40B4-BE49-F238E27FC236}">
                <a16:creationId xmlns:a16="http://schemas.microsoft.com/office/drawing/2014/main" id="{FB3E937E-890D-28FA-324E-E26B37F91F7E}"/>
              </a:ext>
            </a:extLst>
          </p:cNvPr>
          <p:cNvGrpSpPr/>
          <p:nvPr/>
        </p:nvGrpSpPr>
        <p:grpSpPr>
          <a:xfrm>
            <a:off x="6580618" y="6095623"/>
            <a:ext cx="1049124" cy="71625"/>
            <a:chOff x="3490493" y="4960156"/>
            <a:chExt cx="1032550" cy="70493"/>
          </a:xfrm>
        </p:grpSpPr>
        <p:cxnSp>
          <p:nvCxnSpPr>
            <p:cNvPr id="1238" name="Straight Arrow Connector 1237">
              <a:extLst>
                <a:ext uri="{FF2B5EF4-FFF2-40B4-BE49-F238E27FC236}">
                  <a16:creationId xmlns:a16="http://schemas.microsoft.com/office/drawing/2014/main" id="{045EE371-E65B-AF61-0EAC-E85BB7EC55FD}"/>
                </a:ext>
              </a:extLst>
            </p:cNvPr>
            <p:cNvCxnSpPr>
              <a:cxnSpLocks/>
              <a:stCxn id="349" idx="3"/>
              <a:endCxn id="1242" idx="3"/>
            </p:cNvCxnSpPr>
            <p:nvPr/>
          </p:nvCxnSpPr>
          <p:spPr>
            <a:xfrm flipH="1">
              <a:off x="4152522" y="4986541"/>
              <a:ext cx="370521" cy="8079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39" name="Straight Arrow Connector 1238">
              <a:extLst>
                <a:ext uri="{FF2B5EF4-FFF2-40B4-BE49-F238E27FC236}">
                  <a16:creationId xmlns:a16="http://schemas.microsoft.com/office/drawing/2014/main" id="{986DE6CA-5017-D56F-C020-0308A883A2E0}"/>
                </a:ext>
              </a:extLst>
            </p:cNvPr>
            <p:cNvCxnSpPr>
              <a:cxnSpLocks/>
              <a:stCxn id="1243" idx="1"/>
              <a:endCxn id="327" idx="3"/>
            </p:cNvCxnSpPr>
            <p:nvPr/>
          </p:nvCxnSpPr>
          <p:spPr>
            <a:xfrm flipH="1" flipV="1">
              <a:off x="3490493" y="4980219"/>
              <a:ext cx="394937" cy="1440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A367AF08-32D4-4A92-8D8D-87CED50894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1" name="Rectangle 25">
                <a:extLst>
                  <a:ext uri="{FF2B5EF4-FFF2-40B4-BE49-F238E27FC236}">
                    <a16:creationId xmlns:a16="http://schemas.microsoft.com/office/drawing/2014/main" id="{391748A8-BBC4-A050-119C-77A31E054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2" name="Rectangle 29">
                <a:extLst>
                  <a:ext uri="{FF2B5EF4-FFF2-40B4-BE49-F238E27FC236}">
                    <a16:creationId xmlns:a16="http://schemas.microsoft.com/office/drawing/2014/main" id="{598ECB62-900D-A848-2392-7A99A53B9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43" name="Rectangle 29">
                <a:extLst>
                  <a:ext uri="{FF2B5EF4-FFF2-40B4-BE49-F238E27FC236}">
                    <a16:creationId xmlns:a16="http://schemas.microsoft.com/office/drawing/2014/main" id="{BD1301F1-59CA-62C9-6858-73A3F698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93CF395B-45D1-2F41-9785-4D4C579A0089}"/>
              </a:ext>
            </a:extLst>
          </p:cNvPr>
          <p:cNvGrpSpPr/>
          <p:nvPr/>
        </p:nvGrpSpPr>
        <p:grpSpPr>
          <a:xfrm>
            <a:off x="8425121" y="6109337"/>
            <a:ext cx="1594744" cy="71625"/>
            <a:chOff x="3602868" y="4960156"/>
            <a:chExt cx="1569549" cy="70493"/>
          </a:xfrm>
        </p:grpSpPr>
        <p:cxnSp>
          <p:nvCxnSpPr>
            <p:cNvPr id="1245" name="Straight Arrow Connector 1244">
              <a:extLst>
                <a:ext uri="{FF2B5EF4-FFF2-40B4-BE49-F238E27FC236}">
                  <a16:creationId xmlns:a16="http://schemas.microsoft.com/office/drawing/2014/main" id="{67494AF2-BD4B-2243-78C3-864268F60E1E}"/>
                </a:ext>
              </a:extLst>
            </p:cNvPr>
            <p:cNvCxnSpPr>
              <a:cxnSpLocks/>
              <a:stCxn id="927" idx="1"/>
              <a:endCxn id="1249" idx="3"/>
            </p:cNvCxnSpPr>
            <p:nvPr/>
          </p:nvCxnSpPr>
          <p:spPr>
            <a:xfrm flipH="1">
              <a:off x="4152522" y="4962044"/>
              <a:ext cx="1019895" cy="3257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cxnSp>
          <p:nvCxnSpPr>
            <p:cNvPr id="1246" name="Straight Arrow Connector 1245">
              <a:extLst>
                <a:ext uri="{FF2B5EF4-FFF2-40B4-BE49-F238E27FC236}">
                  <a16:creationId xmlns:a16="http://schemas.microsoft.com/office/drawing/2014/main" id="{3526EE3A-E82A-0A01-84B6-AFEEBBAAD78F}"/>
                </a:ext>
              </a:extLst>
            </p:cNvPr>
            <p:cNvCxnSpPr>
              <a:cxnSpLocks/>
              <a:stCxn id="1250" idx="1"/>
              <a:endCxn id="359" idx="3"/>
            </p:cNvCxnSpPr>
            <p:nvPr/>
          </p:nvCxnSpPr>
          <p:spPr>
            <a:xfrm flipH="1" flipV="1">
              <a:off x="3602868" y="4967725"/>
              <a:ext cx="282563" cy="26895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none"/>
            </a:ln>
            <a:effectLst/>
          </p:spPr>
        </p:cxn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ADBEEBB2-B103-1D97-4BB5-DB35CCF6093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69650" y="4960156"/>
              <a:ext cx="298985" cy="70493"/>
              <a:chOff x="3526822" y="4206320"/>
              <a:chExt cx="567386" cy="133776"/>
            </a:xfrm>
          </p:grpSpPr>
          <p:sp>
            <p:nvSpPr>
              <p:cNvPr id="1248" name="Rectangle 25">
                <a:extLst>
                  <a:ext uri="{FF2B5EF4-FFF2-40B4-BE49-F238E27FC236}">
                    <a16:creationId xmlns:a16="http://schemas.microsoft.com/office/drawing/2014/main" id="{1120CA94-F418-CB16-79E4-E366FC32A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822" y="4206320"/>
                <a:ext cx="567386" cy="133776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endParaRPr lang="en-US" sz="813" kern="0">
                  <a:solidFill>
                    <a:srgbClr val="4B4B4B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1249" name="Rectangle 29">
                <a:extLst>
                  <a:ext uri="{FF2B5EF4-FFF2-40B4-BE49-F238E27FC236}">
                    <a16:creationId xmlns:a16="http://schemas.microsoft.com/office/drawing/2014/main" id="{D0FCB1B8-9984-29DD-4069-9D2BE4C30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7763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1250" name="Rectangle 29">
                <a:extLst>
                  <a:ext uri="{FF2B5EF4-FFF2-40B4-BE49-F238E27FC236}">
                    <a16:creationId xmlns:a16="http://schemas.microsoft.com/office/drawing/2014/main" id="{9CBE1CCF-79EC-6E18-E042-92EB9C1F5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769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1251" name="Group 254">
            <a:extLst>
              <a:ext uri="{FF2B5EF4-FFF2-40B4-BE49-F238E27FC236}">
                <a16:creationId xmlns:a16="http://schemas.microsoft.com/office/drawing/2014/main" id="{696C91CA-0C0E-DE5C-CC8E-03A508593045}"/>
              </a:ext>
            </a:extLst>
          </p:cNvPr>
          <p:cNvGrpSpPr>
            <a:grpSpLocks noChangeAspect="1"/>
          </p:cNvGrpSpPr>
          <p:nvPr/>
        </p:nvGrpSpPr>
        <p:grpSpPr>
          <a:xfrm>
            <a:off x="4417264" y="3838625"/>
            <a:ext cx="280226" cy="161260"/>
            <a:chOff x="8421867" y="1904979"/>
            <a:chExt cx="347879" cy="255573"/>
          </a:xfrm>
        </p:grpSpPr>
        <p:sp>
          <p:nvSpPr>
            <p:cNvPr id="1252" name="Rectangle 60">
              <a:extLst>
                <a:ext uri="{FF2B5EF4-FFF2-40B4-BE49-F238E27FC236}">
                  <a16:creationId xmlns:a16="http://schemas.microsoft.com/office/drawing/2014/main" id="{6C011C97-6E01-7F0B-F792-535CB6AAB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53" name="Group 719">
              <a:extLst>
                <a:ext uri="{FF2B5EF4-FFF2-40B4-BE49-F238E27FC236}">
                  <a16:creationId xmlns:a16="http://schemas.microsoft.com/office/drawing/2014/main" id="{9EBD6E1A-1A7D-76EB-4677-436E736FAF0F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40125DA9-FDCC-0786-3CFA-04E3A43ADA9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A2876343-4F8D-D63C-3597-008D41453E5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773B29C4-E3C0-7D32-33F6-76724721B08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58" name="Straight Connector 1257">
                <a:extLst>
                  <a:ext uri="{FF2B5EF4-FFF2-40B4-BE49-F238E27FC236}">
                    <a16:creationId xmlns:a16="http://schemas.microsoft.com/office/drawing/2014/main" id="{9E9C81E4-51CB-1878-C0F8-F8C34B8DFF0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54" name="Trapezoid 798">
              <a:extLst>
                <a:ext uri="{FF2B5EF4-FFF2-40B4-BE49-F238E27FC236}">
                  <a16:creationId xmlns:a16="http://schemas.microsoft.com/office/drawing/2014/main" id="{B0EC049D-1980-8596-A458-B1432823E30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9" name="Rectangle 25">
            <a:extLst>
              <a:ext uri="{FF2B5EF4-FFF2-40B4-BE49-F238E27FC236}">
                <a16:creationId xmlns:a16="http://schemas.microsoft.com/office/drawing/2014/main" id="{41F0FA8F-BCAD-E370-D3A1-1272E36DA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97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03304CF0-6276-8F24-30F8-213F28524AC2}"/>
              </a:ext>
            </a:extLst>
          </p:cNvPr>
          <p:cNvCxnSpPr>
            <a:cxnSpLocks/>
            <a:stCxn id="1265" idx="1"/>
            <a:endCxn id="1263" idx="6"/>
          </p:cNvCxnSpPr>
          <p:nvPr/>
        </p:nvCxnSpPr>
        <p:spPr>
          <a:xfrm flipH="1" flipV="1">
            <a:off x="4359187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1" name="Rectangle 29">
            <a:extLst>
              <a:ext uri="{FF2B5EF4-FFF2-40B4-BE49-F238E27FC236}">
                <a16:creationId xmlns:a16="http://schemas.microsoft.com/office/drawing/2014/main" id="{C8C53519-91A9-58BA-6971-705A13ACC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8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62" name="Straight Arrow Connector 1261">
            <a:extLst>
              <a:ext uri="{FF2B5EF4-FFF2-40B4-BE49-F238E27FC236}">
                <a16:creationId xmlns:a16="http://schemas.microsoft.com/office/drawing/2014/main" id="{36846066-0D21-ED60-3CEE-9981193C65FE}"/>
              </a:ext>
            </a:extLst>
          </p:cNvPr>
          <p:cNvCxnSpPr>
            <a:cxnSpLocks/>
            <a:stCxn id="1261" idx="2"/>
            <a:endCxn id="991" idx="3"/>
          </p:cNvCxnSpPr>
          <p:nvPr/>
        </p:nvCxnSpPr>
        <p:spPr>
          <a:xfrm flipH="1">
            <a:off x="4128853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63" name="Rectangle 29">
            <a:extLst>
              <a:ext uri="{FF2B5EF4-FFF2-40B4-BE49-F238E27FC236}">
                <a16:creationId xmlns:a16="http://schemas.microsoft.com/office/drawing/2014/main" id="{5AC52FD9-3F4B-C8E8-5BE6-46C3CE325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05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022F453A-0FA9-C201-4C9B-66D2CE6D41CB}"/>
              </a:ext>
            </a:extLst>
          </p:cNvPr>
          <p:cNvGrpSpPr/>
          <p:nvPr/>
        </p:nvGrpSpPr>
        <p:grpSpPr>
          <a:xfrm>
            <a:off x="4417318" y="3501234"/>
            <a:ext cx="276281" cy="173735"/>
            <a:chOff x="3417117" y="2447654"/>
            <a:chExt cx="362556" cy="227987"/>
          </a:xfrm>
        </p:grpSpPr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A93AFE53-B686-E4DB-437B-DF8FA7FA4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1D2A61AE-98CD-9E50-E873-56D4A0A44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7" name="Trapezoid 849">
              <a:extLst>
                <a:ext uri="{FF2B5EF4-FFF2-40B4-BE49-F238E27FC236}">
                  <a16:creationId xmlns:a16="http://schemas.microsoft.com/office/drawing/2014/main" id="{488A3F27-C49E-F546-09E3-76EDA6069AA2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68" name="Straight Arrow Connector 1267">
            <a:extLst>
              <a:ext uri="{FF2B5EF4-FFF2-40B4-BE49-F238E27FC236}">
                <a16:creationId xmlns:a16="http://schemas.microsoft.com/office/drawing/2014/main" id="{299A1AF9-C120-113F-A721-A9242806D064}"/>
              </a:ext>
            </a:extLst>
          </p:cNvPr>
          <p:cNvCxnSpPr>
            <a:cxnSpLocks/>
            <a:stCxn id="1102" idx="3"/>
            <a:endCxn id="991" idx="0"/>
          </p:cNvCxnSpPr>
          <p:nvPr/>
        </p:nvCxnSpPr>
        <p:spPr>
          <a:xfrm flipH="1">
            <a:off x="3990712" y="3227932"/>
            <a:ext cx="1493606" cy="2717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69" name="Group 254">
            <a:extLst>
              <a:ext uri="{FF2B5EF4-FFF2-40B4-BE49-F238E27FC236}">
                <a16:creationId xmlns:a16="http://schemas.microsoft.com/office/drawing/2014/main" id="{B49779C2-0D4F-D373-4CC1-EE490CBECDAA}"/>
              </a:ext>
            </a:extLst>
          </p:cNvPr>
          <p:cNvGrpSpPr>
            <a:grpSpLocks noChangeAspect="1"/>
          </p:cNvGrpSpPr>
          <p:nvPr/>
        </p:nvGrpSpPr>
        <p:grpSpPr>
          <a:xfrm>
            <a:off x="7575569" y="3850494"/>
            <a:ext cx="280226" cy="161260"/>
            <a:chOff x="8421867" y="1904979"/>
            <a:chExt cx="347879" cy="255573"/>
          </a:xfrm>
        </p:grpSpPr>
        <p:sp>
          <p:nvSpPr>
            <p:cNvPr id="1270" name="Rectangle 60">
              <a:extLst>
                <a:ext uri="{FF2B5EF4-FFF2-40B4-BE49-F238E27FC236}">
                  <a16:creationId xmlns:a16="http://schemas.microsoft.com/office/drawing/2014/main" id="{6A261004-823B-2D6C-C3E6-75963BDA0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71" name="Group 719">
              <a:extLst>
                <a:ext uri="{FF2B5EF4-FFF2-40B4-BE49-F238E27FC236}">
                  <a16:creationId xmlns:a16="http://schemas.microsoft.com/office/drawing/2014/main" id="{48A036C5-3F29-9C30-2A1B-1A27EE44A903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73" name="Straight Connector 1272">
                <a:extLst>
                  <a:ext uri="{FF2B5EF4-FFF2-40B4-BE49-F238E27FC236}">
                    <a16:creationId xmlns:a16="http://schemas.microsoft.com/office/drawing/2014/main" id="{C57308C5-9790-999F-5C8B-1FCBE19ED6B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4" name="Straight Connector 1273">
                <a:extLst>
                  <a:ext uri="{FF2B5EF4-FFF2-40B4-BE49-F238E27FC236}">
                    <a16:creationId xmlns:a16="http://schemas.microsoft.com/office/drawing/2014/main" id="{3928E458-E39E-F8CD-C7B7-741327689AB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5" name="Straight Connector 1274">
                <a:extLst>
                  <a:ext uri="{FF2B5EF4-FFF2-40B4-BE49-F238E27FC236}">
                    <a16:creationId xmlns:a16="http://schemas.microsoft.com/office/drawing/2014/main" id="{C123A877-873C-DBCA-BE7A-34EEB7F2873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6" name="Straight Connector 1275">
                <a:extLst>
                  <a:ext uri="{FF2B5EF4-FFF2-40B4-BE49-F238E27FC236}">
                    <a16:creationId xmlns:a16="http://schemas.microsoft.com/office/drawing/2014/main" id="{A58FA2E1-523D-E22B-8EA5-621AD1B2775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72" name="Trapezoid 853">
              <a:extLst>
                <a:ext uri="{FF2B5EF4-FFF2-40B4-BE49-F238E27FC236}">
                  <a16:creationId xmlns:a16="http://schemas.microsoft.com/office/drawing/2014/main" id="{9A17BC00-34EE-AEBF-02B5-FBA6C2EB832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7" name="Group 1276">
            <a:extLst>
              <a:ext uri="{FF2B5EF4-FFF2-40B4-BE49-F238E27FC236}">
                <a16:creationId xmlns:a16="http://schemas.microsoft.com/office/drawing/2014/main" id="{0A67B0E1-605E-F26D-9EF2-B0E28773F5DF}"/>
              </a:ext>
            </a:extLst>
          </p:cNvPr>
          <p:cNvGrpSpPr/>
          <p:nvPr/>
        </p:nvGrpSpPr>
        <p:grpSpPr>
          <a:xfrm>
            <a:off x="7572492" y="3498108"/>
            <a:ext cx="276281" cy="173735"/>
            <a:chOff x="3417117" y="2447654"/>
            <a:chExt cx="362556" cy="227987"/>
          </a:xfrm>
        </p:grpSpPr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C6B3EB0C-BE60-4001-9FC3-CFD665808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3C4CC521-409C-BEF6-C7CE-86884300B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0" name="Trapezoid 861">
              <a:extLst>
                <a:ext uri="{FF2B5EF4-FFF2-40B4-BE49-F238E27FC236}">
                  <a16:creationId xmlns:a16="http://schemas.microsoft.com/office/drawing/2014/main" id="{4D830388-5C51-CE64-9A56-186C9AF122A7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81" name="Rectangle 25">
            <a:extLst>
              <a:ext uri="{FF2B5EF4-FFF2-40B4-BE49-F238E27FC236}">
                <a16:creationId xmlns:a16="http://schemas.microsoft.com/office/drawing/2014/main" id="{04055D6A-A2F6-B9D7-652F-4640E77BF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526" y="3538880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282" name="Straight Arrow Connector 1281">
            <a:extLst>
              <a:ext uri="{FF2B5EF4-FFF2-40B4-BE49-F238E27FC236}">
                <a16:creationId xmlns:a16="http://schemas.microsoft.com/office/drawing/2014/main" id="{3B933583-D6A2-C4CA-1A6D-ADAB9F5A781E}"/>
              </a:ext>
            </a:extLst>
          </p:cNvPr>
          <p:cNvCxnSpPr>
            <a:cxnSpLocks/>
            <a:stCxn id="1018" idx="1"/>
            <a:endCxn id="1285" idx="6"/>
          </p:cNvCxnSpPr>
          <p:nvPr/>
        </p:nvCxnSpPr>
        <p:spPr>
          <a:xfrm flipH="1">
            <a:off x="8091744" y="3581673"/>
            <a:ext cx="61570" cy="4347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3" name="Rectangle 29">
            <a:extLst>
              <a:ext uri="{FF2B5EF4-FFF2-40B4-BE49-F238E27FC236}">
                <a16:creationId xmlns:a16="http://schemas.microsoft.com/office/drawing/2014/main" id="{C14E92EE-3535-B76B-6A1B-76BC78A5E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939" y="3554791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4" name="Straight Arrow Connector 1283">
            <a:extLst>
              <a:ext uri="{FF2B5EF4-FFF2-40B4-BE49-F238E27FC236}">
                <a16:creationId xmlns:a16="http://schemas.microsoft.com/office/drawing/2014/main" id="{54DA20C7-BC0B-2972-3D2F-E91DA3EACD13}"/>
              </a:ext>
            </a:extLst>
          </p:cNvPr>
          <p:cNvCxnSpPr>
            <a:cxnSpLocks/>
            <a:stCxn id="1283" idx="2"/>
            <a:endCxn id="1278" idx="3"/>
          </p:cNvCxnSpPr>
          <p:nvPr/>
        </p:nvCxnSpPr>
        <p:spPr>
          <a:xfrm flipH="1">
            <a:off x="7848773" y="3584507"/>
            <a:ext cx="50166" cy="469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285" name="Rectangle 29">
            <a:extLst>
              <a:ext uri="{FF2B5EF4-FFF2-40B4-BE49-F238E27FC236}">
                <a16:creationId xmlns:a16="http://schemas.microsoft.com/office/drawing/2014/main" id="{5163881E-9586-06C5-CFEC-2CFD97757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662" y="3556305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286" name="Straight Arrow Connector 1285">
            <a:extLst>
              <a:ext uri="{FF2B5EF4-FFF2-40B4-BE49-F238E27FC236}">
                <a16:creationId xmlns:a16="http://schemas.microsoft.com/office/drawing/2014/main" id="{BA3E3114-E5EA-DD0A-9422-308E44D2D5D2}"/>
              </a:ext>
            </a:extLst>
          </p:cNvPr>
          <p:cNvCxnSpPr>
            <a:cxnSpLocks/>
            <a:stCxn id="1018" idx="0"/>
            <a:endCxn id="1104" idx="5"/>
          </p:cNvCxnSpPr>
          <p:nvPr/>
        </p:nvCxnSpPr>
        <p:spPr>
          <a:xfrm flipH="1" flipV="1">
            <a:off x="6756438" y="3227933"/>
            <a:ext cx="1535016" cy="266873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21967212-3AF6-FF57-2F0F-073D651E4A99}"/>
              </a:ext>
            </a:extLst>
          </p:cNvPr>
          <p:cNvGrpSpPr/>
          <p:nvPr/>
        </p:nvGrpSpPr>
        <p:grpSpPr>
          <a:xfrm>
            <a:off x="5730192" y="3499658"/>
            <a:ext cx="276281" cy="173735"/>
            <a:chOff x="3417117" y="2447654"/>
            <a:chExt cx="362556" cy="227987"/>
          </a:xfrm>
        </p:grpSpPr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983F8AA1-173A-80F8-2C3D-3FEB465B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F54AB665-64D4-5A68-455B-B5013AED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0" name="Trapezoid 613">
              <a:extLst>
                <a:ext uri="{FF2B5EF4-FFF2-40B4-BE49-F238E27FC236}">
                  <a16:creationId xmlns:a16="http://schemas.microsoft.com/office/drawing/2014/main" id="{A864B852-D1E0-FDB5-33B2-9B0E1832F498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91" name="Straight Arrow Connector 1290">
            <a:extLst>
              <a:ext uri="{FF2B5EF4-FFF2-40B4-BE49-F238E27FC236}">
                <a16:creationId xmlns:a16="http://schemas.microsoft.com/office/drawing/2014/main" id="{51A10644-FD79-1880-8125-290BA5D3B908}"/>
              </a:ext>
            </a:extLst>
          </p:cNvPr>
          <p:cNvCxnSpPr>
            <a:cxnSpLocks/>
            <a:endCxn id="1288" idx="3"/>
          </p:cNvCxnSpPr>
          <p:nvPr/>
        </p:nvCxnSpPr>
        <p:spPr>
          <a:xfrm flipH="1" flipV="1">
            <a:off x="6006472" y="3586526"/>
            <a:ext cx="49371" cy="469"/>
          </a:xfrm>
          <a:prstGeom prst="straightConnector1">
            <a:avLst/>
          </a:prstGeom>
          <a:noFill/>
          <a:ln w="15875" cap="rnd" cmpd="sng" algn="ctr">
            <a:solidFill>
              <a:srgbClr val="FFFFFF">
                <a:lumMod val="85000"/>
              </a:srgbClr>
            </a:solidFill>
            <a:prstDash val="solid"/>
            <a:tailEnd type="none"/>
          </a:ln>
          <a:effectLst/>
        </p:spPr>
      </p:cxnSp>
      <p:grpSp>
        <p:nvGrpSpPr>
          <p:cNvPr id="1292" name="Group 254">
            <a:extLst>
              <a:ext uri="{FF2B5EF4-FFF2-40B4-BE49-F238E27FC236}">
                <a16:creationId xmlns:a16="http://schemas.microsoft.com/office/drawing/2014/main" id="{1DB12D57-13C9-528D-08A5-22949FE30423}"/>
              </a:ext>
            </a:extLst>
          </p:cNvPr>
          <p:cNvGrpSpPr>
            <a:grpSpLocks noChangeAspect="1"/>
          </p:cNvGrpSpPr>
          <p:nvPr/>
        </p:nvGrpSpPr>
        <p:grpSpPr>
          <a:xfrm>
            <a:off x="5726877" y="3867267"/>
            <a:ext cx="280226" cy="161260"/>
            <a:chOff x="8421867" y="1904979"/>
            <a:chExt cx="347879" cy="255573"/>
          </a:xfrm>
        </p:grpSpPr>
        <p:sp>
          <p:nvSpPr>
            <p:cNvPr id="1293" name="Rectangle 60">
              <a:extLst>
                <a:ext uri="{FF2B5EF4-FFF2-40B4-BE49-F238E27FC236}">
                  <a16:creationId xmlns:a16="http://schemas.microsoft.com/office/drawing/2014/main" id="{91AD5059-F216-6C06-452B-A81209CF3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94" name="Group 719">
              <a:extLst>
                <a:ext uri="{FF2B5EF4-FFF2-40B4-BE49-F238E27FC236}">
                  <a16:creationId xmlns:a16="http://schemas.microsoft.com/office/drawing/2014/main" id="{C8D47385-77D3-1205-9456-468AF8582A7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296" name="Straight Connector 1295">
                <a:extLst>
                  <a:ext uri="{FF2B5EF4-FFF2-40B4-BE49-F238E27FC236}">
                    <a16:creationId xmlns:a16="http://schemas.microsoft.com/office/drawing/2014/main" id="{13644975-A21F-064E-81B7-8281241266A8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7" name="Straight Connector 1296">
                <a:extLst>
                  <a:ext uri="{FF2B5EF4-FFF2-40B4-BE49-F238E27FC236}">
                    <a16:creationId xmlns:a16="http://schemas.microsoft.com/office/drawing/2014/main" id="{212C4F49-3DDE-2A0F-2E63-F57AFB2DEBD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8" name="Straight Connector 1297">
                <a:extLst>
                  <a:ext uri="{FF2B5EF4-FFF2-40B4-BE49-F238E27FC236}">
                    <a16:creationId xmlns:a16="http://schemas.microsoft.com/office/drawing/2014/main" id="{9D0346E1-5614-E5F4-43FD-4B5EB1EBB26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99" name="Straight Connector 1298">
                <a:extLst>
                  <a:ext uri="{FF2B5EF4-FFF2-40B4-BE49-F238E27FC236}">
                    <a16:creationId xmlns:a16="http://schemas.microsoft.com/office/drawing/2014/main" id="{09994942-1820-3A4C-EDA2-239EC6DCC73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95" name="Trapezoid 136">
              <a:extLst>
                <a:ext uri="{FF2B5EF4-FFF2-40B4-BE49-F238E27FC236}">
                  <a16:creationId xmlns:a16="http://schemas.microsoft.com/office/drawing/2014/main" id="{B4FEF90E-6211-903A-6E02-57395AC96602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1" name="Group 254">
            <a:extLst>
              <a:ext uri="{FF2B5EF4-FFF2-40B4-BE49-F238E27FC236}">
                <a16:creationId xmlns:a16="http://schemas.microsoft.com/office/drawing/2014/main" id="{C23A04B9-9A7C-41FD-428E-2665522166DC}"/>
              </a:ext>
            </a:extLst>
          </p:cNvPr>
          <p:cNvGrpSpPr>
            <a:grpSpLocks noChangeAspect="1"/>
          </p:cNvGrpSpPr>
          <p:nvPr/>
        </p:nvGrpSpPr>
        <p:grpSpPr>
          <a:xfrm>
            <a:off x="6294884" y="3838625"/>
            <a:ext cx="280226" cy="161260"/>
            <a:chOff x="8421867" y="1904979"/>
            <a:chExt cx="347879" cy="255573"/>
          </a:xfrm>
        </p:grpSpPr>
        <p:sp>
          <p:nvSpPr>
            <p:cNvPr id="1302" name="Rectangle 60">
              <a:extLst>
                <a:ext uri="{FF2B5EF4-FFF2-40B4-BE49-F238E27FC236}">
                  <a16:creationId xmlns:a16="http://schemas.microsoft.com/office/drawing/2014/main" id="{AD855E34-E9D0-3417-A098-10131A16A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03" name="Group 719">
              <a:extLst>
                <a:ext uri="{FF2B5EF4-FFF2-40B4-BE49-F238E27FC236}">
                  <a16:creationId xmlns:a16="http://schemas.microsoft.com/office/drawing/2014/main" id="{D54312B3-C2CC-8346-B2D9-B5134E92163C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1305" name="Straight Connector 1304">
                <a:extLst>
                  <a:ext uri="{FF2B5EF4-FFF2-40B4-BE49-F238E27FC236}">
                    <a16:creationId xmlns:a16="http://schemas.microsoft.com/office/drawing/2014/main" id="{BF50AF89-F6FF-3200-449D-C778FFD742B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6" name="Straight Connector 1305">
                <a:extLst>
                  <a:ext uri="{FF2B5EF4-FFF2-40B4-BE49-F238E27FC236}">
                    <a16:creationId xmlns:a16="http://schemas.microsoft.com/office/drawing/2014/main" id="{1E8A1668-A2C5-B24C-28C1-0D0130B8F04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7" name="Straight Connector 1306">
                <a:extLst>
                  <a:ext uri="{FF2B5EF4-FFF2-40B4-BE49-F238E27FC236}">
                    <a16:creationId xmlns:a16="http://schemas.microsoft.com/office/drawing/2014/main" id="{D00BD2C1-632A-C2BE-A998-7D477347E1F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308" name="Straight Connector 1307">
                <a:extLst>
                  <a:ext uri="{FF2B5EF4-FFF2-40B4-BE49-F238E27FC236}">
                    <a16:creationId xmlns:a16="http://schemas.microsoft.com/office/drawing/2014/main" id="{C1EE8956-4568-491C-CE15-82299F1466B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04" name="Trapezoid 798">
              <a:extLst>
                <a:ext uri="{FF2B5EF4-FFF2-40B4-BE49-F238E27FC236}">
                  <a16:creationId xmlns:a16="http://schemas.microsoft.com/office/drawing/2014/main" id="{9E152621-B1E1-3900-D669-4D861E98CE00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013024DA-F24E-222B-65EE-83AC19A94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590" y="3527077"/>
            <a:ext cx="223586" cy="91972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1310" name="Straight Arrow Connector 1309">
            <a:extLst>
              <a:ext uri="{FF2B5EF4-FFF2-40B4-BE49-F238E27FC236}">
                <a16:creationId xmlns:a16="http://schemas.microsoft.com/office/drawing/2014/main" id="{DD485209-7D8D-65F3-A72D-8E74A489DD71}"/>
              </a:ext>
            </a:extLst>
          </p:cNvPr>
          <p:cNvCxnSpPr>
            <a:cxnSpLocks/>
            <a:stCxn id="1315" idx="1"/>
            <a:endCxn id="1313" idx="6"/>
          </p:cNvCxnSpPr>
          <p:nvPr/>
        </p:nvCxnSpPr>
        <p:spPr>
          <a:xfrm flipH="1" flipV="1">
            <a:off x="6236808" y="3574217"/>
            <a:ext cx="58131" cy="13884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1" name="Rectangle 29">
            <a:extLst>
              <a:ext uri="{FF2B5EF4-FFF2-40B4-BE49-F238E27FC236}">
                <a16:creationId xmlns:a16="http://schemas.microsoft.com/office/drawing/2014/main" id="{DB618A41-421D-0032-76D7-C0B872D6E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003" y="354298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312" name="Straight Arrow Connector 1311">
            <a:extLst>
              <a:ext uri="{FF2B5EF4-FFF2-40B4-BE49-F238E27FC236}">
                <a16:creationId xmlns:a16="http://schemas.microsoft.com/office/drawing/2014/main" id="{3434CEC4-5466-1F40-1ABB-D131337DEBFB}"/>
              </a:ext>
            </a:extLst>
          </p:cNvPr>
          <p:cNvCxnSpPr>
            <a:cxnSpLocks/>
            <a:stCxn id="1311" idx="2"/>
            <a:endCxn id="1288" idx="3"/>
          </p:cNvCxnSpPr>
          <p:nvPr/>
        </p:nvCxnSpPr>
        <p:spPr>
          <a:xfrm flipH="1">
            <a:off x="6006474" y="3572703"/>
            <a:ext cx="37530" cy="13823"/>
          </a:xfrm>
          <a:prstGeom prst="straightConnector1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313" name="Rectangle 29">
            <a:extLst>
              <a:ext uri="{FF2B5EF4-FFF2-40B4-BE49-F238E27FC236}">
                <a16:creationId xmlns:a16="http://schemas.microsoft.com/office/drawing/2014/main" id="{B80D45E8-9966-BF8F-7E02-01C7A4B99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726" y="3544502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EBF5459C-B1DF-B799-1D2B-AAE9A4C85FFA}"/>
              </a:ext>
            </a:extLst>
          </p:cNvPr>
          <p:cNvGrpSpPr/>
          <p:nvPr/>
        </p:nvGrpSpPr>
        <p:grpSpPr>
          <a:xfrm>
            <a:off x="6294938" y="3501234"/>
            <a:ext cx="276281" cy="173735"/>
            <a:chOff x="3417117" y="2447654"/>
            <a:chExt cx="362556" cy="227987"/>
          </a:xfrm>
        </p:grpSpPr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6598950E-BAA3-F7C8-455E-8381DCC9B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17" y="2447654"/>
              <a:ext cx="362556" cy="227987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96738">
                <a:defRPr/>
              </a:pPr>
              <a:endParaRPr lang="en-US" altLang="en-US" sz="610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7A27E8C4-C90C-C62A-594A-C7E49C256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0" y="2504410"/>
              <a:ext cx="65285" cy="6433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738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7" name="Trapezoid 849">
              <a:extLst>
                <a:ext uri="{FF2B5EF4-FFF2-40B4-BE49-F238E27FC236}">
                  <a16:creationId xmlns:a16="http://schemas.microsoft.com/office/drawing/2014/main" id="{DF1B3ED4-4281-1FAF-8B29-A5CCD8E0D635}"/>
                </a:ext>
              </a:extLst>
            </p:cNvPr>
            <p:cNvSpPr/>
            <p:nvPr/>
          </p:nvSpPr>
          <p:spPr>
            <a:xfrm rot="10800000">
              <a:off x="3464118" y="2579574"/>
              <a:ext cx="262094" cy="50811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64492">
                <a:defRPr/>
              </a:pPr>
              <a:endParaRPr lang="en-US" sz="1372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20" name="Rectangle 25">
            <a:extLst>
              <a:ext uri="{FF2B5EF4-FFF2-40B4-BE49-F238E27FC236}">
                <a16:creationId xmlns:a16="http://schemas.microsoft.com/office/drawing/2014/main" id="{EF638441-1D98-7A21-EADF-43F7888D4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811661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1" name="Rectangle 29">
            <a:extLst>
              <a:ext uri="{FF2B5EF4-FFF2-40B4-BE49-F238E27FC236}">
                <a16:creationId xmlns:a16="http://schemas.microsoft.com/office/drawing/2014/main" id="{655501DB-1141-1B8F-999E-D3897AE4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82680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2" name="Rectangle 135">
            <a:extLst>
              <a:ext uri="{FF2B5EF4-FFF2-40B4-BE49-F238E27FC236}">
                <a16:creationId xmlns:a16="http://schemas.microsoft.com/office/drawing/2014/main" id="{E5F14C2E-9A29-9BD8-9DFB-E4A23E1CB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796978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3" name="Rectangle 29">
            <a:extLst>
              <a:ext uri="{FF2B5EF4-FFF2-40B4-BE49-F238E27FC236}">
                <a16:creationId xmlns:a16="http://schemas.microsoft.com/office/drawing/2014/main" id="{CCA8A042-6B8A-57E9-C1D1-4FD682276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82680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4" name="Rectangle 25">
            <a:extLst>
              <a:ext uri="{FF2B5EF4-FFF2-40B4-BE49-F238E27FC236}">
                <a16:creationId xmlns:a16="http://schemas.microsoft.com/office/drawing/2014/main" id="{FA1017D9-F743-F5A8-70B6-4E31655DB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0" y="1038911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525" name="Rectangle 29">
            <a:extLst>
              <a:ext uri="{FF2B5EF4-FFF2-40B4-BE49-F238E27FC236}">
                <a16:creationId xmlns:a16="http://schemas.microsoft.com/office/drawing/2014/main" id="{1D3D5FEA-BECB-8174-D27E-19D2C5B04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979" y="105405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26" name="Rectangle 135">
            <a:extLst>
              <a:ext uri="{FF2B5EF4-FFF2-40B4-BE49-F238E27FC236}">
                <a16:creationId xmlns:a16="http://schemas.microsoft.com/office/drawing/2014/main" id="{AE69ED61-3464-6C42-E039-EAAA01FAE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1024228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Path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527" name="Rectangle 29">
            <a:extLst>
              <a:ext uri="{FF2B5EF4-FFF2-40B4-BE49-F238E27FC236}">
                <a16:creationId xmlns:a16="http://schemas.microsoft.com/office/drawing/2014/main" id="{C9F180E7-C45D-ABE3-55C2-889859BE1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556" y="1054058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68183AF4-BE28-AC84-A820-70877BFE4A30}"/>
              </a:ext>
            </a:extLst>
          </p:cNvPr>
          <p:cNvCxnSpPr>
            <a:cxnSpLocks/>
            <a:endCxn id="1259" idx="0"/>
          </p:cNvCxnSpPr>
          <p:nvPr/>
        </p:nvCxnSpPr>
        <p:spPr>
          <a:xfrm flipH="1">
            <a:off x="4265763" y="3249073"/>
            <a:ext cx="1504720" cy="278004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091ED42A-2F05-6AAE-D6A9-CAF5783877A6}"/>
              </a:ext>
            </a:extLst>
          </p:cNvPr>
          <p:cNvCxnSpPr>
            <a:cxnSpLocks/>
            <a:stCxn id="1281" idx="0"/>
          </p:cNvCxnSpPr>
          <p:nvPr/>
        </p:nvCxnSpPr>
        <p:spPr>
          <a:xfrm flipH="1" flipV="1">
            <a:off x="6442984" y="3249073"/>
            <a:ext cx="1555335" cy="289807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622DE402-E443-F2F1-912F-1DC10D3F05F2}"/>
              </a:ext>
            </a:extLst>
          </p:cNvPr>
          <p:cNvCxnSpPr>
            <a:cxnSpLocks/>
            <a:stCxn id="1309" idx="0"/>
          </p:cNvCxnSpPr>
          <p:nvPr/>
        </p:nvCxnSpPr>
        <p:spPr>
          <a:xfrm flipH="1" flipV="1">
            <a:off x="6062170" y="3232868"/>
            <a:ext cx="81213" cy="294209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sp>
        <p:nvSpPr>
          <p:cNvPr id="1572" name="TextBox 1571">
            <a:extLst>
              <a:ext uri="{FF2B5EF4-FFF2-40B4-BE49-F238E27FC236}">
                <a16:creationId xmlns:a16="http://schemas.microsoft.com/office/drawing/2014/main" id="{FAD80AED-766C-C2CE-600F-3AD792FED3C9}"/>
              </a:ext>
            </a:extLst>
          </p:cNvPr>
          <p:cNvSpPr txBox="1"/>
          <p:nvPr/>
        </p:nvSpPr>
        <p:spPr>
          <a:xfrm>
            <a:off x="10239757" y="135202"/>
            <a:ext cx="859531" cy="23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5846"/>
            <a:r>
              <a:rPr lang="en-GB" sz="914" dirty="0">
                <a:solidFill>
                  <a:srgbClr val="000000"/>
                </a:solidFill>
                <a:latin typeface="Arial"/>
              </a:rPr>
              <a:t>View change</a:t>
            </a:r>
          </a:p>
        </p:txBody>
      </p: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867AC4BF-0934-993B-EFD7-77F13C2D746D}"/>
              </a:ext>
            </a:extLst>
          </p:cNvPr>
          <p:cNvCxnSpPr>
            <a:cxnSpLocks/>
          </p:cNvCxnSpPr>
          <p:nvPr/>
        </p:nvCxnSpPr>
        <p:spPr>
          <a:xfrm flipH="1" flipV="1">
            <a:off x="9802951" y="239203"/>
            <a:ext cx="395205" cy="154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1BD5701-29FD-EAC9-2043-38198FAEA29E}"/>
              </a:ext>
            </a:extLst>
          </p:cNvPr>
          <p:cNvSpPr/>
          <p:nvPr/>
        </p:nvSpPr>
        <p:spPr>
          <a:xfrm>
            <a:off x="3308247" y="5812713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7F0A2C-FBC5-244C-7652-766D26B984E5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667021" y="5878748"/>
            <a:ext cx="187817" cy="24085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1EA92D5-1930-EA1A-E0CC-CFFE7872F4EB}"/>
              </a:ext>
            </a:extLst>
          </p:cNvPr>
          <p:cNvSpPr/>
          <p:nvPr/>
        </p:nvSpPr>
        <p:spPr>
          <a:xfrm>
            <a:off x="8588946" y="5878747"/>
            <a:ext cx="358774" cy="132070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64504">
              <a:defRPr/>
            </a:pPr>
            <a:endParaRPr lang="en-US" sz="762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2E13CD-1178-FBD0-7F33-ACD53F2514C1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425121" y="5944782"/>
            <a:ext cx="163825" cy="172244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FBBE647-9A29-3ADC-FCC0-B105991921FD}"/>
              </a:ext>
            </a:extLst>
          </p:cNvPr>
          <p:cNvSpPr>
            <a:spLocks noChangeAspect="1"/>
          </p:cNvSpPr>
          <p:nvPr/>
        </p:nvSpPr>
        <p:spPr>
          <a:xfrm>
            <a:off x="2666659" y="2252428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B8F881-9970-9DE4-773A-685940D5D422}"/>
              </a:ext>
            </a:extLst>
          </p:cNvPr>
          <p:cNvSpPr>
            <a:spLocks noChangeAspect="1"/>
          </p:cNvSpPr>
          <p:nvPr/>
        </p:nvSpPr>
        <p:spPr>
          <a:xfrm>
            <a:off x="9335039" y="2273143"/>
            <a:ext cx="349653" cy="137078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1283"/>
            <a:endParaRPr lang="en-US" sz="572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08DBBD-4621-D633-3FCC-4D7ECC5A3603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>
            <a:off x="2841486" y="2389506"/>
            <a:ext cx="646148" cy="3423207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737728-8D58-C0F4-CCCD-A7316B4D6DDB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8768332" y="2410221"/>
            <a:ext cx="741533" cy="346852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13" name="Rectangle 29">
            <a:extLst>
              <a:ext uri="{FF2B5EF4-FFF2-40B4-BE49-F238E27FC236}">
                <a16:creationId xmlns:a16="http://schemas.microsoft.com/office/drawing/2014/main" id="{1DF8BFDC-4976-E017-38CB-764ED5F51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90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321D3C89-6A8C-B749-FF3C-DB1DBF5F2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189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5" name="Rectangle 135">
            <a:extLst>
              <a:ext uri="{FF2B5EF4-FFF2-40B4-BE49-F238E27FC236}">
                <a16:creationId xmlns:a16="http://schemas.microsoft.com/office/drawing/2014/main" id="{88DAFA74-B3D8-2CF4-8DCF-9504CBE13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978" y="188882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16" name="Rectangle 127">
            <a:extLst>
              <a:ext uri="{FF2B5EF4-FFF2-40B4-BE49-F238E27FC236}">
                <a16:creationId xmlns:a16="http://schemas.microsoft.com/office/drawing/2014/main" id="{36CFDFE5-B8CC-A890-E1A1-D53FAF819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2408" y="199118"/>
            <a:ext cx="5565308" cy="97606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69615" tIns="34806" rIns="69615" bIns="34806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464504" eaLnBrk="1" hangingPunct="1">
              <a:spcBef>
                <a:spcPct val="0"/>
              </a:spcBef>
              <a:buNone/>
              <a:defRPr/>
            </a:pPr>
            <a:endParaRPr lang="en-US" altLang="en-US" sz="686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E535893E-8F76-1922-F37C-49B3FB795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895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F4F81167-9154-F6F7-165F-F22C1BDA6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317" y="218204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9F066F5F-28B8-A348-E98A-8BF87CE66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26" y="188882"/>
            <a:ext cx="2575184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b="1" kern="0" dirty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Connectivity Service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C4C3F4-5FC4-6ECD-A149-724863F1E086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flipH="1">
            <a:off x="2841486" y="268931"/>
            <a:ext cx="574940" cy="198349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F310FD-999B-21EF-5C43-2CD27CA797FD}"/>
              </a:ext>
            </a:extLst>
          </p:cNvPr>
          <p:cNvCxnSpPr>
            <a:cxnSpLocks/>
            <a:stCxn id="18" idx="5"/>
            <a:endCxn id="10" idx="0"/>
          </p:cNvCxnSpPr>
          <p:nvPr/>
        </p:nvCxnSpPr>
        <p:spPr>
          <a:xfrm>
            <a:off x="8880867" y="268931"/>
            <a:ext cx="628998" cy="2004212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FFC000"/>
            </a:solidFill>
            <a:prstDash val="solid"/>
            <a:tailEnd type="none"/>
          </a:ln>
          <a:effectLst/>
        </p:spPr>
      </p:cxnSp>
      <p:sp>
        <p:nvSpPr>
          <p:cNvPr id="225" name="Rectangle 25">
            <a:extLst>
              <a:ext uri="{FF2B5EF4-FFF2-40B4-BE49-F238E27FC236}">
                <a16:creationId xmlns:a16="http://schemas.microsoft.com/office/drawing/2014/main" id="{3DCFF981-CB6F-FA5C-4052-635D6F30C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588" y="519594"/>
            <a:ext cx="1942825" cy="87951"/>
          </a:xfrm>
          <a:prstGeom prst="rect">
            <a:avLst/>
          </a:prstGeom>
          <a:solidFill>
            <a:srgbClr val="FF8B8B"/>
          </a:solidFill>
          <a:ln w="6350" algn="ctr">
            <a:solidFill>
              <a:srgbClr val="FF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r>
              <a:rPr lang="en-US" sz="914" kern="0" dirty="0" err="1">
                <a:solidFill>
                  <a:srgbClr val="000000"/>
                </a:solidFill>
                <a:latin typeface="Calibri" pitchFamily="34" charset="0"/>
              </a:rPr>
              <a:t>PathSet</a:t>
            </a:r>
            <a:endParaRPr lang="en-US" sz="914" kern="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99DAEB96-E6F2-2B63-FF62-37119305B575}"/>
              </a:ext>
            </a:extLst>
          </p:cNvPr>
          <p:cNvCxnSpPr>
            <a:cxnSpLocks/>
          </p:cNvCxnSpPr>
          <p:nvPr/>
        </p:nvCxnSpPr>
        <p:spPr>
          <a:xfrm flipH="1" flipV="1">
            <a:off x="5801989" y="1142464"/>
            <a:ext cx="178025" cy="2002240"/>
          </a:xfrm>
          <a:prstGeom prst="line">
            <a:avLst/>
          </a:prstGeom>
          <a:ln w="28575">
            <a:solidFill>
              <a:srgbClr val="00B050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44EF2EC6-930A-1D63-F0A6-80E765467782}"/>
              </a:ext>
            </a:extLst>
          </p:cNvPr>
          <p:cNvCxnSpPr>
            <a:cxnSpLocks/>
            <a:stCxn id="210" idx="2"/>
            <a:endCxn id="339" idx="0"/>
          </p:cNvCxnSpPr>
          <p:nvPr/>
        </p:nvCxnSpPr>
        <p:spPr>
          <a:xfrm flipH="1">
            <a:off x="5202557" y="2510611"/>
            <a:ext cx="15524" cy="2299658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A01FA034-AF49-4A2B-FDCB-6BB2D2A08DDF}"/>
              </a:ext>
            </a:extLst>
          </p:cNvPr>
          <p:cNvCxnSpPr>
            <a:cxnSpLocks/>
            <a:stCxn id="58" idx="2"/>
            <a:endCxn id="252" idx="0"/>
          </p:cNvCxnSpPr>
          <p:nvPr/>
        </p:nvCxnSpPr>
        <p:spPr>
          <a:xfrm flipH="1">
            <a:off x="4559601" y="2731532"/>
            <a:ext cx="192075" cy="2214847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E1559E13-026E-3618-FD6A-A72C29950715}"/>
              </a:ext>
            </a:extLst>
          </p:cNvPr>
          <p:cNvCxnSpPr>
            <a:cxnSpLocks/>
            <a:stCxn id="197" idx="2"/>
            <a:endCxn id="317" idx="0"/>
          </p:cNvCxnSpPr>
          <p:nvPr/>
        </p:nvCxnSpPr>
        <p:spPr>
          <a:xfrm>
            <a:off x="5685068" y="2731532"/>
            <a:ext cx="183925" cy="2211249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254">
            <a:extLst>
              <a:ext uri="{FF2B5EF4-FFF2-40B4-BE49-F238E27FC236}">
                <a16:creationId xmlns:a16="http://schemas.microsoft.com/office/drawing/2014/main" id="{68AEFE64-4660-2E07-5849-9ADBDEA072B3}"/>
              </a:ext>
            </a:extLst>
          </p:cNvPr>
          <p:cNvGrpSpPr>
            <a:grpSpLocks noChangeAspect="1"/>
          </p:cNvGrpSpPr>
          <p:nvPr/>
        </p:nvGrpSpPr>
        <p:grpSpPr>
          <a:xfrm>
            <a:off x="4611563" y="2570272"/>
            <a:ext cx="280226" cy="161260"/>
            <a:chOff x="8421867" y="1904979"/>
            <a:chExt cx="347879" cy="255573"/>
          </a:xfrm>
        </p:grpSpPr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0812913E-0502-0319-9FCD-4502824F4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9" name="Group 719">
              <a:extLst>
                <a:ext uri="{FF2B5EF4-FFF2-40B4-BE49-F238E27FC236}">
                  <a16:creationId xmlns:a16="http://schemas.microsoft.com/office/drawing/2014/main" id="{E0AFE8CE-FB91-9D03-EE66-AE54DF407331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58A3BBB-FF15-2C31-211B-44E333241BE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94079D7-3FDA-FC7A-DEA9-846A8B1CF37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A274BF0-07E0-58E7-1143-E90DAA18818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C772807B-FEAE-C457-32BA-86041F82BBA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0" name="Trapezoid 136">
              <a:extLst>
                <a:ext uri="{FF2B5EF4-FFF2-40B4-BE49-F238E27FC236}">
                  <a16:creationId xmlns:a16="http://schemas.microsoft.com/office/drawing/2014/main" id="{B9E0B727-36B2-F9D6-94E1-38FEB704022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254">
            <a:extLst>
              <a:ext uri="{FF2B5EF4-FFF2-40B4-BE49-F238E27FC236}">
                <a16:creationId xmlns:a16="http://schemas.microsoft.com/office/drawing/2014/main" id="{681945E5-F586-68E1-EAEF-0630D201450E}"/>
              </a:ext>
            </a:extLst>
          </p:cNvPr>
          <p:cNvGrpSpPr>
            <a:grpSpLocks noChangeAspect="1"/>
          </p:cNvGrpSpPr>
          <p:nvPr/>
        </p:nvGrpSpPr>
        <p:grpSpPr>
          <a:xfrm>
            <a:off x="5544955" y="2570272"/>
            <a:ext cx="280226" cy="161260"/>
            <a:chOff x="8421867" y="1904979"/>
            <a:chExt cx="347879" cy="255573"/>
          </a:xfrm>
        </p:grpSpPr>
        <p:sp>
          <p:nvSpPr>
            <p:cNvPr id="197" name="Rectangle 60">
              <a:extLst>
                <a:ext uri="{FF2B5EF4-FFF2-40B4-BE49-F238E27FC236}">
                  <a16:creationId xmlns:a16="http://schemas.microsoft.com/office/drawing/2014/main" id="{EF6F41B7-8F60-7778-113F-A58B0F2B6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98" name="Group 719">
              <a:extLst>
                <a:ext uri="{FF2B5EF4-FFF2-40B4-BE49-F238E27FC236}">
                  <a16:creationId xmlns:a16="http://schemas.microsoft.com/office/drawing/2014/main" id="{1B3A6A86-FDF4-93D1-4F31-D1B1C9BC99E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29747234-83E3-54CB-E908-97E12F2E6E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6C489D0B-9796-3E42-8897-CB59A36F1BB3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3FA9BB18-C1FF-A2B8-6AD9-F0CCBFEBD7C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6D08877A-C992-DCA8-5873-9C260F92D65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99" name="Trapezoid 136">
              <a:extLst>
                <a:ext uri="{FF2B5EF4-FFF2-40B4-BE49-F238E27FC236}">
                  <a16:creationId xmlns:a16="http://schemas.microsoft.com/office/drawing/2014/main" id="{355FB946-FF0A-AE7F-C75D-0D5A503A881F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6193C15-EA9D-25FB-E18E-059FA9397999}"/>
              </a:ext>
            </a:extLst>
          </p:cNvPr>
          <p:cNvGrpSpPr/>
          <p:nvPr/>
        </p:nvGrpSpPr>
        <p:grpSpPr>
          <a:xfrm>
            <a:off x="4751676" y="2359402"/>
            <a:ext cx="933392" cy="210876"/>
            <a:chOff x="3560105" y="4920983"/>
            <a:chExt cx="918646" cy="207544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F370E525-5F39-509C-C8D0-1FCA3971BF89}"/>
                </a:ext>
              </a:extLst>
            </p:cNvPr>
            <p:cNvCxnSpPr>
              <a:cxnSpLocks/>
              <a:stCxn id="211" idx="0"/>
              <a:endCxn id="197" idx="0"/>
            </p:cNvCxnSpPr>
            <p:nvPr/>
          </p:nvCxnSpPr>
          <p:spPr>
            <a:xfrm>
              <a:off x="4288158" y="4974136"/>
              <a:ext cx="190593" cy="15438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EE943654-8261-981B-5D0F-2574EF9C38BB}"/>
                </a:ext>
              </a:extLst>
            </p:cNvPr>
            <p:cNvCxnSpPr>
              <a:cxnSpLocks/>
              <a:stCxn id="212" idx="1"/>
              <a:endCxn id="58" idx="0"/>
            </p:cNvCxnSpPr>
            <p:nvPr/>
          </p:nvCxnSpPr>
          <p:spPr>
            <a:xfrm flipH="1">
              <a:off x="3560105" y="4994613"/>
              <a:ext cx="175856" cy="13391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0E6D4C22-3EBD-0914-19B1-53C3F61E2EB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10" name="Rectangle 25">
                <a:extLst>
                  <a:ext uri="{FF2B5EF4-FFF2-40B4-BE49-F238E27FC236}">
                    <a16:creationId xmlns:a16="http://schemas.microsoft.com/office/drawing/2014/main" id="{EF056BB4-6E55-B336-1AD2-43060AEBB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1" name="Rectangle 29">
                <a:extLst>
                  <a:ext uri="{FF2B5EF4-FFF2-40B4-BE49-F238E27FC236}">
                    <a16:creationId xmlns:a16="http://schemas.microsoft.com/office/drawing/2014/main" id="{E472B061-2ED2-70DB-A734-11E363C6A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2" name="Rectangle 29">
                <a:extLst>
                  <a:ext uri="{FF2B5EF4-FFF2-40B4-BE49-F238E27FC236}">
                    <a16:creationId xmlns:a16="http://schemas.microsoft.com/office/drawing/2014/main" id="{F41C6CB9-03B3-CFFF-E6E9-582F64FD2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A632449E-3167-38EA-916E-15E4711F4FAC}"/>
              </a:ext>
            </a:extLst>
          </p:cNvPr>
          <p:cNvCxnSpPr>
            <a:cxnSpLocks/>
            <a:stCxn id="322" idx="2"/>
            <a:endCxn id="500" idx="0"/>
          </p:cNvCxnSpPr>
          <p:nvPr/>
        </p:nvCxnSpPr>
        <p:spPr>
          <a:xfrm flipH="1">
            <a:off x="7077682" y="2510611"/>
            <a:ext cx="15070" cy="2310031"/>
          </a:xfrm>
          <a:prstGeom prst="straightConnector1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A57A91C-FE36-1521-487A-2EEB14744550}"/>
              </a:ext>
            </a:extLst>
          </p:cNvPr>
          <p:cNvCxnSpPr>
            <a:cxnSpLocks/>
            <a:stCxn id="275" idx="2"/>
            <a:endCxn id="475" idx="0"/>
          </p:cNvCxnSpPr>
          <p:nvPr/>
        </p:nvCxnSpPr>
        <p:spPr>
          <a:xfrm flipH="1">
            <a:off x="6434997" y="2731532"/>
            <a:ext cx="191349" cy="2225221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790E6F4-A0CB-47F3-8D14-7D861AEED443}"/>
              </a:ext>
            </a:extLst>
          </p:cNvPr>
          <p:cNvCxnSpPr>
            <a:cxnSpLocks/>
            <a:stCxn id="300" idx="2"/>
            <a:endCxn id="355" idx="0"/>
          </p:cNvCxnSpPr>
          <p:nvPr/>
        </p:nvCxnSpPr>
        <p:spPr>
          <a:xfrm>
            <a:off x="7559739" y="2731532"/>
            <a:ext cx="161825" cy="2212266"/>
          </a:xfrm>
          <a:prstGeom prst="line">
            <a:avLst/>
          </a:prstGeom>
          <a:ln w="28575">
            <a:solidFill>
              <a:srgbClr val="00B05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54">
            <a:extLst>
              <a:ext uri="{FF2B5EF4-FFF2-40B4-BE49-F238E27FC236}">
                <a16:creationId xmlns:a16="http://schemas.microsoft.com/office/drawing/2014/main" id="{8C725947-E19A-D6BE-C47B-1D2D5F554855}"/>
              </a:ext>
            </a:extLst>
          </p:cNvPr>
          <p:cNvGrpSpPr>
            <a:grpSpLocks noChangeAspect="1"/>
          </p:cNvGrpSpPr>
          <p:nvPr/>
        </p:nvGrpSpPr>
        <p:grpSpPr>
          <a:xfrm>
            <a:off x="6486233" y="2570272"/>
            <a:ext cx="280226" cy="161260"/>
            <a:chOff x="8421867" y="1904979"/>
            <a:chExt cx="347879" cy="255573"/>
          </a:xfrm>
        </p:grpSpPr>
        <p:sp>
          <p:nvSpPr>
            <p:cNvPr id="275" name="Rectangle 60">
              <a:extLst>
                <a:ext uri="{FF2B5EF4-FFF2-40B4-BE49-F238E27FC236}">
                  <a16:creationId xmlns:a16="http://schemas.microsoft.com/office/drawing/2014/main" id="{3689C851-0FE7-847B-9F7F-0C5AAED64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77" name="Group 719">
              <a:extLst>
                <a:ext uri="{FF2B5EF4-FFF2-40B4-BE49-F238E27FC236}">
                  <a16:creationId xmlns:a16="http://schemas.microsoft.com/office/drawing/2014/main" id="{7BCD5121-62F9-53F9-1F08-D6FDE9813DE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929EAC95-06DA-60A3-0184-8BA03F9B8E34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BDD52118-61DD-9B5C-B4CD-8FAE42A5662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F67E4CC4-3D2E-A5B9-D74C-A68F39AB5FB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10386A3C-E3A8-1E25-D863-2648D7ADA7C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83" name="Trapezoid 136">
              <a:extLst>
                <a:ext uri="{FF2B5EF4-FFF2-40B4-BE49-F238E27FC236}">
                  <a16:creationId xmlns:a16="http://schemas.microsoft.com/office/drawing/2014/main" id="{D1EDE95F-D944-42D1-9719-0BF103400126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9" name="Group 254">
            <a:extLst>
              <a:ext uri="{FF2B5EF4-FFF2-40B4-BE49-F238E27FC236}">
                <a16:creationId xmlns:a16="http://schemas.microsoft.com/office/drawing/2014/main" id="{05145D61-33D4-6056-63E5-ADD20DBB361B}"/>
              </a:ext>
            </a:extLst>
          </p:cNvPr>
          <p:cNvGrpSpPr>
            <a:grpSpLocks noChangeAspect="1"/>
          </p:cNvGrpSpPr>
          <p:nvPr/>
        </p:nvGrpSpPr>
        <p:grpSpPr>
          <a:xfrm>
            <a:off x="7419626" y="2570272"/>
            <a:ext cx="280226" cy="161260"/>
            <a:chOff x="8421867" y="1904979"/>
            <a:chExt cx="347879" cy="255573"/>
          </a:xfrm>
        </p:grpSpPr>
        <p:sp>
          <p:nvSpPr>
            <p:cNvPr id="300" name="Rectangle 60">
              <a:extLst>
                <a:ext uri="{FF2B5EF4-FFF2-40B4-BE49-F238E27FC236}">
                  <a16:creationId xmlns:a16="http://schemas.microsoft.com/office/drawing/2014/main" id="{22EA9544-7882-878E-08E7-972B765C6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A60D5272-378C-F60B-75F4-041056DA77E6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3B563C84-0D4B-A531-091F-F7744E9C56A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40D2D35B-2180-DA6D-F449-BA75696B3AF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52FD602E-0E45-15B3-22E6-78F34783673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36A2BEE7-5B47-33F3-F6BC-5FEEEAA4298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136">
              <a:extLst>
                <a:ext uri="{FF2B5EF4-FFF2-40B4-BE49-F238E27FC236}">
                  <a16:creationId xmlns:a16="http://schemas.microsoft.com/office/drawing/2014/main" id="{66A376FE-F564-6480-D0EF-831198F08DC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633A10C2-3CAF-AB72-7C22-3BD19BC3CB9E}"/>
              </a:ext>
            </a:extLst>
          </p:cNvPr>
          <p:cNvGrpSpPr/>
          <p:nvPr/>
        </p:nvGrpSpPr>
        <p:grpSpPr>
          <a:xfrm>
            <a:off x="6626346" y="2359402"/>
            <a:ext cx="933393" cy="210876"/>
            <a:chOff x="3560104" y="4920983"/>
            <a:chExt cx="918647" cy="207544"/>
          </a:xfrm>
        </p:grpSpPr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C4AB3DE4-DEF2-58CE-4086-DDAA38E01A49}"/>
                </a:ext>
              </a:extLst>
            </p:cNvPr>
            <p:cNvCxnSpPr>
              <a:cxnSpLocks/>
              <a:stCxn id="322" idx="1"/>
              <a:endCxn id="300" idx="0"/>
            </p:cNvCxnSpPr>
            <p:nvPr/>
          </p:nvCxnSpPr>
          <p:spPr>
            <a:xfrm>
              <a:off x="4334752" y="4995396"/>
              <a:ext cx="143999" cy="13312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0" name="Straight Arrow Connector 319">
              <a:extLst>
                <a:ext uri="{FF2B5EF4-FFF2-40B4-BE49-F238E27FC236}">
                  <a16:creationId xmlns:a16="http://schemas.microsoft.com/office/drawing/2014/main" id="{FA638D8A-1ECD-C866-D5B2-E96B0FC8062E}"/>
                </a:ext>
              </a:extLst>
            </p:cNvPr>
            <p:cNvCxnSpPr>
              <a:cxnSpLocks/>
              <a:stCxn id="365" idx="1"/>
              <a:endCxn id="275" idx="0"/>
            </p:cNvCxnSpPr>
            <p:nvPr/>
          </p:nvCxnSpPr>
          <p:spPr>
            <a:xfrm flipH="1">
              <a:off x="3560104" y="4994613"/>
              <a:ext cx="175857" cy="13391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B8AF4C23-0CF9-D6BC-0B08-E6D8A4601C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22" name="Rectangle 25">
                <a:extLst>
                  <a:ext uri="{FF2B5EF4-FFF2-40B4-BE49-F238E27FC236}">
                    <a16:creationId xmlns:a16="http://schemas.microsoft.com/office/drawing/2014/main" id="{152BFE4D-B2F8-8188-9A48-C4BDADFC1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62" name="Rectangle 29">
                <a:extLst>
                  <a:ext uri="{FF2B5EF4-FFF2-40B4-BE49-F238E27FC236}">
                    <a16:creationId xmlns:a16="http://schemas.microsoft.com/office/drawing/2014/main" id="{8532941F-A6E3-FB84-67F1-E422E5EE7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65" name="Rectangle 29">
                <a:extLst>
                  <a:ext uri="{FF2B5EF4-FFF2-40B4-BE49-F238E27FC236}">
                    <a16:creationId xmlns:a16="http://schemas.microsoft.com/office/drawing/2014/main" id="{5A1C11BA-4B1A-C606-1635-203E5C340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A3BD7D3C-1CFD-CABD-6563-5428BA03AA8A}"/>
              </a:ext>
            </a:extLst>
          </p:cNvPr>
          <p:cNvCxnSpPr>
            <a:cxnSpLocks/>
            <a:stCxn id="1526" idx="2"/>
            <a:endCxn id="376" idx="0"/>
          </p:cNvCxnSpPr>
          <p:nvPr/>
        </p:nvCxnSpPr>
        <p:spPr>
          <a:xfrm flipH="1">
            <a:off x="5161977" y="1141504"/>
            <a:ext cx="963272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8A573522-BCB3-975D-6F47-8D70274AF39E}"/>
              </a:ext>
            </a:extLst>
          </p:cNvPr>
          <p:cNvCxnSpPr>
            <a:cxnSpLocks/>
            <a:stCxn id="1526" idx="2"/>
            <a:endCxn id="409" idx="0"/>
          </p:cNvCxnSpPr>
          <p:nvPr/>
        </p:nvCxnSpPr>
        <p:spPr>
          <a:xfrm>
            <a:off x="6125249" y="1141504"/>
            <a:ext cx="911399" cy="22514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BDEE5312-98E9-657A-4EE9-B66E3137FB05}"/>
              </a:ext>
            </a:extLst>
          </p:cNvPr>
          <p:cNvCxnSpPr>
            <a:cxnSpLocks/>
          </p:cNvCxnSpPr>
          <p:nvPr/>
        </p:nvCxnSpPr>
        <p:spPr>
          <a:xfrm flipH="1">
            <a:off x="6522942" y="591093"/>
            <a:ext cx="9169" cy="23838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CEB5FD1D-090C-815E-5537-F8EB8E0ECC62}"/>
              </a:ext>
            </a:extLst>
          </p:cNvPr>
          <p:cNvCxnSpPr>
            <a:cxnSpLocks/>
          </p:cNvCxnSpPr>
          <p:nvPr/>
        </p:nvCxnSpPr>
        <p:spPr>
          <a:xfrm>
            <a:off x="5666317" y="587593"/>
            <a:ext cx="4998" cy="452759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F652870F-2976-F8C1-D860-0479323E984A}"/>
              </a:ext>
            </a:extLst>
          </p:cNvPr>
          <p:cNvCxnSpPr>
            <a:cxnSpLocks/>
          </p:cNvCxnSpPr>
          <p:nvPr/>
        </p:nvCxnSpPr>
        <p:spPr>
          <a:xfrm flipH="1">
            <a:off x="5520641" y="289892"/>
            <a:ext cx="5217" cy="268458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30A05924-8FE5-04CA-1664-41BD40B4E080}"/>
              </a:ext>
            </a:extLst>
          </p:cNvPr>
          <p:cNvCxnSpPr>
            <a:cxnSpLocks/>
          </p:cNvCxnSpPr>
          <p:nvPr/>
        </p:nvCxnSpPr>
        <p:spPr>
          <a:xfrm flipH="1">
            <a:off x="6287512" y="301603"/>
            <a:ext cx="556677" cy="2633162"/>
          </a:xfrm>
          <a:prstGeom prst="line">
            <a:avLst/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9A64332B-8855-B429-4517-383F5DD15DD5}"/>
              </a:ext>
            </a:extLst>
          </p:cNvPr>
          <p:cNvCxnSpPr>
            <a:cxnSpLocks/>
          </p:cNvCxnSpPr>
          <p:nvPr/>
        </p:nvCxnSpPr>
        <p:spPr>
          <a:xfrm flipH="1">
            <a:off x="5324629" y="3271066"/>
            <a:ext cx="269482" cy="1498093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A50AAAAA-4FE6-6213-1FB1-5B926C6313C0}"/>
              </a:ext>
            </a:extLst>
          </p:cNvPr>
          <p:cNvCxnSpPr>
            <a:cxnSpLocks/>
          </p:cNvCxnSpPr>
          <p:nvPr/>
        </p:nvCxnSpPr>
        <p:spPr>
          <a:xfrm>
            <a:off x="6654089" y="3271066"/>
            <a:ext cx="265845" cy="1539980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grpSp>
        <p:nvGrpSpPr>
          <p:cNvPr id="4" name="Group 254">
            <a:extLst>
              <a:ext uri="{FF2B5EF4-FFF2-40B4-BE49-F238E27FC236}">
                <a16:creationId xmlns:a16="http://schemas.microsoft.com/office/drawing/2014/main" id="{62D6937E-B44A-DB96-5B1B-384B5540D448}"/>
              </a:ext>
            </a:extLst>
          </p:cNvPr>
          <p:cNvGrpSpPr>
            <a:grpSpLocks noChangeAspect="1"/>
          </p:cNvGrpSpPr>
          <p:nvPr/>
        </p:nvGrpSpPr>
        <p:grpSpPr>
          <a:xfrm>
            <a:off x="4587124" y="2146257"/>
            <a:ext cx="280226" cy="161260"/>
            <a:chOff x="8421867" y="1904979"/>
            <a:chExt cx="347879" cy="255573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66453CF5-78DB-AD9E-52AF-CC4589556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EB82DFDD-DE58-DF6B-142D-B43F71DF581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8C0E3E4-B119-D08D-7BD9-DD4F954D65E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F11D263-F7E8-9A0C-637B-16B9C006DD7C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93A9ED9-68D0-B83E-CD0C-76B9347AE28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AEC5095-04B7-FB4C-0597-28419B38AF3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136">
              <a:extLst>
                <a:ext uri="{FF2B5EF4-FFF2-40B4-BE49-F238E27FC236}">
                  <a16:creationId xmlns:a16="http://schemas.microsoft.com/office/drawing/2014/main" id="{13B0C0F2-41A5-808A-74F4-F012EAABDF1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254">
            <a:extLst>
              <a:ext uri="{FF2B5EF4-FFF2-40B4-BE49-F238E27FC236}">
                <a16:creationId xmlns:a16="http://schemas.microsoft.com/office/drawing/2014/main" id="{404E7823-047B-6FAE-52E9-8212871F9072}"/>
              </a:ext>
            </a:extLst>
          </p:cNvPr>
          <p:cNvGrpSpPr>
            <a:grpSpLocks noChangeAspect="1"/>
          </p:cNvGrpSpPr>
          <p:nvPr/>
        </p:nvGrpSpPr>
        <p:grpSpPr>
          <a:xfrm>
            <a:off x="5520516" y="2146257"/>
            <a:ext cx="280226" cy="161260"/>
            <a:chOff x="8421867" y="1904979"/>
            <a:chExt cx="347879" cy="255573"/>
          </a:xfrm>
        </p:grpSpPr>
        <p:sp>
          <p:nvSpPr>
            <p:cNvPr id="34" name="Rectangle 60">
              <a:extLst>
                <a:ext uri="{FF2B5EF4-FFF2-40B4-BE49-F238E27FC236}">
                  <a16:creationId xmlns:a16="http://schemas.microsoft.com/office/drawing/2014/main" id="{9D2D1A20-E613-6E03-DC8B-3FFD185E6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51" name="Group 719">
              <a:extLst>
                <a:ext uri="{FF2B5EF4-FFF2-40B4-BE49-F238E27FC236}">
                  <a16:creationId xmlns:a16="http://schemas.microsoft.com/office/drawing/2014/main" id="{34A8C1F2-D0A8-1390-0DBF-ED66C8E0FD5D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DF596DE6-D9D5-20FE-CAAC-31A2966ACE2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F275DCF-9A43-4EBE-FB06-547EFC93EC3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C4E8714-599A-4642-8390-4405F3E8942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7D0644B-5EC2-F51A-2061-CA0F5A135984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52" name="Trapezoid 136">
              <a:extLst>
                <a:ext uri="{FF2B5EF4-FFF2-40B4-BE49-F238E27FC236}">
                  <a16:creationId xmlns:a16="http://schemas.microsoft.com/office/drawing/2014/main" id="{BBFC4473-8B4D-39CB-4EFD-B8874F85C9CB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450D496-B74C-88E3-17F5-C99F90CEAB1B}"/>
              </a:ext>
            </a:extLst>
          </p:cNvPr>
          <p:cNvGrpSpPr/>
          <p:nvPr/>
        </p:nvGrpSpPr>
        <p:grpSpPr>
          <a:xfrm>
            <a:off x="4727237" y="1935387"/>
            <a:ext cx="933392" cy="210876"/>
            <a:chOff x="3560105" y="4920983"/>
            <a:chExt cx="918646" cy="207544"/>
          </a:xfrm>
        </p:grpSpPr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38AB5C4C-1FF7-D9D6-48AE-A4CB12C19035}"/>
                </a:ext>
              </a:extLst>
            </p:cNvPr>
            <p:cNvCxnSpPr>
              <a:cxnSpLocks/>
              <a:stCxn id="213" idx="0"/>
              <a:endCxn id="34" idx="0"/>
            </p:cNvCxnSpPr>
            <p:nvPr/>
          </p:nvCxnSpPr>
          <p:spPr>
            <a:xfrm>
              <a:off x="4288158" y="4974136"/>
              <a:ext cx="190593" cy="15438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911B10F5-2B2B-4003-B6C2-45C6EC776C66}"/>
                </a:ext>
              </a:extLst>
            </p:cNvPr>
            <p:cNvCxnSpPr>
              <a:cxnSpLocks/>
              <a:stCxn id="214" idx="1"/>
              <a:endCxn id="22" idx="0"/>
            </p:cNvCxnSpPr>
            <p:nvPr/>
          </p:nvCxnSpPr>
          <p:spPr>
            <a:xfrm flipH="1">
              <a:off x="3560105" y="4994613"/>
              <a:ext cx="175856" cy="13391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CD5130B5-2443-6B17-48A5-73E4C7F055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05" name="Rectangle 25">
                <a:extLst>
                  <a:ext uri="{FF2B5EF4-FFF2-40B4-BE49-F238E27FC236}">
                    <a16:creationId xmlns:a16="http://schemas.microsoft.com/office/drawing/2014/main" id="{DCB8B524-DEBC-F8F9-D54C-CC53BD06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13" name="Rectangle 29">
                <a:extLst>
                  <a:ext uri="{FF2B5EF4-FFF2-40B4-BE49-F238E27FC236}">
                    <a16:creationId xmlns:a16="http://schemas.microsoft.com/office/drawing/2014/main" id="{2A5C3048-11FF-12EE-599E-32925BAE1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14" name="Rectangle 29">
                <a:extLst>
                  <a:ext uri="{FF2B5EF4-FFF2-40B4-BE49-F238E27FC236}">
                    <a16:creationId xmlns:a16="http://schemas.microsoft.com/office/drawing/2014/main" id="{908BC947-DE4E-E512-59BF-105CE1F76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15" name="Group 254">
            <a:extLst>
              <a:ext uri="{FF2B5EF4-FFF2-40B4-BE49-F238E27FC236}">
                <a16:creationId xmlns:a16="http://schemas.microsoft.com/office/drawing/2014/main" id="{8527E1AB-9E87-09FB-6270-92C9C959FC95}"/>
              </a:ext>
            </a:extLst>
          </p:cNvPr>
          <p:cNvGrpSpPr>
            <a:grpSpLocks noChangeAspect="1"/>
          </p:cNvGrpSpPr>
          <p:nvPr/>
        </p:nvGrpSpPr>
        <p:grpSpPr>
          <a:xfrm>
            <a:off x="6461794" y="2146257"/>
            <a:ext cx="280226" cy="161260"/>
            <a:chOff x="8421867" y="1904979"/>
            <a:chExt cx="347879" cy="255573"/>
          </a:xfrm>
        </p:grpSpPr>
        <p:sp>
          <p:nvSpPr>
            <p:cNvPr id="216" name="Rectangle 60">
              <a:extLst>
                <a:ext uri="{FF2B5EF4-FFF2-40B4-BE49-F238E27FC236}">
                  <a16:creationId xmlns:a16="http://schemas.microsoft.com/office/drawing/2014/main" id="{6A0E9280-7D71-53BC-D122-9C345BDAF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17" name="Group 719">
              <a:extLst>
                <a:ext uri="{FF2B5EF4-FFF2-40B4-BE49-F238E27FC236}">
                  <a16:creationId xmlns:a16="http://schemas.microsoft.com/office/drawing/2014/main" id="{7C6A7211-C187-0B72-5E8C-DBB3D348B10E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6E3CD257-59CC-9718-DD13-F8DBB8C83EDA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2A3BA5F-B11E-B780-A7D8-66E1D42F0D7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500D9726-217B-D9E4-8553-E51D7D64AB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343ADDC4-A782-398D-DAE8-B17D6DB2C34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18" name="Trapezoid 136">
              <a:extLst>
                <a:ext uri="{FF2B5EF4-FFF2-40B4-BE49-F238E27FC236}">
                  <a16:creationId xmlns:a16="http://schemas.microsoft.com/office/drawing/2014/main" id="{E4743AC1-4472-6D2B-802D-986D370F38C3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3" name="Group 254">
            <a:extLst>
              <a:ext uri="{FF2B5EF4-FFF2-40B4-BE49-F238E27FC236}">
                <a16:creationId xmlns:a16="http://schemas.microsoft.com/office/drawing/2014/main" id="{34512896-25CE-2810-E9E6-E9EB255FD04C}"/>
              </a:ext>
            </a:extLst>
          </p:cNvPr>
          <p:cNvGrpSpPr>
            <a:grpSpLocks noChangeAspect="1"/>
          </p:cNvGrpSpPr>
          <p:nvPr/>
        </p:nvGrpSpPr>
        <p:grpSpPr>
          <a:xfrm>
            <a:off x="7395187" y="2146257"/>
            <a:ext cx="280226" cy="161260"/>
            <a:chOff x="8421867" y="1904979"/>
            <a:chExt cx="347879" cy="255573"/>
          </a:xfrm>
        </p:grpSpPr>
        <p:sp>
          <p:nvSpPr>
            <p:cNvPr id="224" name="Rectangle 60">
              <a:extLst>
                <a:ext uri="{FF2B5EF4-FFF2-40B4-BE49-F238E27FC236}">
                  <a16:creationId xmlns:a16="http://schemas.microsoft.com/office/drawing/2014/main" id="{799D0EE3-2286-0436-8F2E-344EEA689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26" name="Group 719">
              <a:extLst>
                <a:ext uri="{FF2B5EF4-FFF2-40B4-BE49-F238E27FC236}">
                  <a16:creationId xmlns:a16="http://schemas.microsoft.com/office/drawing/2014/main" id="{E9BFF0F0-75C6-022C-D544-469B5621E5D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9456EFB5-8647-CA57-5804-0AAE1F80B44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5376A6BB-C13D-5919-02AF-A2C938B6BC0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330BF962-6DCE-B35F-D352-FA1C5019D5D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A873F36-3912-21E4-2077-B25227626CE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27" name="Trapezoid 136">
              <a:extLst>
                <a:ext uri="{FF2B5EF4-FFF2-40B4-BE49-F238E27FC236}">
                  <a16:creationId xmlns:a16="http://schemas.microsoft.com/office/drawing/2014/main" id="{F885E290-659D-59E3-5135-3C83E5363C1E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1A208FE-A5A9-F3A7-6249-BB12751C4C88}"/>
              </a:ext>
            </a:extLst>
          </p:cNvPr>
          <p:cNvGrpSpPr/>
          <p:nvPr/>
        </p:nvGrpSpPr>
        <p:grpSpPr>
          <a:xfrm>
            <a:off x="6601907" y="1935387"/>
            <a:ext cx="933393" cy="210876"/>
            <a:chOff x="3560104" y="4920983"/>
            <a:chExt cx="918647" cy="207544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E382ADB8-7D20-0163-4AB4-994E4BC58B68}"/>
                </a:ext>
              </a:extLst>
            </p:cNvPr>
            <p:cNvCxnSpPr>
              <a:cxnSpLocks/>
              <a:stCxn id="243" idx="1"/>
              <a:endCxn id="224" idx="0"/>
            </p:cNvCxnSpPr>
            <p:nvPr/>
          </p:nvCxnSpPr>
          <p:spPr>
            <a:xfrm>
              <a:off x="4334752" y="4995396"/>
              <a:ext cx="143999" cy="13312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C1F2E671-4EE0-101B-3D89-AC2E8C7DF5A4}"/>
                </a:ext>
              </a:extLst>
            </p:cNvPr>
            <p:cNvCxnSpPr>
              <a:cxnSpLocks/>
              <a:stCxn id="245" idx="1"/>
              <a:endCxn id="216" idx="0"/>
            </p:cNvCxnSpPr>
            <p:nvPr/>
          </p:nvCxnSpPr>
          <p:spPr>
            <a:xfrm flipH="1">
              <a:off x="3560104" y="4994613"/>
              <a:ext cx="175857" cy="133914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0896394A-E488-275C-B1E3-B7275BCC057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243" name="Rectangle 25">
                <a:extLst>
                  <a:ext uri="{FF2B5EF4-FFF2-40B4-BE49-F238E27FC236}">
                    <a16:creationId xmlns:a16="http://schemas.microsoft.com/office/drawing/2014/main" id="{B4541065-F664-464F-6DCE-B849B5B5C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244" name="Rectangle 29">
                <a:extLst>
                  <a:ext uri="{FF2B5EF4-FFF2-40B4-BE49-F238E27FC236}">
                    <a16:creationId xmlns:a16="http://schemas.microsoft.com/office/drawing/2014/main" id="{FCFCE422-AD8F-B53D-7015-D9FCA457F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245" name="Rectangle 29">
                <a:extLst>
                  <a:ext uri="{FF2B5EF4-FFF2-40B4-BE49-F238E27FC236}">
                    <a16:creationId xmlns:a16="http://schemas.microsoft.com/office/drawing/2014/main" id="{8B03C1AA-EA17-29F4-ECA5-3FA1752B8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246" name="Group 254">
            <a:extLst>
              <a:ext uri="{FF2B5EF4-FFF2-40B4-BE49-F238E27FC236}">
                <a16:creationId xmlns:a16="http://schemas.microsoft.com/office/drawing/2014/main" id="{C7F455B6-AAE1-2041-ABA4-0DD54062F6BD}"/>
              </a:ext>
            </a:extLst>
          </p:cNvPr>
          <p:cNvGrpSpPr>
            <a:grpSpLocks noChangeAspect="1"/>
          </p:cNvGrpSpPr>
          <p:nvPr/>
        </p:nvGrpSpPr>
        <p:grpSpPr>
          <a:xfrm>
            <a:off x="4555459" y="1629860"/>
            <a:ext cx="280226" cy="161260"/>
            <a:chOff x="8421867" y="1904979"/>
            <a:chExt cx="347879" cy="255573"/>
          </a:xfrm>
        </p:grpSpPr>
        <p:sp>
          <p:nvSpPr>
            <p:cNvPr id="250" name="Rectangle 60">
              <a:extLst>
                <a:ext uri="{FF2B5EF4-FFF2-40B4-BE49-F238E27FC236}">
                  <a16:creationId xmlns:a16="http://schemas.microsoft.com/office/drawing/2014/main" id="{CD398139-F1CF-E951-F8FC-DB1CC45FD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3" name="Group 719">
              <a:extLst>
                <a:ext uri="{FF2B5EF4-FFF2-40B4-BE49-F238E27FC236}">
                  <a16:creationId xmlns:a16="http://schemas.microsoft.com/office/drawing/2014/main" id="{2F702CDA-112B-C048-8D2C-9303BFFB7005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78A2006F-5547-6CD1-E127-C7F298B996B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1E699B38-923A-CE59-EF7E-C6428658871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D898112C-CC81-AC99-F78E-B239929338CB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5EE6B205-D462-0D2C-6DE9-E258B30DA24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54" name="Trapezoid 136">
              <a:extLst>
                <a:ext uri="{FF2B5EF4-FFF2-40B4-BE49-F238E27FC236}">
                  <a16:creationId xmlns:a16="http://schemas.microsoft.com/office/drawing/2014/main" id="{D69DDC8A-037B-20CA-0545-AEB4320326D1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1" name="Group 254">
            <a:extLst>
              <a:ext uri="{FF2B5EF4-FFF2-40B4-BE49-F238E27FC236}">
                <a16:creationId xmlns:a16="http://schemas.microsoft.com/office/drawing/2014/main" id="{F7A05064-85D6-A94C-6AFD-E0CF2E3AFF69}"/>
              </a:ext>
            </a:extLst>
          </p:cNvPr>
          <p:cNvGrpSpPr>
            <a:grpSpLocks noChangeAspect="1"/>
          </p:cNvGrpSpPr>
          <p:nvPr/>
        </p:nvGrpSpPr>
        <p:grpSpPr>
          <a:xfrm>
            <a:off x="5488851" y="1629860"/>
            <a:ext cx="280226" cy="161260"/>
            <a:chOff x="8421867" y="1904979"/>
            <a:chExt cx="347879" cy="255573"/>
          </a:xfrm>
        </p:grpSpPr>
        <p:sp>
          <p:nvSpPr>
            <p:cNvPr id="262" name="Rectangle 60">
              <a:extLst>
                <a:ext uri="{FF2B5EF4-FFF2-40B4-BE49-F238E27FC236}">
                  <a16:creationId xmlns:a16="http://schemas.microsoft.com/office/drawing/2014/main" id="{5B60C549-35C9-24C3-37E0-36E1193BE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63" name="Group 719">
              <a:extLst>
                <a:ext uri="{FF2B5EF4-FFF2-40B4-BE49-F238E27FC236}">
                  <a16:creationId xmlns:a16="http://schemas.microsoft.com/office/drawing/2014/main" id="{2E8F0532-32BB-F000-EF56-25599D495A89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0B4B00F3-5EC3-9E9A-021F-64935D937FE5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2EE73B6F-CD91-51F0-8AE1-BE334A4FD5D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5A209F9A-59AF-70CE-6AEB-B5C8C3F9640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DDE708C1-27A8-B13B-8893-CA2367CFAB8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4" name="Trapezoid 136">
              <a:extLst>
                <a:ext uri="{FF2B5EF4-FFF2-40B4-BE49-F238E27FC236}">
                  <a16:creationId xmlns:a16="http://schemas.microsoft.com/office/drawing/2014/main" id="{07B35F93-4BD4-F6F0-F328-0A833BAFAE6C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32165F1C-F3FD-18FD-BC52-DCE555E37FFB}"/>
              </a:ext>
            </a:extLst>
          </p:cNvPr>
          <p:cNvGrpSpPr/>
          <p:nvPr/>
        </p:nvGrpSpPr>
        <p:grpSpPr>
          <a:xfrm>
            <a:off x="4695572" y="1418979"/>
            <a:ext cx="933392" cy="210883"/>
            <a:chOff x="3560105" y="4920983"/>
            <a:chExt cx="918646" cy="207551"/>
          </a:xfrm>
        </p:grpSpPr>
        <p:cxnSp>
          <p:nvCxnSpPr>
            <p:cNvPr id="366" name="Straight Arrow Connector 365">
              <a:extLst>
                <a:ext uri="{FF2B5EF4-FFF2-40B4-BE49-F238E27FC236}">
                  <a16:creationId xmlns:a16="http://schemas.microsoft.com/office/drawing/2014/main" id="{CFF5CAAF-4DA1-E1B8-3AEE-68F17B3801A4}"/>
                </a:ext>
              </a:extLst>
            </p:cNvPr>
            <p:cNvCxnSpPr>
              <a:cxnSpLocks/>
              <a:stCxn id="377" idx="0"/>
              <a:endCxn id="262" idx="0"/>
            </p:cNvCxnSpPr>
            <p:nvPr/>
          </p:nvCxnSpPr>
          <p:spPr>
            <a:xfrm>
              <a:off x="4288158" y="4974136"/>
              <a:ext cx="190593" cy="154393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0CB0F2C9-7EE3-50F0-1B49-64675C57E5EE}"/>
                </a:ext>
              </a:extLst>
            </p:cNvPr>
            <p:cNvCxnSpPr>
              <a:cxnSpLocks/>
              <a:stCxn id="379" idx="1"/>
              <a:endCxn id="250" idx="0"/>
            </p:cNvCxnSpPr>
            <p:nvPr/>
          </p:nvCxnSpPr>
          <p:spPr>
            <a:xfrm flipH="1">
              <a:off x="3560105" y="4994613"/>
              <a:ext cx="175856" cy="13392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0B5981CA-88A9-2AE9-D3B6-EEB89EA3E5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376" name="Rectangle 25">
                <a:extLst>
                  <a:ext uri="{FF2B5EF4-FFF2-40B4-BE49-F238E27FC236}">
                    <a16:creationId xmlns:a16="http://schemas.microsoft.com/office/drawing/2014/main" id="{140A49E7-52CD-3BB4-2900-9DDA196EF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377" name="Rectangle 29">
                <a:extLst>
                  <a:ext uri="{FF2B5EF4-FFF2-40B4-BE49-F238E27FC236}">
                    <a16:creationId xmlns:a16="http://schemas.microsoft.com/office/drawing/2014/main" id="{0CABB793-D71B-9723-3FC1-C6EB7F964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379" name="Rectangle 29">
                <a:extLst>
                  <a:ext uri="{FF2B5EF4-FFF2-40B4-BE49-F238E27FC236}">
                    <a16:creationId xmlns:a16="http://schemas.microsoft.com/office/drawing/2014/main" id="{42EB9B16-2F9B-913F-0691-38D75DCEB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grpSp>
        <p:nvGrpSpPr>
          <p:cNvPr id="381" name="Group 254">
            <a:extLst>
              <a:ext uri="{FF2B5EF4-FFF2-40B4-BE49-F238E27FC236}">
                <a16:creationId xmlns:a16="http://schemas.microsoft.com/office/drawing/2014/main" id="{A3B92014-6D0C-0EC9-D663-9E8FC0E6D7C9}"/>
              </a:ext>
            </a:extLst>
          </p:cNvPr>
          <p:cNvGrpSpPr>
            <a:grpSpLocks noChangeAspect="1"/>
          </p:cNvGrpSpPr>
          <p:nvPr/>
        </p:nvGrpSpPr>
        <p:grpSpPr>
          <a:xfrm>
            <a:off x="6430129" y="1629860"/>
            <a:ext cx="280226" cy="161260"/>
            <a:chOff x="8421867" y="1904979"/>
            <a:chExt cx="347879" cy="255573"/>
          </a:xfrm>
        </p:grpSpPr>
        <p:sp>
          <p:nvSpPr>
            <p:cNvPr id="382" name="Rectangle 60">
              <a:extLst>
                <a:ext uri="{FF2B5EF4-FFF2-40B4-BE49-F238E27FC236}">
                  <a16:creationId xmlns:a16="http://schemas.microsoft.com/office/drawing/2014/main" id="{3886899E-4B66-F7F7-63E6-FF8AA5463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3" name="Group 719">
              <a:extLst>
                <a:ext uri="{FF2B5EF4-FFF2-40B4-BE49-F238E27FC236}">
                  <a16:creationId xmlns:a16="http://schemas.microsoft.com/office/drawing/2014/main" id="{5F045B6B-5D6B-E7EE-686B-8E4B8CD6092B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1285C313-8DF2-35C4-3360-B29F773CCBF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0F1A6C28-3607-3EED-D02C-0EA10418867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7ABE320-DF8A-6FC5-3E50-AD49B22A95F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4E96730B-BDAD-6D35-51ED-08E9A9BD5B7F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4" name="Trapezoid 136">
              <a:extLst>
                <a:ext uri="{FF2B5EF4-FFF2-40B4-BE49-F238E27FC236}">
                  <a16:creationId xmlns:a16="http://schemas.microsoft.com/office/drawing/2014/main" id="{A6FB45DC-816E-28F7-F59B-F00EDCA5ED28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3F9ABA03-26EF-D066-A31A-47F3FF43A90E}"/>
              </a:ext>
            </a:extLst>
          </p:cNvPr>
          <p:cNvGrpSpPr>
            <a:grpSpLocks noChangeAspect="1"/>
          </p:cNvGrpSpPr>
          <p:nvPr/>
        </p:nvGrpSpPr>
        <p:grpSpPr>
          <a:xfrm>
            <a:off x="7363522" y="1629860"/>
            <a:ext cx="280226" cy="161260"/>
            <a:chOff x="8421867" y="1904979"/>
            <a:chExt cx="347879" cy="255573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F64517BD-C852-4141-EB32-8FBC7BB14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67" y="1904979"/>
              <a:ext cx="347879" cy="25557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348370">
                <a:defRPr/>
              </a:pPr>
              <a:endParaRPr lang="en-US" sz="1685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63398BDE-4CFC-B12A-F8AC-DC0DCA3CB0E0}"/>
                </a:ext>
              </a:extLst>
            </p:cNvPr>
            <p:cNvGrpSpPr/>
            <p:nvPr/>
          </p:nvGrpSpPr>
          <p:grpSpPr>
            <a:xfrm>
              <a:off x="8487816" y="1907051"/>
              <a:ext cx="216025" cy="108851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1846F05E-7E60-38E8-9C02-85FE87B6FD8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BD5F452C-5187-AE1D-2828-DB99701EFBE0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C77D3FD9-7D90-08B8-CDF4-6CCE898064D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29AD9E74-C8A5-62B1-0EDB-8A9B732610F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136">
              <a:extLst>
                <a:ext uri="{FF2B5EF4-FFF2-40B4-BE49-F238E27FC236}">
                  <a16:creationId xmlns:a16="http://schemas.microsoft.com/office/drawing/2014/main" id="{C24F91ED-6B22-5BB3-D670-820755B7AFD9}"/>
                </a:ext>
              </a:extLst>
            </p:cNvPr>
            <p:cNvSpPr/>
            <p:nvPr/>
          </p:nvSpPr>
          <p:spPr>
            <a:xfrm rot="10800000">
              <a:off x="8464779" y="2015927"/>
              <a:ext cx="262094" cy="50809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9681" tIns="34840" rIns="69681" bIns="348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348370">
                <a:defRPr/>
              </a:pPr>
              <a:endParaRPr lang="en-US" sz="1685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6F53F0B6-8663-3837-ECEC-C6769EEAA14F}"/>
              </a:ext>
            </a:extLst>
          </p:cNvPr>
          <p:cNvGrpSpPr/>
          <p:nvPr/>
        </p:nvGrpSpPr>
        <p:grpSpPr>
          <a:xfrm>
            <a:off x="6570242" y="1418979"/>
            <a:ext cx="933393" cy="210883"/>
            <a:chOff x="3560104" y="4920983"/>
            <a:chExt cx="918647" cy="207551"/>
          </a:xfrm>
        </p:grpSpPr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969CB385-74A4-D630-7DA2-EEF176D92F4E}"/>
                </a:ext>
              </a:extLst>
            </p:cNvPr>
            <p:cNvCxnSpPr>
              <a:cxnSpLocks/>
              <a:stCxn id="409" idx="1"/>
              <a:endCxn id="395" idx="0"/>
            </p:cNvCxnSpPr>
            <p:nvPr/>
          </p:nvCxnSpPr>
          <p:spPr>
            <a:xfrm>
              <a:off x="4334752" y="4995396"/>
              <a:ext cx="143999" cy="133133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4DFB4A8C-A91C-E389-A565-43409DDA05E7}"/>
                </a:ext>
              </a:extLst>
            </p:cNvPr>
            <p:cNvCxnSpPr>
              <a:cxnSpLocks/>
              <a:stCxn id="411" idx="1"/>
              <a:endCxn id="382" idx="0"/>
            </p:cNvCxnSpPr>
            <p:nvPr/>
          </p:nvCxnSpPr>
          <p:spPr>
            <a:xfrm flipH="1">
              <a:off x="3560104" y="4994613"/>
              <a:ext cx="175857" cy="133921"/>
            </a:xfrm>
            <a:prstGeom prst="straightConnector1">
              <a:avLst/>
            </a:prstGeom>
            <a:noFill/>
            <a:ln w="15875" cap="rnd" cmpd="sng" algn="ctr">
              <a:solidFill>
                <a:srgbClr val="4B4B4B">
                  <a:lumMod val="60000"/>
                  <a:lumOff val="40000"/>
                </a:srgbClr>
              </a:solidFill>
              <a:prstDash val="solid"/>
              <a:tailEnd type="triangle"/>
            </a:ln>
            <a:effectLst/>
          </p:spPr>
        </p:cxn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79F6E0AB-6C8A-5007-527B-538045E7F8A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03531" y="4920983"/>
              <a:ext cx="631222" cy="148826"/>
              <a:chOff x="3211578" y="4131993"/>
              <a:chExt cx="1197875" cy="282431"/>
            </a:xfrm>
          </p:grpSpPr>
          <p:sp>
            <p:nvSpPr>
              <p:cNvPr id="409" name="Rectangle 25">
                <a:extLst>
                  <a:ext uri="{FF2B5EF4-FFF2-40B4-BE49-F238E27FC236}">
                    <a16:creationId xmlns:a16="http://schemas.microsoft.com/office/drawing/2014/main" id="{59A7D907-323C-88AD-6553-59FD5AA7A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11578" y="4131993"/>
                <a:ext cx="1197875" cy="282431"/>
              </a:xfrm>
              <a:prstGeom prst="rect">
                <a:avLst/>
              </a:prstGeom>
              <a:solidFill>
                <a:srgbClr val="FFAF00">
                  <a:lumMod val="75000"/>
                </a:srgbClr>
              </a:solidFill>
              <a:ln w="7938" cap="rnd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69681" tIns="34840" rIns="69681" bIns="3484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464492">
                  <a:defRPr/>
                </a:pPr>
                <a:r>
                  <a:rPr lang="en-US" sz="813" kern="0" dirty="0">
                    <a:solidFill>
                      <a:srgbClr val="FFFFFF"/>
                    </a:solidFill>
                    <a:latin typeface="Calibri"/>
                  </a:rPr>
                  <a:t>Link</a:t>
                </a:r>
              </a:p>
            </p:txBody>
          </p:sp>
          <p:sp>
            <p:nvSpPr>
              <p:cNvPr id="410" name="Rectangle 29">
                <a:extLst>
                  <a:ext uri="{FF2B5EF4-FFF2-40B4-BE49-F238E27FC236}">
                    <a16:creationId xmlns:a16="http://schemas.microsoft.com/office/drawing/2014/main" id="{CF1CEAD9-6F4F-7BDB-E144-C6293FE67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96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  <p:sp>
            <p:nvSpPr>
              <p:cNvPr id="411" name="Rectangle 29">
                <a:extLst>
                  <a:ext uri="{FF2B5EF4-FFF2-40B4-BE49-F238E27FC236}">
                    <a16:creationId xmlns:a16="http://schemas.microsoft.com/office/drawing/2014/main" id="{778E6269-8608-CDE3-68C8-F1377EBF7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122" y="4232863"/>
                <a:ext cx="85868" cy="7771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B87CC">
                    <a:lumMod val="75000"/>
                  </a:srgbClr>
                </a:solidFill>
              </a:ln>
            </p:spPr>
            <p:txBody>
              <a:bodyPr vert="horz" wrap="square" lIns="69681" tIns="34840" rIns="69681" bIns="34840" numCol="1" anchor="t" anchorCtr="0" compatLnSpc="1">
                <a:prstTxWarp prst="textNoShape">
                  <a:avLst/>
                </a:prstTxWarp>
              </a:bodyPr>
              <a:lstStyle/>
              <a:p>
                <a:pPr defTabSz="464492">
                  <a:defRPr/>
                </a:pPr>
                <a:endParaRPr lang="en-US" sz="1372" kern="0">
                  <a:solidFill>
                    <a:srgbClr val="4B4B4B"/>
                  </a:solidFill>
                  <a:latin typeface="Calibri"/>
                </a:endParaRPr>
              </a:p>
            </p:txBody>
          </p:sp>
        </p:grpSp>
      </p:grpSp>
      <p:cxnSp>
        <p:nvCxnSpPr>
          <p:cNvPr id="427" name="Connector: Elbow 426">
            <a:extLst>
              <a:ext uri="{FF2B5EF4-FFF2-40B4-BE49-F238E27FC236}">
                <a16:creationId xmlns:a16="http://schemas.microsoft.com/office/drawing/2014/main" id="{19CFAB6A-07FD-F7E7-1BFF-B7D066C9AB2F}"/>
              </a:ext>
            </a:extLst>
          </p:cNvPr>
          <p:cNvCxnSpPr>
            <a:stCxn id="1525" idx="2"/>
            <a:endCxn id="250" idx="1"/>
          </p:cNvCxnSpPr>
          <p:nvPr/>
        </p:nvCxnSpPr>
        <p:spPr>
          <a:xfrm rot="10800000" flipV="1">
            <a:off x="4555459" y="1083772"/>
            <a:ext cx="639520" cy="626717"/>
          </a:xfrm>
          <a:prstGeom prst="bentConnector3">
            <a:avLst>
              <a:gd name="adj1" fmla="val 135746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29" name="Connector: Elbow 428">
            <a:extLst>
              <a:ext uri="{FF2B5EF4-FFF2-40B4-BE49-F238E27FC236}">
                <a16:creationId xmlns:a16="http://schemas.microsoft.com/office/drawing/2014/main" id="{7C955EA6-4F31-2B3E-559F-D0D8EDB199D9}"/>
              </a:ext>
            </a:extLst>
          </p:cNvPr>
          <p:cNvCxnSpPr>
            <a:cxnSpLocks/>
            <a:stCxn id="1524" idx="3"/>
            <a:endCxn id="395" idx="3"/>
          </p:cNvCxnSpPr>
          <p:nvPr/>
        </p:nvCxnSpPr>
        <p:spPr>
          <a:xfrm>
            <a:off x="7093585" y="1082887"/>
            <a:ext cx="550163" cy="627603"/>
          </a:xfrm>
          <a:prstGeom prst="bentConnector3">
            <a:avLst>
              <a:gd name="adj1" fmla="val 141551"/>
            </a:avLst>
          </a:prstGeom>
          <a:noFill/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4B02F407-7882-DB99-BB21-639BC2D0A337}"/>
              </a:ext>
            </a:extLst>
          </p:cNvPr>
          <p:cNvCxnSpPr>
            <a:stCxn id="376" idx="2"/>
            <a:endCxn id="205" idx="0"/>
          </p:cNvCxnSpPr>
          <p:nvPr/>
        </p:nvCxnSpPr>
        <p:spPr>
          <a:xfrm>
            <a:off x="5161977" y="1517859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FDA982FB-3180-D786-2241-B47E22310CE3}"/>
              </a:ext>
            </a:extLst>
          </p:cNvPr>
          <p:cNvCxnSpPr>
            <a:stCxn id="205" idx="2"/>
            <a:endCxn id="210" idx="0"/>
          </p:cNvCxnSpPr>
          <p:nvPr/>
        </p:nvCxnSpPr>
        <p:spPr>
          <a:xfrm>
            <a:off x="5193642" y="2034261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9CBD1F19-1AB7-1F1F-3CDA-90030CE099AE}"/>
              </a:ext>
            </a:extLst>
          </p:cNvPr>
          <p:cNvSpPr txBox="1"/>
          <p:nvPr/>
        </p:nvSpPr>
        <p:spPr>
          <a:xfrm>
            <a:off x="4056656" y="2305144"/>
            <a:ext cx="7312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aggregation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E8DCDB5F-E330-831D-2CBB-D2732A7CC9CD}"/>
              </a:ext>
            </a:extLst>
          </p:cNvPr>
          <p:cNvSpPr txBox="1"/>
          <p:nvPr/>
        </p:nvSpPr>
        <p:spPr>
          <a:xfrm>
            <a:off x="3875305" y="1768720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Partition parallel</a:t>
            </a:r>
          </a:p>
          <a:p>
            <a:r>
              <a:rPr lang="en-GB" sz="800" dirty="0"/>
              <a:t>(decomposition)</a:t>
            </a: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F9AB1D07-5850-1BF4-EC60-945ED12B5B0A}"/>
              </a:ext>
            </a:extLst>
          </p:cNvPr>
          <p:cNvCxnSpPr/>
          <p:nvPr/>
        </p:nvCxnSpPr>
        <p:spPr>
          <a:xfrm>
            <a:off x="7041577" y="1517859"/>
            <a:ext cx="31665" cy="36518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1F4AE7E3-E56E-62BC-5C8F-F9F7BA696AB0}"/>
              </a:ext>
            </a:extLst>
          </p:cNvPr>
          <p:cNvCxnSpPr/>
          <p:nvPr/>
        </p:nvCxnSpPr>
        <p:spPr>
          <a:xfrm>
            <a:off x="7073242" y="2034261"/>
            <a:ext cx="24439" cy="2728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Rectangle 25">
            <a:extLst>
              <a:ext uri="{FF2B5EF4-FFF2-40B4-BE49-F238E27FC236}">
                <a16:creationId xmlns:a16="http://schemas.microsoft.com/office/drawing/2014/main" id="{1CA4D191-6CE6-AEE6-073D-8C76EDBDF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641" y="2946839"/>
            <a:ext cx="1317064" cy="87951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2819" tIns="46408" rIns="92819" bIns="46408" anchor="ctr"/>
          <a:lstStyle/>
          <a:p>
            <a:pPr algn="ctr" defTabSz="464492">
              <a:spcBef>
                <a:spcPct val="0"/>
              </a:spcBef>
            </a:pPr>
            <a:endParaRPr lang="en-US" sz="914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278" name="Rectangle 29">
            <a:extLst>
              <a:ext uri="{FF2B5EF4-FFF2-40B4-BE49-F238E27FC236}">
                <a16:creationId xmlns:a16="http://schemas.microsoft.com/office/drawing/2014/main" id="{619286DB-800C-BD98-ADBF-A6D9BB305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788" y="2961986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279" name="Rectangle 29">
            <a:extLst>
              <a:ext uri="{FF2B5EF4-FFF2-40B4-BE49-F238E27FC236}">
                <a16:creationId xmlns:a16="http://schemas.microsoft.com/office/drawing/2014/main" id="{6BB01D84-1D14-01A8-0342-410E412DF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87" y="2961986"/>
            <a:ext cx="65082" cy="59430"/>
          </a:xfrm>
          <a:prstGeom prst="ellipse">
            <a:avLst/>
          </a:prstGeom>
          <a:solidFill>
            <a:srgbClr val="FFFFFF"/>
          </a:solidFill>
          <a:ln>
            <a:solidFill>
              <a:srgbClr val="4B87CC">
                <a:lumMod val="75000"/>
              </a:srgbClr>
            </a:solidFill>
          </a:ln>
        </p:spPr>
        <p:txBody>
          <a:bodyPr vert="horz" wrap="square" lIns="69681" tIns="34840" rIns="69681" bIns="34840" numCol="1" anchor="t" anchorCtr="0" compatLnSpc="1">
            <a:prstTxWarp prst="textNoShape">
              <a:avLst/>
            </a:prstTxWarp>
          </a:bodyPr>
          <a:lstStyle/>
          <a:p>
            <a:pPr defTabSz="464492">
              <a:defRPr/>
            </a:pPr>
            <a:endParaRPr lang="en-US" sz="1372" kern="0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282" name="Rectangle 135">
            <a:extLst>
              <a:ext uri="{FF2B5EF4-FFF2-40B4-BE49-F238E27FC236}">
                <a16:creationId xmlns:a16="http://schemas.microsoft.com/office/drawing/2014/main" id="{762C87AB-B99D-232F-7309-C4CE7289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995" y="2919496"/>
            <a:ext cx="2110508" cy="11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696721">
              <a:defRPr/>
            </a:pPr>
            <a:r>
              <a:rPr lang="en-US" sz="762" b="1" kern="0" dirty="0" err="1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762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762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FC14342B-4055-151D-FE0C-412371FE869B}"/>
              </a:ext>
            </a:extLst>
          </p:cNvPr>
          <p:cNvCxnSpPr>
            <a:cxnSpLocks/>
            <a:stCxn id="1103" idx="0"/>
            <a:endCxn id="225" idx="2"/>
          </p:cNvCxnSpPr>
          <p:nvPr/>
        </p:nvCxnSpPr>
        <p:spPr>
          <a:xfrm flipH="1" flipV="1">
            <a:off x="6096001" y="607545"/>
            <a:ext cx="29248" cy="253983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43AE5609-BD24-65B9-135D-A903D3935C4E}"/>
              </a:ext>
            </a:extLst>
          </p:cNvPr>
          <p:cNvCxnSpPr>
            <a:cxnSpLocks/>
            <a:endCxn id="1039" idx="3"/>
          </p:cNvCxnSpPr>
          <p:nvPr/>
        </p:nvCxnSpPr>
        <p:spPr>
          <a:xfrm flipH="1">
            <a:off x="2421268" y="3009979"/>
            <a:ext cx="3063050" cy="593686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31E78E1F-FCA3-3E4C-7E43-F37A6F0883F2}"/>
              </a:ext>
            </a:extLst>
          </p:cNvPr>
          <p:cNvCxnSpPr>
            <a:cxnSpLocks/>
            <a:endCxn id="279" idx="4"/>
          </p:cNvCxnSpPr>
          <p:nvPr/>
        </p:nvCxnSpPr>
        <p:spPr>
          <a:xfrm flipH="1" flipV="1">
            <a:off x="6733428" y="3021416"/>
            <a:ext cx="3252144" cy="558130"/>
          </a:xfrm>
          <a:prstGeom prst="straightConnector1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EE6B085A-EEB9-1C7A-4F18-BDAB9938D31A}"/>
              </a:ext>
            </a:extLst>
          </p:cNvPr>
          <p:cNvCxnSpPr>
            <a:cxnSpLocks/>
          </p:cNvCxnSpPr>
          <p:nvPr/>
        </p:nvCxnSpPr>
        <p:spPr>
          <a:xfrm flipH="1" flipV="1">
            <a:off x="6192199" y="3025489"/>
            <a:ext cx="71036" cy="147105"/>
          </a:xfrm>
          <a:prstGeom prst="line">
            <a:avLst/>
          </a:prstGeom>
          <a:solidFill>
            <a:srgbClr val="FFAF00">
              <a:lumMod val="20000"/>
              <a:lumOff val="80000"/>
            </a:srgbClr>
          </a:solidFill>
          <a:ln w="15875" cap="rnd" cmpd="sng" algn="ctr">
            <a:solidFill>
              <a:srgbClr val="4B4B4B">
                <a:lumMod val="60000"/>
                <a:lumOff val="40000"/>
              </a:srgbClr>
            </a:solidFill>
            <a:prstDash val="soli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3716116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3587-FF5B-5A47-A260-4873EF6A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1E8BC-CE48-C27F-F3F3-FC646EA10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complex cases we can:</a:t>
            </a:r>
          </a:p>
          <a:p>
            <a:pPr lvl="1"/>
            <a:r>
              <a:rPr lang="en-GB" dirty="0"/>
              <a:t>pull out the control plane connection as separate from the “real” connection</a:t>
            </a:r>
          </a:p>
          <a:p>
            <a:pPr lvl="1"/>
            <a:r>
              <a:rPr lang="en-GB" dirty="0"/>
              <a:t>allow two levels of lower connection.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1865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B115-C48C-18EE-C94E-5617C80E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TAPI – IETF model linkage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93999-9C10-D12A-B50A-31AE9D5A5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 tooltip="onmi025.ND.005_BriefAnalysis-TapiIetfModelLinkage.pptx"/>
              </a:rPr>
              <a:t>onmi025.ND.005_BriefAnalysis-TapiIetfModelLinkage.pptx</a:t>
            </a:r>
            <a:endParaRPr lang="en-GB" dirty="0"/>
          </a:p>
          <a:p>
            <a:r>
              <a:rPr lang="en-GB" dirty="0"/>
              <a:t>Need to add peer relationship to cover case where TP is shared.</a:t>
            </a:r>
          </a:p>
          <a:p>
            <a:r>
              <a:rPr lang="en-GB" dirty="0"/>
              <a:t>Need to consider connection and Link cases</a:t>
            </a:r>
          </a:p>
          <a:p>
            <a:r>
              <a:rPr lang="en-GB" dirty="0"/>
              <a:t>Target update 20250930</a:t>
            </a:r>
          </a:p>
        </p:txBody>
      </p:sp>
    </p:spTree>
    <p:extLst>
      <p:ext uri="{BB962C8B-B14F-4D97-AF65-F5344CB8AC3E}">
        <p14:creationId xmlns:p14="http://schemas.microsoft.com/office/powerpoint/2010/main" val="1943347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0114-C6B0-F6A5-6771-2A29015D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Align PM streaming with OAM model advancements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B693C-31E4-B0B5-BA3E-F70711854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Review the PM streaming</a:t>
            </a:r>
          </a:p>
          <a:p>
            <a:r>
              <a:rPr lang="en-GB" dirty="0"/>
              <a:t>Review OAM in the streaming context (e.g., removal of current data)</a:t>
            </a:r>
          </a:p>
          <a:p>
            <a:r>
              <a:rPr lang="en-GB" dirty="0"/>
              <a:t>Assess structure for gaps, conflicts etc.</a:t>
            </a:r>
          </a:p>
          <a:p>
            <a:r>
              <a:rPr lang="en-GB" dirty="0"/>
              <a:t>Report back to team</a:t>
            </a:r>
          </a:p>
          <a:p>
            <a:r>
              <a:rPr lang="en-GB" dirty="0"/>
              <a:t>Target 20251007</a:t>
            </a:r>
          </a:p>
          <a:p>
            <a:pPr lvl="1"/>
            <a:r>
              <a:rPr lang="en-GB" dirty="0"/>
              <a:t>Partial analysis carried out… need to do more before reporting back</a:t>
            </a:r>
          </a:p>
        </p:txBody>
      </p:sp>
    </p:spTree>
    <p:extLst>
      <p:ext uri="{BB962C8B-B14F-4D97-AF65-F5344CB8AC3E}">
        <p14:creationId xmlns:p14="http://schemas.microsoft.com/office/powerpoint/2010/main" val="637256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8029-9C8A-1FFF-7429-82016A14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Streaming test plan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55C8-C87B-D982-94C8-2DC70971E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noProof="0" dirty="0">
                <a:hlinkClick r:id="rId2" tooltip="onmi2025.ND.007_StreamingTestPlan-FirstDraft.docx"/>
              </a:rPr>
              <a:t>onmi2025.ND.007_StreamingTestPlan-FirstDraft.docx</a:t>
            </a:r>
            <a:endParaRPr lang="en-GB" u="sng" noProof="0" dirty="0"/>
          </a:p>
          <a:p>
            <a:endParaRPr lang="en-GB" u="sng" dirty="0"/>
          </a:p>
          <a:p>
            <a:r>
              <a:rPr lang="en-GB" dirty="0"/>
              <a:t>Deeper dive than last skim on today’s call</a:t>
            </a:r>
          </a:p>
          <a:p>
            <a:r>
              <a:rPr lang="en-GB" dirty="0"/>
              <a:t>Document available for assessment</a:t>
            </a:r>
          </a:p>
          <a:p>
            <a:r>
              <a:rPr lang="en-GB" noProof="0" dirty="0"/>
              <a:t>Comments in two weeks (20250916)</a:t>
            </a:r>
          </a:p>
          <a:p>
            <a:endParaRPr lang="en-GB" dirty="0"/>
          </a:p>
          <a:p>
            <a:r>
              <a:rPr lang="en-GB" noProof="0" dirty="0"/>
              <a:t>Review Ramon’s comments</a:t>
            </a:r>
          </a:p>
        </p:txBody>
      </p:sp>
    </p:spTree>
    <p:extLst>
      <p:ext uri="{BB962C8B-B14F-4D97-AF65-F5344CB8AC3E}">
        <p14:creationId xmlns:p14="http://schemas.microsoft.com/office/powerpoint/2010/main" val="1783006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42406</TotalTime>
  <Words>1369</Words>
  <Application>Microsoft Office PowerPoint</Application>
  <PresentationFormat>Widescreen</PresentationFormat>
  <Paragraphs>326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Wingdings</vt:lpstr>
      <vt:lpstr>Office Theme</vt:lpstr>
      <vt:lpstr>Packager Shell Object</vt:lpstr>
      <vt:lpstr>TAPI Work progress</vt:lpstr>
      <vt:lpstr>Approach</vt:lpstr>
      <vt:lpstr>Updates to 2.1.3 and 2.5.x</vt:lpstr>
      <vt:lpstr>Protobuf file to 2.5</vt:lpstr>
      <vt:lpstr>physical-route</vt:lpstr>
      <vt:lpstr>String restrictions</vt:lpstr>
      <vt:lpstr>Config false</vt:lpstr>
      <vt:lpstr>Spotlight and snapshot stream</vt:lpstr>
      <vt:lpstr>Control plane model</vt:lpstr>
      <vt:lpstr>Proposal</vt:lpstr>
      <vt:lpstr>Proposal</vt:lpstr>
      <vt:lpstr>Proposal</vt:lpstr>
      <vt:lpstr>Proposal</vt:lpstr>
      <vt:lpstr>Implications</vt:lpstr>
      <vt:lpstr>TAPI – IETF model linkage</vt:lpstr>
      <vt:lpstr>Align PM streaming with OAM model advancements</vt:lpstr>
      <vt:lpstr>Streaming test plan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9</cp:revision>
  <dcterms:created xsi:type="dcterms:W3CDTF">2025-09-02T09:15:52Z</dcterms:created>
  <dcterms:modified xsi:type="dcterms:W3CDTF">2025-10-18T23:57:33Z</dcterms:modified>
</cp:coreProperties>
</file>