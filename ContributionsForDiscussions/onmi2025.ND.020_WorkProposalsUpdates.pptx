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283" r:id="rId4"/>
    <p:sldId id="282" r:id="rId5"/>
    <p:sldId id="276" r:id="rId6"/>
    <p:sldId id="281" r:id="rId7"/>
    <p:sldId id="277" r:id="rId8"/>
    <p:sldId id="279" r:id="rId9"/>
    <p:sldId id="278" r:id="rId10"/>
    <p:sldId id="275" r:id="rId11"/>
    <p:sldId id="284" r:id="rId12"/>
    <p:sldId id="273" r:id="rId13"/>
    <p:sldId id="257" r:id="rId14"/>
    <p:sldId id="262" r:id="rId15"/>
    <p:sldId id="263" r:id="rId16"/>
    <p:sldId id="258" r:id="rId17"/>
    <p:sldId id="264" r:id="rId18"/>
    <p:sldId id="259" r:id="rId19"/>
    <p:sldId id="266" r:id="rId20"/>
    <p:sldId id="261" r:id="rId21"/>
    <p:sldId id="265" r:id="rId22"/>
    <p:sldId id="274" r:id="rId23"/>
    <p:sldId id="270" r:id="rId24"/>
    <p:sldId id="269" r:id="rId25"/>
    <p:sldId id="271" r:id="rId26"/>
    <p:sldId id="267" r:id="rId27"/>
    <p:sldId id="26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6449" autoAdjust="0"/>
  </p:normalViewPr>
  <p:slideViewPr>
    <p:cSldViewPr snapToGrid="0">
      <p:cViewPr varScale="1">
        <p:scale>
          <a:sx n="96" d="100"/>
          <a:sy n="96" d="100"/>
        </p:scale>
        <p:origin x="84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DDE6C-9391-BC52-65E0-AB077635BE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3763BA-1784-A285-1485-FEFFE45AC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0DBC5-331D-47C7-3265-153C2129A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0D231-0863-76D6-B8E6-C31BCC4EA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B91C9-6F45-B84A-1935-027EEA7C9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8446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1CB8F-B222-3BD8-1F41-B5DE9310A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89858-8267-F512-DB9A-25894F1EC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16D5C-68C1-CFD0-7F0E-682B29927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F0C18-DEB5-7DA2-2AE4-943CEF28B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CB886-FC6B-C184-B63B-894DC98E1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0637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03E46-9CB7-8B58-4B42-A7A0671C8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C974C-6C9A-D44E-8A27-E125FED77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7B20C-E6C7-6F9F-82C5-8825DACF5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A49A0-291D-A347-1ED9-30C9ED93A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232DB-E57C-9DEE-1D57-62C8A3978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5591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7C298-5A69-82EE-8747-E1A9BD5AA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10FEF-6152-74FF-8C83-8EEB16B01B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13D539-8592-B2DE-3E1A-F3BB8F1EC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C27C8-3CAE-9EA4-D689-6A92D0685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E1DA4-676E-294F-0D02-F6F4C5904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E9B1A-C460-1C62-E532-279672803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738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A12AE-4BA2-CA55-2210-2E051BC93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BE489-A325-FD55-6366-B505C9550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9D063-30CF-24C4-F457-B0A071775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93912E-70EB-E59E-BBF3-AD27F11F47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E09779-D996-DECF-AB8F-D47CE8F3EB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D8E3AB-A8EF-75CE-8175-60B07C010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BF55C9-0549-C697-FDA9-08B3D7D18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E64445-3943-7546-61CC-BB2295CDE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434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C6B14-44AA-C551-FFCC-91458CDB8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534E1E-93F2-612A-3DD7-F647F67CC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E7DF74-4DF7-A6A4-7524-B5F3CED2E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E79858-302C-91A3-6E52-CAC87291C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798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27B038-802C-9994-4751-F5FF71057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A87156-E0BB-FA1D-E4A6-D401D361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FD37E-8A5F-AEEB-8A02-515C4A942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055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E7560-6954-BFE6-DACA-5C716E646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DA3AA-7BB8-166C-DAA1-7334003B9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3FE8CF-5AD8-1A23-3089-A42454A3E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11A2B-3DB5-395E-BA3B-C5F1D073B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42F82-60A1-7010-B78B-3514AC9FA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4149AE-BFF5-FA4D-C695-9C5BC108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2048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BF401-1294-B770-504F-D852EAA8B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50BF66-B7EC-6BDE-87EB-A73C88B8B9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86EEC0-7AE7-D5B7-EB87-1733A63669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EB32D-2416-518A-4FE9-F60F77CDD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16798-2337-8BAA-4035-13C6C90C0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68426-22E2-7200-7CB6-5C00B2DF1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89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2BEF4-0A70-852F-43ED-91DFDBFF6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3521BC-18EC-E88D-BEFB-4583501E8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DFFF6-BE6E-292A-E634-DBFB8EA59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D7F47-B597-5FA1-E4F7-060AA0636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B23B8-3D39-3B31-1257-74951F69D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342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04A07D-AB6E-DDC8-BB8F-A39FA41788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2E199F-6208-B954-E97D-CF508B219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F618B-9B67-8513-D232-991CF428E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50A58-3017-4A80-94B1-5A1CB2C46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50888-A14D-8C27-C122-615E841A6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501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E87413-AD7A-F63A-33F7-97768526D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AB60A-5AEE-45B5-DAAD-76C3D1022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4D2EA-B477-A02E-30EB-A607AF0FE8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09E538-0188-4EE6-B8EB-96DC982D4D90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0ECD3-AEA2-7C20-8DB7-90C541AA81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5E7FE-1F36-37B1-861A-1A14DC665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0427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igel-r-davis/TAPI-Documentation" TargetMode="External"/><Relationship Id="rId2" Type="http://schemas.openxmlformats.org/officeDocument/2006/relationships/hyperlink" Target="https://github.com/nigel-r-davis/T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example.com/streams/tapi-notificatio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pen-Network-Models-and-Interfaces-ONMI/TAPI/tree/tapi-2.1.3-fixes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igel-r-davis/TAPI-Documentation/tree/tapi-2.5.0-fixes/ReferenceImplementationAgreements/TR-547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nigel-r-davis/TAPI/tree/tapi-2.1.3-fixe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igel-r-davis/TAPI-Documentation/tree/tapi-2.5.0-fixes/ReferenceImplementationAgreements/TR-547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pen-Network-Models-and-Interfaces-ONMI/TAPI-Activities/blob/main/ContributionsForDiscussions/onmi2025.ND.007_StreamingTestPlan-FirstDraft.docx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pen-Network-Models-and-Interfaces-ONMI/TAPI-Activities/blob/main/ContributionsForDiscussions/otcc2024.ND.002_SpotlightAndSnapshotStreams.pptx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pen-Network-Models-and-Interfaces-ONMI/TAPI-Activities/blob/main/ContributionsForDiscussions/onmi025.ND.005_BriefAnalysis-TapiIetfModelLinkage.pptx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6CAEB-1991-384F-7CAE-2214264DDF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TAPI Work progress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F9B9FE-F929-CFB1-6A04-97ED608AE4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noProof="0" dirty="0"/>
              <a:t>Nigel Davis</a:t>
            </a:r>
          </a:p>
          <a:p>
            <a:r>
              <a:rPr lang="en-GB" dirty="0"/>
              <a:t>20251125</a:t>
            </a:r>
          </a:p>
          <a:p>
            <a:endParaRPr lang="en-GB" noProof="0" dirty="0"/>
          </a:p>
          <a:p>
            <a:r>
              <a:rPr lang="en-GB" dirty="0"/>
              <a:t>Note all work is being carried out in my forks…</a:t>
            </a:r>
          </a:p>
          <a:p>
            <a:r>
              <a:rPr lang="en-GB" dirty="0">
                <a:hlinkClick r:id="rId2"/>
              </a:rPr>
              <a:t>https://github.com/nigel-r-davis/TAPI</a:t>
            </a:r>
            <a:endParaRPr lang="en-GB" dirty="0"/>
          </a:p>
          <a:p>
            <a:r>
              <a:rPr lang="en-GB" dirty="0">
                <a:hlinkClick r:id="rId3"/>
              </a:rPr>
              <a:t>https://github.com/nigel-r-davis/TAPI-Documentation</a:t>
            </a:r>
            <a:r>
              <a:rPr lang="en-GB" dirty="0"/>
              <a:t> 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529245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52D92-F824-9449-1A83-F08148E21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Brief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5A0A7-0DA4-E833-B805-57EDB1084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20251125 – complete initial pull requests</a:t>
            </a:r>
          </a:p>
          <a:p>
            <a:r>
              <a:rPr lang="en-GB" dirty="0"/>
              <a:t>20251202 – Final pull requests</a:t>
            </a:r>
          </a:p>
          <a:p>
            <a:pPr lvl="1"/>
            <a:r>
              <a:rPr lang="en-GB" dirty="0"/>
              <a:t>2.7 changes noted on following pages</a:t>
            </a:r>
          </a:p>
          <a:p>
            <a:pPr lvl="1"/>
            <a:r>
              <a:rPr lang="en-GB" dirty="0"/>
              <a:t>Specific changes to conditional attributes as per issues</a:t>
            </a:r>
          </a:p>
          <a:p>
            <a:r>
              <a:rPr lang="en-GB" dirty="0"/>
              <a:t>20251209 – Review assembled documentation</a:t>
            </a:r>
          </a:p>
          <a:p>
            <a:r>
              <a:rPr lang="en-GB" dirty="0"/>
              <a:t>20251216 – Complete documentation</a:t>
            </a:r>
          </a:p>
          <a:p>
            <a:r>
              <a:rPr lang="en-GB" dirty="0"/>
              <a:t>20251223 – No meeting… finalizing package</a:t>
            </a:r>
          </a:p>
          <a:p>
            <a:r>
              <a:rPr lang="en-GB" dirty="0"/>
              <a:t>202601… - may need final check of packages prior to delivery to steering team</a:t>
            </a:r>
          </a:p>
        </p:txBody>
      </p:sp>
    </p:spTree>
    <p:extLst>
      <p:ext uri="{BB962C8B-B14F-4D97-AF65-F5344CB8AC3E}">
        <p14:creationId xmlns:p14="http://schemas.microsoft.com/office/powerpoint/2010/main" val="2055151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DBFC2-CB7B-CE84-6973-65F212DC7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Quick discussion issue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E1128-715E-41BC-71B8-F45D93268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Alarm and notification:</a:t>
            </a:r>
          </a:p>
          <a:p>
            <a:pPr lvl="1"/>
            <a:r>
              <a:rPr lang="en-GB" dirty="0"/>
              <a:t>The releases have dedicated alarm and notification documents</a:t>
            </a:r>
          </a:p>
          <a:p>
            <a:pPr lvl="1"/>
            <a:r>
              <a:rPr lang="en-GB" dirty="0"/>
              <a:t>The original intention was that this be a living document</a:t>
            </a:r>
          </a:p>
          <a:p>
            <a:pPr lvl="1"/>
            <a:r>
              <a:rPr lang="en-GB" dirty="0"/>
              <a:t>Clearly now we have partitioned the releases fully, there is a 2.1.x version, a 2.5 version and a develop version</a:t>
            </a:r>
          </a:p>
          <a:p>
            <a:pPr lvl="1"/>
            <a:r>
              <a:rPr lang="en-GB" dirty="0"/>
              <a:t>We should give clearer guidance on the use of the document</a:t>
            </a:r>
          </a:p>
          <a:p>
            <a:pPr lvl="2"/>
            <a:r>
              <a:rPr lang="en-GB" dirty="0"/>
              <a:t>Take the latest from develop v take the one from the release</a:t>
            </a:r>
          </a:p>
          <a:p>
            <a:pPr lvl="1"/>
            <a:r>
              <a:rPr lang="en-GB" dirty="0"/>
              <a:t>I have updated the reference in 2.1.5 to bridge between the two choices…</a:t>
            </a:r>
          </a:p>
          <a:p>
            <a:r>
              <a:rPr lang="en-GB" dirty="0"/>
              <a:t>2.1.5</a:t>
            </a:r>
          </a:p>
          <a:p>
            <a:pPr lvl="1"/>
            <a:r>
              <a:rPr lang="en-US" dirty="0"/>
              <a:t>Link </a:t>
            </a:r>
            <a:r>
              <a:rPr lang="en-US" u="sng" dirty="0">
                <a:hlinkClick r:id="rId2"/>
              </a:rPr>
              <a:t>https://example.com/streams/tapi-notification</a:t>
            </a:r>
            <a:r>
              <a:rPr lang="en-US" u="sng" dirty="0"/>
              <a:t> </a:t>
            </a:r>
            <a:r>
              <a:rPr lang="en-US" dirty="0"/>
              <a:t>is broken</a:t>
            </a:r>
          </a:p>
          <a:p>
            <a:pPr lvl="1"/>
            <a:r>
              <a:rPr lang="en-US" dirty="0"/>
              <a:t>Embedded mentions of the release changed from 2.1.3 to 2.1.x and removal of mentions of 2.3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6469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4D4F4-E511-FE4D-BF08-098378FB2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7986C-2B58-B4EF-7886-AB55C3FA0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2.5.0</a:t>
            </a:r>
          </a:p>
          <a:p>
            <a:r>
              <a:rPr lang="en-GB" dirty="0"/>
              <a:t>#660 ready for final approval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2.1.3</a:t>
            </a:r>
          </a:p>
          <a:p>
            <a:r>
              <a:rPr lang="en-GB" dirty="0"/>
              <a:t>#661 ready for final approval</a:t>
            </a:r>
          </a:p>
          <a:p>
            <a:r>
              <a:rPr lang="en-GB" dirty="0"/>
              <a:t>#2 ready for final approval</a:t>
            </a:r>
          </a:p>
        </p:txBody>
      </p:sp>
    </p:spTree>
    <p:extLst>
      <p:ext uri="{BB962C8B-B14F-4D97-AF65-F5344CB8AC3E}">
        <p14:creationId xmlns:p14="http://schemas.microsoft.com/office/powerpoint/2010/main" val="937818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61309-E7BD-7599-EE6B-C66FE3A77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 be delivered in the December timeframe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657E5-6207-77EB-FCED-D364868C6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9267"/>
            <a:ext cx="10515600" cy="5342466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GB" dirty="0"/>
              <a:t>2.7</a:t>
            </a:r>
          </a:p>
          <a:p>
            <a:r>
              <a:rPr lang="en-GB" dirty="0"/>
              <a:t>IETF-TAPI model linkage (CEP/NEP to RFC8345 TP)</a:t>
            </a:r>
          </a:p>
          <a:p>
            <a:pPr lvl="1"/>
            <a:r>
              <a:rPr lang="en-GB" dirty="0"/>
              <a:t>To be completed for next week’s meeting via pull request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2.7 and 2.5</a:t>
            </a:r>
          </a:p>
          <a:p>
            <a:r>
              <a:rPr lang="en-GB" dirty="0"/>
              <a:t>Config false issues </a:t>
            </a:r>
            <a:r>
              <a:rPr lang="en-GB" strike="sngStrike" dirty="0"/>
              <a:t>and development of YANG profiling methods</a:t>
            </a:r>
          </a:p>
          <a:p>
            <a:pPr lvl="1"/>
            <a:r>
              <a:rPr lang="en-GB" dirty="0"/>
              <a:t>2.5 completed. Need to roll forward to 2.7 for next week.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2.7, 2.5 and 2.1.x</a:t>
            </a:r>
          </a:p>
          <a:p>
            <a:r>
              <a:rPr lang="en-GB" dirty="0"/>
              <a:t>String restrictions in earlier releases conflict with INVENTORY_ID </a:t>
            </a:r>
          </a:p>
          <a:p>
            <a:pPr lvl="1"/>
            <a:r>
              <a:rPr lang="en-GB" dirty="0"/>
              <a:t>2.5 and 2.1.3 corrected. Need to apply changes for 2.7 for next week.</a:t>
            </a:r>
          </a:p>
          <a:p>
            <a:r>
              <a:rPr lang="en-GB" dirty="0"/>
              <a:t>Specific properties identified as mandatory that should be conditional as highlighted in several Jiras</a:t>
            </a:r>
          </a:p>
          <a:p>
            <a:pPr lvl="1"/>
            <a:r>
              <a:rPr lang="en-GB" dirty="0"/>
              <a:t>To be done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Previous releases</a:t>
            </a:r>
          </a:p>
          <a:p>
            <a:r>
              <a:rPr lang="en-GB" dirty="0"/>
              <a:t>Add physical route to 2.1.3 - done</a:t>
            </a:r>
          </a:p>
          <a:p>
            <a:r>
              <a:rPr lang="en-GB" dirty="0" err="1"/>
              <a:t>Protobuf</a:t>
            </a:r>
            <a:r>
              <a:rPr lang="en-GB" dirty="0"/>
              <a:t> file should be back propagated to 2.5 – done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General – we are essentially doing this live…</a:t>
            </a:r>
          </a:p>
          <a:p>
            <a:r>
              <a:rPr lang="en-GB" dirty="0"/>
              <a:t>Process for applying fixes to previous releases and announcing fixes</a:t>
            </a:r>
          </a:p>
        </p:txBody>
      </p:sp>
    </p:spTree>
    <p:extLst>
      <p:ext uri="{BB962C8B-B14F-4D97-AF65-F5344CB8AC3E}">
        <p14:creationId xmlns:p14="http://schemas.microsoft.com/office/powerpoint/2010/main" val="596961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21B89-29B2-9EC9-E8AA-45166BED6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Also in December release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C000E-E702-14B9-0D34-BCCD72AD7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2.7</a:t>
            </a:r>
          </a:p>
          <a:p>
            <a:pPr lvl="1"/>
            <a:r>
              <a:rPr lang="en-GB" dirty="0" err="1"/>
              <a:t>Protobuf</a:t>
            </a:r>
            <a:r>
              <a:rPr lang="en-GB" dirty="0"/>
              <a:t> fix identified as required during 2.5 fixes work</a:t>
            </a:r>
          </a:p>
          <a:p>
            <a:r>
              <a:rPr lang="en-GB" dirty="0"/>
              <a:t>2.5 and 2.1.5</a:t>
            </a:r>
          </a:p>
          <a:p>
            <a:pPr lvl="1"/>
            <a:r>
              <a:rPr lang="en-GB" dirty="0"/>
              <a:t>All YANG updated to LF</a:t>
            </a:r>
          </a:p>
          <a:p>
            <a:pPr lvl="1"/>
            <a:r>
              <a:rPr lang="en-GB" dirty="0"/>
              <a:t>TR-548 of 2.1.5 updated to LF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866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E6F3A-D625-11E4-CFC5-12BBEBF8F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Minimal delivery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B8F36-29D5-3077-2C17-5B6F28A72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2.7</a:t>
            </a:r>
          </a:p>
          <a:p>
            <a:r>
              <a:rPr lang="en-GB" dirty="0"/>
              <a:t>Spotlight/snapshot stream - PRELIMINARY</a:t>
            </a:r>
          </a:p>
          <a:p>
            <a:pPr lvl="1"/>
            <a:r>
              <a:rPr lang="en-GB" dirty="0"/>
              <a:t>propose a snapshot stream sketch in TR-548 and additional property values to </a:t>
            </a:r>
            <a:r>
              <a:rPr lang="en-GB" dirty="0" err="1"/>
              <a:t>tapi-oam</a:t>
            </a:r>
            <a:endParaRPr lang="en-GB" dirty="0"/>
          </a:p>
          <a:p>
            <a:r>
              <a:rPr lang="en-GB" dirty="0"/>
              <a:t>Align PM streaming with OAM model advancements - PRELIMINARY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2.7 and previous releases</a:t>
            </a:r>
          </a:p>
          <a:p>
            <a:r>
              <a:rPr lang="en-GB" dirty="0"/>
              <a:t>Conditional/mandatory issues</a:t>
            </a:r>
          </a:p>
          <a:p>
            <a:pPr lvl="1"/>
            <a:r>
              <a:rPr lang="en-GB" dirty="0"/>
              <a:t>All properties conditional – do some this release defer remainder to 2.8</a:t>
            </a:r>
          </a:p>
          <a:p>
            <a:pPr lvl="1"/>
            <a:r>
              <a:rPr lang="en-GB" dirty="0"/>
              <a:t>Correction to mandatory attributes – cover specific attributes</a:t>
            </a:r>
          </a:p>
          <a:p>
            <a:pPr lvl="1"/>
            <a:r>
              <a:rPr lang="en-GB" dirty="0"/>
              <a:t>Attribute Type for Switch Control needs to be corrected to conditional – fix this</a:t>
            </a:r>
          </a:p>
          <a:p>
            <a:r>
              <a:rPr lang="en-GB" dirty="0"/>
              <a:t>Link creation and modification via a service</a:t>
            </a:r>
          </a:p>
          <a:p>
            <a:pPr lvl="1"/>
            <a:r>
              <a:rPr lang="en-GB" dirty="0"/>
              <a:t>Explain how service creation can be used to create a link (this is stretch)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4876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82CDA-081D-3B09-F55C-E0ABDAB81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Additional work item for 2.8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A31F4-E112-C07E-2D5C-B1EE3A0BB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 of TAPI for ASON/ASTN control plane </a:t>
            </a:r>
          </a:p>
          <a:p>
            <a:pPr lvl="1"/>
            <a:r>
              <a:rPr lang="en-GB" dirty="0"/>
              <a:t>Sketches in place</a:t>
            </a:r>
          </a:p>
          <a:p>
            <a:pPr lvl="1"/>
            <a:r>
              <a:rPr lang="en-GB" dirty="0"/>
              <a:t>Work with ITU-T team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4229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04ADD-0D2A-0DAB-68AF-603B3EA6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Validate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2ACA9-9C1F-70AD-6BD5-960CC55A3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LLDP snooping – BJ</a:t>
            </a:r>
          </a:p>
          <a:p>
            <a:r>
              <a:rPr lang="en-GB" dirty="0"/>
              <a:t>OTN Trail Trace – BJ</a:t>
            </a:r>
          </a:p>
          <a:p>
            <a:r>
              <a:rPr lang="en-GB" dirty="0">
                <a:highlight>
                  <a:srgbClr val="00FF00"/>
                </a:highlight>
              </a:rPr>
              <a:t>ODU UUID Missing in UC2b – KK</a:t>
            </a:r>
          </a:p>
          <a:p>
            <a:r>
              <a:rPr lang="en-GB" dirty="0"/>
              <a:t>Creation of interdomain links – KK </a:t>
            </a:r>
          </a:p>
          <a:p>
            <a:r>
              <a:rPr lang="en-GB" dirty="0"/>
              <a:t>TAPI notification API clarification – KK</a:t>
            </a:r>
          </a:p>
          <a:p>
            <a:r>
              <a:rPr lang="en-GB" dirty="0">
                <a:highlight>
                  <a:srgbClr val="00FF00"/>
                </a:highlight>
              </a:rPr>
              <a:t>target-object-</a:t>
            </a:r>
            <a:r>
              <a:rPr lang="en-GB" dirty="0" err="1">
                <a:highlight>
                  <a:srgbClr val="00FF00"/>
                </a:highlight>
              </a:rPr>
              <a:t>dri</a:t>
            </a:r>
            <a:r>
              <a:rPr lang="en-GB" dirty="0">
                <a:highlight>
                  <a:srgbClr val="00FF00"/>
                </a:highlight>
              </a:rPr>
              <a:t> in event object notification to be conditional – KK </a:t>
            </a:r>
          </a:p>
        </p:txBody>
      </p:sp>
    </p:spTree>
    <p:extLst>
      <p:ext uri="{BB962C8B-B14F-4D97-AF65-F5344CB8AC3E}">
        <p14:creationId xmlns:p14="http://schemas.microsoft.com/office/powerpoint/2010/main" val="1093727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31AC5-4B8B-2536-3C29-417F570A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Not being delivered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BA323-B669-EBF2-7071-737E5278F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/>
              <a:t>Move to TAPI 2.8 and/or beyond</a:t>
            </a:r>
          </a:p>
          <a:p>
            <a:r>
              <a:rPr lang="en-GB" dirty="0"/>
              <a:t>Improved service/connection lifecycle</a:t>
            </a:r>
          </a:p>
          <a:p>
            <a:pPr lvl="1"/>
            <a:r>
              <a:rPr lang="en-GB" dirty="0"/>
              <a:t>Need to provide clarification on this and validate it fits the operator requirement</a:t>
            </a:r>
          </a:p>
          <a:p>
            <a:r>
              <a:rPr lang="en-GB" dirty="0"/>
              <a:t>Where to report what (state should be separate stream/notification v delta stream/notification )</a:t>
            </a:r>
          </a:p>
          <a:p>
            <a:pPr lvl="1"/>
            <a:r>
              <a:rPr lang="en-GB" dirty="0"/>
              <a:t>Need to make proposal early in 2.8 timeframe</a:t>
            </a:r>
          </a:p>
          <a:p>
            <a:r>
              <a:rPr lang="en-GB" dirty="0"/>
              <a:t>Use streaming strategy for notification reporting (existing issue)</a:t>
            </a:r>
          </a:p>
          <a:p>
            <a:pPr lvl="1"/>
            <a:r>
              <a:rPr lang="en-GB" dirty="0"/>
              <a:t>Need to make proposal early in 2.8 timeframe</a:t>
            </a:r>
          </a:p>
          <a:p>
            <a:r>
              <a:rPr lang="en-GB" dirty="0"/>
              <a:t>Power along a connection</a:t>
            </a:r>
          </a:p>
          <a:p>
            <a:pPr lvl="1"/>
            <a:r>
              <a:rPr lang="en-GB" dirty="0"/>
              <a:t>Validate requirement with operators</a:t>
            </a:r>
          </a:p>
          <a:p>
            <a:r>
              <a:rPr lang="en-GB" dirty="0"/>
              <a:t>Connectivity Service and path computation service advancements (multiple alternatives, deep computations, rebalancing, including preparation for specific work beyond 2.7</a:t>
            </a:r>
          </a:p>
          <a:p>
            <a:pPr lvl="1"/>
            <a:r>
              <a:rPr lang="en-GB" dirty="0"/>
              <a:t>Complex and requires extensive exploratory work</a:t>
            </a:r>
          </a:p>
          <a:p>
            <a:r>
              <a:rPr lang="en-GB" dirty="0"/>
              <a:t>TAPI availability mechanism</a:t>
            </a:r>
          </a:p>
          <a:p>
            <a:pPr lvl="1"/>
            <a:r>
              <a:rPr lang="en-GB" dirty="0"/>
              <a:t>Aim to define and describe in 2.8</a:t>
            </a:r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110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89144C-1346-07D6-D51A-8FBEC007C2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From </a:t>
            </a:r>
            <a:r>
              <a:rPr lang="en-GB"/>
              <a:t>previous version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FCD55D9-B1C9-1634-4BDF-1AF2DF48BF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9997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34426-2030-1A4D-8519-745BD707E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A7FAD-F37C-D519-8D72-3FE5A0F0C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 have created pull requests for the changes I have made</a:t>
            </a:r>
          </a:p>
          <a:p>
            <a:r>
              <a:rPr lang="en-GB" dirty="0"/>
              <a:t>We should allocate reviewers and target review responses in 2 weeks</a:t>
            </a:r>
          </a:p>
          <a:p>
            <a:r>
              <a:rPr lang="en-GB" dirty="0"/>
              <a:t>I will continue to use this approach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1234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14D40-30E3-3856-722C-4EA97DBC8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Updates to 2.1.3 and 2.5.x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8DE5F-EA03-F8EE-8359-DD4D4C946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noProof="0" dirty="0"/>
              <a:t>Updates to 2.1.3 will be based on 2.1.4 and go to 2.1.5</a:t>
            </a:r>
          </a:p>
          <a:p>
            <a:pPr lvl="1"/>
            <a:r>
              <a:rPr lang="en-GB" dirty="0"/>
              <a:t>2.1.4 has a fixed OAS that are rolled into </a:t>
            </a:r>
            <a:r>
              <a:rPr lang="en-GB" dirty="0">
                <a:hlinkClick r:id="rId2"/>
              </a:rPr>
              <a:t>tapi-2.1.3-fixes</a:t>
            </a:r>
            <a:r>
              <a:rPr lang="en-GB" dirty="0"/>
              <a:t> directly</a:t>
            </a:r>
            <a:endParaRPr lang="en-GB" noProof="0" dirty="0"/>
          </a:p>
          <a:p>
            <a:r>
              <a:rPr lang="en-GB" dirty="0"/>
              <a:t>Updates to 2.5.0 will be based on 2.5.1 and go to 2.5.2</a:t>
            </a:r>
          </a:p>
          <a:p>
            <a:pPr lvl="1"/>
            <a:r>
              <a:rPr lang="en-GB" noProof="0" dirty="0"/>
              <a:t>There are YANG patches in 2.5.0-fixes (from 2.5.1), should they be rolled into the formal YANG of 2.5.2 (i.e., update the YANG (backward compatible))?</a:t>
            </a:r>
          </a:p>
          <a:p>
            <a:pPr lvl="1"/>
            <a:r>
              <a:rPr lang="en-GB" dirty="0"/>
              <a:t>There is a corrected OAS in the patches, should this replace the OAS such that there is no confusion in 2.5.2 and be compatible with the 2.1.3 approach?</a:t>
            </a:r>
          </a:p>
          <a:p>
            <a:r>
              <a:rPr lang="en-GB" noProof="0" dirty="0"/>
              <a:t>Where we have YANG updates to 2.5 and 2.1.3 we </a:t>
            </a:r>
            <a:r>
              <a:rPr lang="en-GB" dirty="0"/>
              <a:t>should update the YANG from ONF to LF</a:t>
            </a:r>
          </a:p>
          <a:p>
            <a:pPr lvl="1"/>
            <a:r>
              <a:rPr lang="en-GB" noProof="0" dirty="0"/>
              <a:t>Should we update all YANG modules or just those that are modified?</a:t>
            </a:r>
          </a:p>
          <a:p>
            <a:pPr lvl="1"/>
            <a:endParaRPr lang="en-GB" dirty="0"/>
          </a:p>
          <a:p>
            <a:r>
              <a:rPr lang="en-GB" noProof="0" dirty="0">
                <a:highlight>
                  <a:srgbClr val="FFFF00"/>
                </a:highlight>
              </a:rPr>
              <a:t>Agreed (20251014): We should provide a complete release and should </a:t>
            </a:r>
            <a:r>
              <a:rPr lang="en-GB" dirty="0">
                <a:highlight>
                  <a:srgbClr val="FFFF00"/>
                </a:highlight>
              </a:rPr>
              <a:t>update all YANG to be LF.</a:t>
            </a:r>
            <a:endParaRPr lang="en-GB" noProof="0" dirty="0">
              <a:highlight>
                <a:srgbClr val="FFFF00"/>
              </a:highlight>
            </a:endParaRPr>
          </a:p>
          <a:p>
            <a:endParaRPr lang="en-GB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4CF133-92F5-FE71-8691-5AB11E0B10A8}"/>
              </a:ext>
            </a:extLst>
          </p:cNvPr>
          <p:cNvSpPr txBox="1"/>
          <p:nvPr/>
        </p:nvSpPr>
        <p:spPr>
          <a:xfrm>
            <a:off x="6968067" y="365125"/>
            <a:ext cx="2116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  <a:highlight>
                  <a:srgbClr val="FFFF00"/>
                </a:highlight>
              </a:rPr>
              <a:t>Confirm agreement</a:t>
            </a:r>
          </a:p>
        </p:txBody>
      </p:sp>
    </p:spTree>
    <p:extLst>
      <p:ext uri="{BB962C8B-B14F-4D97-AF65-F5344CB8AC3E}">
        <p14:creationId xmlns:p14="http://schemas.microsoft.com/office/powerpoint/2010/main" val="2631231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7E22D-66B0-3740-2397-71BCB2A6B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Protobuf</a:t>
            </a:r>
            <a:r>
              <a:rPr lang="en-GB" dirty="0"/>
              <a:t> file to 2.5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893EF-4E3C-EAFD-FD51-C337888BC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Add </a:t>
            </a:r>
            <a:r>
              <a:rPr lang="en-GB" dirty="0" err="1"/>
              <a:t>protobuf</a:t>
            </a:r>
            <a:r>
              <a:rPr lang="en-GB" dirty="0"/>
              <a:t> file to 2.5 (issue 619 work item 65)</a:t>
            </a:r>
          </a:p>
          <a:p>
            <a:pPr lvl="1"/>
            <a:r>
              <a:rPr lang="en-GB" noProof="0" dirty="0"/>
              <a:t>Prepared the file and update to TR-548 in working 2.5 branch for call </a:t>
            </a:r>
            <a:r>
              <a:rPr lang="en-GB" noProof="0" dirty="0">
                <a:solidFill>
                  <a:srgbClr val="FF0000"/>
                </a:solidFill>
              </a:rPr>
              <a:t>20250909</a:t>
            </a:r>
          </a:p>
          <a:p>
            <a:pPr lvl="1"/>
            <a:r>
              <a:rPr lang="en-GB" noProof="0" dirty="0" err="1"/>
              <a:t>Protobuf</a:t>
            </a:r>
            <a:r>
              <a:rPr lang="en-GB" noProof="0" dirty="0"/>
              <a:t> file added to </a:t>
            </a:r>
            <a:r>
              <a:rPr lang="en-GB" noProof="0" dirty="0">
                <a:hlinkClick r:id="rId2"/>
              </a:rPr>
              <a:t>2.5.0-fixesTR-547-ND</a:t>
            </a:r>
            <a:r>
              <a:rPr lang="en-GB" noProof="0" dirty="0"/>
              <a:t>.</a:t>
            </a:r>
          </a:p>
          <a:p>
            <a:pPr lvl="1"/>
            <a:r>
              <a:rPr lang="en-GB" dirty="0"/>
              <a:t>TR folder structure changed</a:t>
            </a:r>
          </a:p>
          <a:p>
            <a:pPr lvl="1"/>
            <a:r>
              <a:rPr lang="en-GB" dirty="0"/>
              <a:t>TR-548 initial updates made in documentation </a:t>
            </a:r>
            <a:r>
              <a:rPr lang="en-GB" dirty="0" err="1"/>
              <a:t>nd</a:t>
            </a:r>
            <a:r>
              <a:rPr lang="en-GB" dirty="0"/>
              <a:t> fork v3.1.1</a:t>
            </a:r>
            <a:endParaRPr lang="en-GB" noProof="0" dirty="0"/>
          </a:p>
          <a:p>
            <a:r>
              <a:rPr lang="en-GB" noProof="0" dirty="0"/>
              <a:t>Follow-on actions</a:t>
            </a:r>
          </a:p>
          <a:p>
            <a:pPr lvl="1"/>
            <a:r>
              <a:rPr lang="en-GB" dirty="0"/>
              <a:t>Review updates</a:t>
            </a:r>
          </a:p>
          <a:p>
            <a:pPr lvl="1"/>
            <a:r>
              <a:rPr lang="en-GB" noProof="0" dirty="0"/>
              <a:t>Prepare delivery</a:t>
            </a:r>
          </a:p>
          <a:p>
            <a:r>
              <a:rPr lang="en-GB" dirty="0">
                <a:highlight>
                  <a:srgbClr val="FFFF00"/>
                </a:highlight>
              </a:rPr>
              <a:t>I have created pull requests</a:t>
            </a:r>
            <a:endParaRPr lang="en-GB" noProof="0" dirty="0">
              <a:highlight>
                <a:srgbClr val="FFFF00"/>
              </a:highlight>
            </a:endParaRPr>
          </a:p>
          <a:p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C8C990-3072-1921-22FB-4CC8BE954FDE}"/>
              </a:ext>
            </a:extLst>
          </p:cNvPr>
          <p:cNvSpPr txBox="1"/>
          <p:nvPr/>
        </p:nvSpPr>
        <p:spPr>
          <a:xfrm>
            <a:off x="6968067" y="365125"/>
            <a:ext cx="180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Ready for review</a:t>
            </a:r>
          </a:p>
        </p:txBody>
      </p:sp>
    </p:spTree>
    <p:extLst>
      <p:ext uri="{BB962C8B-B14F-4D97-AF65-F5344CB8AC3E}">
        <p14:creationId xmlns:p14="http://schemas.microsoft.com/office/powerpoint/2010/main" val="2461658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83210-5588-F747-C2C3-78F2CCA9E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physical-route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EF330-0E76-4E19-CF59-5E4DC1C8B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94120" cy="4351338"/>
          </a:xfrm>
        </p:spPr>
        <p:txBody>
          <a:bodyPr>
            <a:normAutofit fontScale="77500" lnSpcReduction="20000"/>
          </a:bodyPr>
          <a:lstStyle/>
          <a:p>
            <a:r>
              <a:rPr lang="en-GB" noProof="0" dirty="0"/>
              <a:t>physical-route to 2.1.3 (issue 628 work item 63)</a:t>
            </a:r>
          </a:p>
          <a:p>
            <a:pPr lvl="1"/>
            <a:r>
              <a:rPr lang="en-GB" noProof="0" dirty="0"/>
              <a:t>UML/YANG draft generated 20250909</a:t>
            </a:r>
          </a:p>
          <a:p>
            <a:pPr lvl="2"/>
            <a:r>
              <a:rPr lang="en-GB" noProof="0" dirty="0"/>
              <a:t>Available at </a:t>
            </a:r>
            <a:r>
              <a:rPr lang="en-GB" dirty="0">
                <a:hlinkClick r:id="rId2"/>
              </a:rPr>
              <a:t>2.1.3-fixes-ND</a:t>
            </a:r>
            <a:endParaRPr lang="en-GB" noProof="0" dirty="0"/>
          </a:p>
          <a:p>
            <a:pPr lvl="1"/>
            <a:r>
              <a:rPr lang="en-GB" noProof="0" dirty="0"/>
              <a:t>Challenges </a:t>
            </a:r>
            <a:r>
              <a:rPr lang="en-GB" dirty="0"/>
              <a:t>in streaming and especially notification</a:t>
            </a:r>
          </a:p>
          <a:p>
            <a:pPr lvl="2"/>
            <a:r>
              <a:rPr lang="en-GB" dirty="0"/>
              <a:t>Streaming hybrid augment proposed where ANY_CLASS is used to carry the objects</a:t>
            </a:r>
          </a:p>
          <a:p>
            <a:pPr lvl="2"/>
            <a:r>
              <a:rPr lang="en-GB" dirty="0"/>
              <a:t>No clear solution for notification other than modifying the </a:t>
            </a:r>
            <a:r>
              <a:rPr lang="en-GB" dirty="0" err="1"/>
              <a:t>enum</a:t>
            </a:r>
            <a:r>
              <a:rPr lang="en-GB" dirty="0"/>
              <a:t> for object type</a:t>
            </a:r>
          </a:p>
          <a:p>
            <a:pPr lvl="1"/>
            <a:r>
              <a:rPr lang="en-GB" dirty="0"/>
              <a:t>YANG v1.1 currently used. Could revert to 1.0</a:t>
            </a:r>
          </a:p>
          <a:p>
            <a:pPr lvl="1"/>
            <a:r>
              <a:rPr lang="en-GB" dirty="0"/>
              <a:t>Draft update to TR-547 completed 20250916</a:t>
            </a:r>
          </a:p>
          <a:p>
            <a:pPr lvl="1"/>
            <a:r>
              <a:rPr lang="en-GB" noProof="0" dirty="0"/>
              <a:t>Follow-on actions</a:t>
            </a:r>
          </a:p>
          <a:p>
            <a:pPr lvl="2"/>
            <a:r>
              <a:rPr lang="en-GB" dirty="0"/>
              <a:t>Review solution</a:t>
            </a:r>
          </a:p>
          <a:p>
            <a:pPr lvl="2"/>
            <a:r>
              <a:rPr lang="en-GB" dirty="0"/>
              <a:t>Updates to UML and YANG additions if any</a:t>
            </a:r>
          </a:p>
          <a:p>
            <a:pPr lvl="2"/>
            <a:r>
              <a:rPr lang="en-GB" noProof="0" dirty="0"/>
              <a:t>Prepare delivery</a:t>
            </a:r>
          </a:p>
          <a:p>
            <a:r>
              <a:rPr lang="en-GB" dirty="0">
                <a:highlight>
                  <a:srgbClr val="FFFF00"/>
                </a:highlight>
              </a:rPr>
              <a:t>I have created pull requests</a:t>
            </a:r>
            <a:endParaRPr lang="en-GB" noProof="0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6F4142-F878-15B9-06E5-9CD96D402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578" y="457199"/>
            <a:ext cx="4540301" cy="32937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E36693-C665-56D5-26EC-0863CAAD4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4001293"/>
            <a:ext cx="4931618" cy="2399507"/>
          </a:xfrm>
          <a:prstGeom prst="rect">
            <a:avLst/>
          </a:prstGeom>
        </p:spPr>
      </p:pic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2FCD2068-D0D9-BDF5-B836-DF061E88E7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0009235"/>
              </p:ext>
            </p:extLst>
          </p:nvPr>
        </p:nvGraphicFramePr>
        <p:xfrm>
          <a:off x="5579745" y="5886450"/>
          <a:ext cx="15525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5" imgW="1552353" imgH="514616" progId="Package">
                  <p:embed/>
                </p:oleObj>
              </mc:Choice>
              <mc:Fallback>
                <p:oleObj name="Packager Shell Object" showAsIcon="1" r:id="rId5" imgW="1552353" imgH="514616" progId="Package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2FCD2068-D0D9-BDF5-B836-DF061E88E7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79745" y="5886450"/>
                        <a:ext cx="155257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8957FD1-E969-E6EA-2847-5D9A5B6B4113}"/>
              </a:ext>
            </a:extLst>
          </p:cNvPr>
          <p:cNvSpPr txBox="1"/>
          <p:nvPr/>
        </p:nvSpPr>
        <p:spPr>
          <a:xfrm>
            <a:off x="5421133" y="553125"/>
            <a:ext cx="180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Ready for review</a:t>
            </a:r>
          </a:p>
        </p:txBody>
      </p:sp>
    </p:spTree>
    <p:extLst>
      <p:ext uri="{BB962C8B-B14F-4D97-AF65-F5344CB8AC3E}">
        <p14:creationId xmlns:p14="http://schemas.microsoft.com/office/powerpoint/2010/main" val="3307651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31FE1-B340-2547-5920-BC2E84922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658"/>
            <a:ext cx="10515600" cy="602380"/>
          </a:xfrm>
        </p:spPr>
        <p:txBody>
          <a:bodyPr>
            <a:normAutofit fontScale="90000"/>
          </a:bodyPr>
          <a:lstStyle/>
          <a:p>
            <a:r>
              <a:rPr lang="en-GB" noProof="0" dirty="0"/>
              <a:t>String restrictions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B35A3-09B4-8A80-449F-3907F1DEF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8"/>
            <a:ext cx="10515600" cy="5495925"/>
          </a:xfrm>
        </p:spPr>
        <p:txBody>
          <a:bodyPr>
            <a:normAutofit fontScale="92500" lnSpcReduction="10000"/>
          </a:bodyPr>
          <a:lstStyle/>
          <a:p>
            <a:r>
              <a:rPr lang="en-GB" noProof="0" dirty="0"/>
              <a:t>String restrictions (issue 622 work item 62)</a:t>
            </a:r>
          </a:p>
          <a:p>
            <a:pPr lvl="1"/>
            <a:r>
              <a:rPr lang="en-GB" noProof="0" dirty="0"/>
              <a:t>Used worked through changes in TR-547 2.6.0 </a:t>
            </a:r>
          </a:p>
          <a:p>
            <a:pPr lvl="2"/>
            <a:r>
              <a:rPr lang="en-GB" dirty="0"/>
              <a:t>This review also highlighted some conditions we have changed these should be rolled back to 2.5 too (word compare is probably the best method to find these)</a:t>
            </a:r>
          </a:p>
          <a:p>
            <a:pPr lvl="2"/>
            <a:r>
              <a:rPr lang="en-GB" noProof="0" dirty="0"/>
              <a:t>30 chang</a:t>
            </a:r>
            <a:r>
              <a:rPr lang="en-GB" dirty="0"/>
              <a:t>es were made</a:t>
            </a:r>
          </a:p>
          <a:p>
            <a:pPr lvl="3"/>
            <a:r>
              <a:rPr lang="en-GB" noProof="0" dirty="0"/>
              <a:t>We appear to have missed access-port in device in 2.6.0. I have corrected this in 2.5. We can clear that up in 2.7.</a:t>
            </a:r>
          </a:p>
          <a:p>
            <a:pPr lvl="2"/>
            <a:r>
              <a:rPr lang="en-GB" dirty="0"/>
              <a:t>I have updated for Linux Foundation etc.</a:t>
            </a:r>
            <a:endParaRPr lang="en-GB" noProof="0" dirty="0"/>
          </a:p>
          <a:p>
            <a:pPr lvl="1"/>
            <a:r>
              <a:rPr lang="en-GB" noProof="0" dirty="0"/>
              <a:t>I have prepared TR-547 2.5 with all string restrictions removed (at </a:t>
            </a:r>
            <a:r>
              <a:rPr lang="en-GB" noProof="0" dirty="0">
                <a:hlinkClick r:id="rId2"/>
              </a:rPr>
              <a:t>tapi-2.5.0-fixesTR-547-ND</a:t>
            </a:r>
            <a:r>
              <a:rPr lang="en-GB" noProof="0" dirty="0"/>
              <a:t>  as done for 2.6, for the call 20250909</a:t>
            </a:r>
          </a:p>
          <a:p>
            <a:pPr lvl="1"/>
            <a:r>
              <a:rPr lang="en-GB" noProof="0" dirty="0"/>
              <a:t>2.1.3 has also been adjusted</a:t>
            </a:r>
          </a:p>
          <a:p>
            <a:pPr lvl="1"/>
            <a:r>
              <a:rPr lang="en-GB" dirty="0"/>
              <a:t>Folders for docs for TRs so TR-547 and TR-548 have been rearranged</a:t>
            </a:r>
            <a:endParaRPr lang="en-GB" noProof="0" dirty="0"/>
          </a:p>
          <a:p>
            <a:pPr lvl="1"/>
            <a:r>
              <a:rPr lang="en-GB" noProof="0" dirty="0"/>
              <a:t>Follow-on actions</a:t>
            </a:r>
          </a:p>
          <a:p>
            <a:pPr lvl="2"/>
            <a:r>
              <a:rPr lang="en-GB" noProof="0" dirty="0"/>
              <a:t>Review as drafts of TR-547 v1.1.1 and v3.1.1</a:t>
            </a:r>
          </a:p>
          <a:p>
            <a:pPr lvl="2"/>
            <a:r>
              <a:rPr lang="en-GB" noProof="0" dirty="0"/>
              <a:t>Publish as new release of 2.5 and 2.1.3  (rearrange folders for docs for TRs so TR-547 and TR-548)</a:t>
            </a:r>
          </a:p>
          <a:p>
            <a:r>
              <a:rPr lang="en-GB" dirty="0">
                <a:highlight>
                  <a:srgbClr val="FFFF00"/>
                </a:highlight>
              </a:rPr>
              <a:t>I have created pull requests</a:t>
            </a:r>
            <a:endParaRPr lang="en-GB" noProof="0" dirty="0"/>
          </a:p>
          <a:p>
            <a:pPr lvl="2"/>
            <a:endParaRPr lang="en-GB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E7C630-C66E-88FC-E249-FD44DC368056}"/>
              </a:ext>
            </a:extLst>
          </p:cNvPr>
          <p:cNvSpPr txBox="1"/>
          <p:nvPr/>
        </p:nvSpPr>
        <p:spPr>
          <a:xfrm>
            <a:off x="6985000" y="195182"/>
            <a:ext cx="180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Ready for review</a:t>
            </a:r>
          </a:p>
        </p:txBody>
      </p:sp>
    </p:spTree>
    <p:extLst>
      <p:ext uri="{BB962C8B-B14F-4D97-AF65-F5344CB8AC3E}">
        <p14:creationId xmlns:p14="http://schemas.microsoft.com/office/powerpoint/2010/main" val="35201567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67CE2-7F0C-E0BB-E962-13676C1E6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4144B-C8AF-994F-C467-9F047525A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658"/>
            <a:ext cx="10515600" cy="602380"/>
          </a:xfrm>
        </p:spPr>
        <p:txBody>
          <a:bodyPr>
            <a:normAutofit fontScale="90000"/>
          </a:bodyPr>
          <a:lstStyle/>
          <a:p>
            <a:r>
              <a:rPr lang="en-GB" noProof="0" dirty="0"/>
              <a:t>Config false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395BF-29C7-DAFA-BDC3-D63623E6E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8"/>
            <a:ext cx="10515600" cy="5495925"/>
          </a:xfrm>
        </p:spPr>
        <p:txBody>
          <a:bodyPr>
            <a:normAutofit fontScale="70000" lnSpcReduction="20000"/>
          </a:bodyPr>
          <a:lstStyle/>
          <a:p>
            <a:r>
              <a:rPr lang="en-GB" noProof="0" dirty="0"/>
              <a:t>Config false (issue 620 work item 15)</a:t>
            </a:r>
          </a:p>
          <a:p>
            <a:pPr lvl="1"/>
            <a:r>
              <a:rPr lang="en-GB" dirty="0"/>
              <a:t>I will update the YANG from ONF to LF as per earlier agreement</a:t>
            </a:r>
          </a:p>
          <a:p>
            <a:pPr lvl="1"/>
            <a:r>
              <a:rPr lang="en-GB" noProof="0" dirty="0"/>
              <a:t>I adjusted the following in </a:t>
            </a:r>
            <a:r>
              <a:rPr lang="en-GB" dirty="0"/>
              <a:t>2.5.0 fixes to be require-instance false;</a:t>
            </a:r>
            <a:endParaRPr lang="en-GB" noProof="0" dirty="0"/>
          </a:p>
          <a:p>
            <a:pPr lvl="2"/>
            <a:r>
              <a:rPr lang="en-GB" dirty="0" err="1"/>
              <a:t>tapi-connectivity.yang</a:t>
            </a:r>
            <a:endParaRPr lang="en-GB" dirty="0"/>
          </a:p>
          <a:p>
            <a:pPr lvl="3"/>
            <a:r>
              <a:rPr lang="en-GB" dirty="0"/>
              <a:t>connection-end-point-ref</a:t>
            </a:r>
          </a:p>
          <a:p>
            <a:pPr lvl="3"/>
            <a:r>
              <a:rPr lang="en-GB" dirty="0"/>
              <a:t>switch-control-ref</a:t>
            </a:r>
          </a:p>
          <a:p>
            <a:pPr lvl="3"/>
            <a:r>
              <a:rPr lang="en-GB" dirty="0"/>
              <a:t>switch-ref </a:t>
            </a:r>
          </a:p>
          <a:p>
            <a:pPr lvl="3"/>
            <a:r>
              <a:rPr lang="en-GB" dirty="0"/>
              <a:t>route-ref </a:t>
            </a:r>
          </a:p>
          <a:p>
            <a:pPr lvl="2"/>
            <a:r>
              <a:rPr lang="en-GB" dirty="0" err="1"/>
              <a:t>tapi-common.yang</a:t>
            </a:r>
            <a:endParaRPr lang="en-GB" dirty="0"/>
          </a:p>
          <a:p>
            <a:pPr lvl="3"/>
            <a:r>
              <a:rPr lang="en-GB" dirty="0"/>
              <a:t>profile-ref</a:t>
            </a:r>
          </a:p>
          <a:p>
            <a:pPr lvl="2"/>
            <a:r>
              <a:rPr lang="en-GB" dirty="0" err="1"/>
              <a:t>tapi-topology.yang</a:t>
            </a:r>
            <a:endParaRPr lang="en-GB" dirty="0"/>
          </a:p>
          <a:p>
            <a:pPr lvl="3"/>
            <a:r>
              <a:rPr lang="en-GB" dirty="0"/>
              <a:t>topology-ref</a:t>
            </a:r>
          </a:p>
          <a:p>
            <a:pPr lvl="3"/>
            <a:r>
              <a:rPr lang="en-GB" dirty="0"/>
              <a:t>node-ref</a:t>
            </a:r>
          </a:p>
          <a:p>
            <a:pPr lvl="1"/>
            <a:r>
              <a:rPr lang="en-GB" dirty="0"/>
              <a:t>TR-547 v3.1.1 does not need to be modified (there are no YANG snippets that include the area modified)</a:t>
            </a:r>
          </a:p>
          <a:p>
            <a:pPr lvl="1"/>
            <a:r>
              <a:rPr lang="en-GB" noProof="0" dirty="0"/>
              <a:t>For 2.7 it may be appropriate to reverse out the modifications made between 2.5 and 2.6 (as these did not use the require-instance approach) and use the require-instance false approach for 2.7 so that it is fully aligned with 2.5</a:t>
            </a:r>
          </a:p>
          <a:p>
            <a:pPr lvl="1"/>
            <a:r>
              <a:rPr lang="en-GB" dirty="0"/>
              <a:t>Updated 2.5 is available in my fork</a:t>
            </a:r>
            <a:endParaRPr lang="en-GB" noProof="0" dirty="0"/>
          </a:p>
          <a:p>
            <a:pPr lvl="1"/>
            <a:r>
              <a:rPr lang="en-GB" noProof="0" dirty="0"/>
              <a:t>Follow-on action:</a:t>
            </a:r>
          </a:p>
          <a:p>
            <a:pPr lvl="2"/>
            <a:r>
              <a:rPr lang="en-GB" noProof="0" dirty="0"/>
              <a:t>Take agreed approach for 2.7</a:t>
            </a:r>
          </a:p>
          <a:p>
            <a:pPr lvl="2"/>
            <a:r>
              <a:rPr lang="en-GB" noProof="0" dirty="0"/>
              <a:t>Validate 2.1.3 does not have these errors</a:t>
            </a:r>
          </a:p>
          <a:p>
            <a:pPr lvl="2"/>
            <a:r>
              <a:rPr lang="en-GB" noProof="0" dirty="0"/>
              <a:t>Complete and review…</a:t>
            </a:r>
          </a:p>
          <a:p>
            <a:r>
              <a:rPr lang="en-GB" dirty="0">
                <a:highlight>
                  <a:srgbClr val="FFFF00"/>
                </a:highlight>
              </a:rPr>
              <a:t>Agreed (20251014): I should reverse out changes made in 2.6 and then apply the formal changes made for 2.5 fixes to 2.7. I will wait for this to be reviewed prior to taking this action.</a:t>
            </a:r>
            <a:endParaRPr lang="en-GB" noProof="0" dirty="0">
              <a:highlight>
                <a:srgbClr val="FFFF0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48A73A-F76D-2C61-647A-A0EF3387A658}"/>
              </a:ext>
            </a:extLst>
          </p:cNvPr>
          <p:cNvSpPr txBox="1"/>
          <p:nvPr/>
        </p:nvSpPr>
        <p:spPr>
          <a:xfrm>
            <a:off x="6968067" y="365125"/>
            <a:ext cx="1279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In progress</a:t>
            </a:r>
          </a:p>
        </p:txBody>
      </p:sp>
    </p:spTree>
    <p:extLst>
      <p:ext uri="{BB962C8B-B14F-4D97-AF65-F5344CB8AC3E}">
        <p14:creationId xmlns:p14="http://schemas.microsoft.com/office/powerpoint/2010/main" val="34357575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68029-9C8A-1FFF-7429-82016A142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Streaming test plan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B55C8-C87B-D982-94C8-2DC70971E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u="sng" noProof="0" dirty="0">
                <a:hlinkClick r:id="rId2" tooltip="onmi2025.ND.007_StreamingTestPlan-FirstDraft.docx"/>
              </a:rPr>
              <a:t>onmi2025.ND.007_StreamingTestPlan-FirstDraft.docx</a:t>
            </a:r>
            <a:endParaRPr lang="en-GB" dirty="0"/>
          </a:p>
          <a:p>
            <a:r>
              <a:rPr lang="en-GB" noProof="0" dirty="0">
                <a:highlight>
                  <a:srgbClr val="FFFF00"/>
                </a:highlight>
              </a:rPr>
              <a:t>Ramon’s comments reviewed 20251014</a:t>
            </a:r>
          </a:p>
          <a:p>
            <a:r>
              <a:rPr lang="en-GB" dirty="0">
                <a:highlight>
                  <a:srgbClr val="FFFF00"/>
                </a:highlight>
              </a:rPr>
              <a:t>Update document submitted to repository</a:t>
            </a:r>
          </a:p>
          <a:p>
            <a:pPr lvl="1"/>
            <a:r>
              <a:rPr lang="en-GB" noProof="0" dirty="0">
                <a:highlight>
                  <a:srgbClr val="FFFF00"/>
                </a:highlight>
              </a:rPr>
              <a:t>Need to highlight to TIP</a:t>
            </a:r>
          </a:p>
        </p:txBody>
      </p:sp>
    </p:spTree>
    <p:extLst>
      <p:ext uri="{BB962C8B-B14F-4D97-AF65-F5344CB8AC3E}">
        <p14:creationId xmlns:p14="http://schemas.microsoft.com/office/powerpoint/2010/main" val="17830064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9C26-032A-476B-4065-1E323AF26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Spotlight and snapshot stream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7DE95-6B5C-34A8-DB96-628644649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See separate presentation… </a:t>
            </a:r>
            <a:r>
              <a:rPr lang="en-GB" dirty="0">
                <a:hlinkClick r:id="rId2"/>
              </a:rPr>
              <a:t>otcc2024.ND.002_SpotlightAndSnapshotStreams.pptx</a:t>
            </a:r>
            <a:endParaRPr lang="en-GB" dirty="0"/>
          </a:p>
          <a:p>
            <a:r>
              <a:rPr lang="en-GB" dirty="0"/>
              <a:t>Target review 20251021</a:t>
            </a:r>
          </a:p>
        </p:txBody>
      </p:sp>
    </p:spTree>
    <p:extLst>
      <p:ext uri="{BB962C8B-B14F-4D97-AF65-F5344CB8AC3E}">
        <p14:creationId xmlns:p14="http://schemas.microsoft.com/office/powerpoint/2010/main" val="30234624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0229C-7375-05A4-FFF2-C406C47AD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Control plane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8A2E8-0A3E-C077-A36F-D3B2D1353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Model of control plane using standard TAPI classes</a:t>
            </a:r>
          </a:p>
          <a:p>
            <a:pPr lvl="1"/>
            <a:r>
              <a:rPr lang="en-GB" dirty="0"/>
              <a:t>SNPP </a:t>
            </a:r>
            <a:r>
              <a:rPr lang="en-GB" dirty="0">
                <a:sym typeface="Wingdings" panose="05000000000000000000" pitchFamily="2" charset="2"/>
              </a:rPr>
              <a:t> NEP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SNP  CEP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Connection  Connection</a:t>
            </a:r>
          </a:p>
          <a:p>
            <a:pPr lvl="1"/>
            <a:r>
              <a:rPr lang="en-GB" dirty="0" err="1">
                <a:sym typeface="Wingdings" panose="05000000000000000000" pitchFamily="2" charset="2"/>
              </a:rPr>
              <a:t>SNPP_Link</a:t>
            </a:r>
            <a:r>
              <a:rPr lang="en-GB" dirty="0">
                <a:sym typeface="Wingdings" panose="05000000000000000000" pitchFamily="2" charset="2"/>
              </a:rPr>
              <a:t>  Link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Abstraction through new association such that control plane entities reference real entities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Works with TAPI path and path set</a:t>
            </a:r>
          </a:p>
          <a:p>
            <a:r>
              <a:rPr lang="en-GB" dirty="0">
                <a:sym typeface="Wingdings" panose="05000000000000000000" pitchFamily="2" charset="2"/>
              </a:rPr>
              <a:t>This may require more than one level of nesting of lower connection in top level connection… discuss</a:t>
            </a:r>
          </a:p>
          <a:p>
            <a:r>
              <a:rPr lang="en-GB" dirty="0"/>
              <a:t>For complex cases we can:</a:t>
            </a:r>
          </a:p>
          <a:p>
            <a:pPr lvl="1"/>
            <a:r>
              <a:rPr lang="en-GB" dirty="0"/>
              <a:t>pull out the control plane connection as separate from the “real” connection</a:t>
            </a:r>
          </a:p>
          <a:p>
            <a:pPr lvl="1"/>
            <a:r>
              <a:rPr lang="en-GB" dirty="0"/>
              <a:t>allow two levels of lower connection.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15098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F95ED-282D-CFBE-537E-CC05B6A68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3605"/>
          </a:xfrm>
        </p:spPr>
        <p:txBody>
          <a:bodyPr>
            <a:normAutofit fontScale="90000"/>
          </a:bodyPr>
          <a:lstStyle/>
          <a:p>
            <a:r>
              <a:rPr lang="en-GB" dirty="0"/>
              <a:t>Proposal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3B64E5C-DED3-5EFC-496A-337EAF592965}"/>
              </a:ext>
            </a:extLst>
          </p:cNvPr>
          <p:cNvSpPr/>
          <p:nvPr/>
        </p:nvSpPr>
        <p:spPr>
          <a:xfrm>
            <a:off x="5588272" y="3456935"/>
            <a:ext cx="1119125" cy="2793520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D55796B-E2DB-FCAB-1070-644B6CDC408C}"/>
              </a:ext>
            </a:extLst>
          </p:cNvPr>
          <p:cNvSpPr/>
          <p:nvPr/>
        </p:nvSpPr>
        <p:spPr>
          <a:xfrm>
            <a:off x="3738425" y="3435973"/>
            <a:ext cx="1049521" cy="28144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7" name="Group 254">
            <a:extLst>
              <a:ext uri="{FF2B5EF4-FFF2-40B4-BE49-F238E27FC236}">
                <a16:creationId xmlns:a16="http://schemas.microsoft.com/office/drawing/2014/main" id="{ECFD3810-9B16-B83C-B631-9CA48DB473E2}"/>
              </a:ext>
            </a:extLst>
          </p:cNvPr>
          <p:cNvGrpSpPr>
            <a:grpSpLocks noChangeAspect="1"/>
          </p:cNvGrpSpPr>
          <p:nvPr/>
        </p:nvGrpSpPr>
        <p:grpSpPr>
          <a:xfrm>
            <a:off x="3854838" y="6038976"/>
            <a:ext cx="280226" cy="161260"/>
            <a:chOff x="8421867" y="1904979"/>
            <a:chExt cx="347879" cy="255573"/>
          </a:xfrm>
        </p:grpSpPr>
        <p:sp>
          <p:nvSpPr>
            <p:cNvPr id="38" name="Rectangle 60">
              <a:extLst>
                <a:ext uri="{FF2B5EF4-FFF2-40B4-BE49-F238E27FC236}">
                  <a16:creationId xmlns:a16="http://schemas.microsoft.com/office/drawing/2014/main" id="{8FD0797D-7ADF-06F5-092E-68E987CE2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" name="Group 719">
              <a:extLst>
                <a:ext uri="{FF2B5EF4-FFF2-40B4-BE49-F238E27FC236}">
                  <a16:creationId xmlns:a16="http://schemas.microsoft.com/office/drawing/2014/main" id="{6B27CD0A-1CC8-58C9-057C-1BF272B47B12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EB327E48-BCC5-32A3-DBD8-77CBDF66CD6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3B252F14-114C-1318-3C83-F0CD5C9C332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37D3F451-FE0E-9773-22E7-5A36EF2ECA8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9B37C2BB-2E05-44E9-ABD3-41DDCB30AC7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0" name="Trapezoid 113">
              <a:extLst>
                <a:ext uri="{FF2B5EF4-FFF2-40B4-BE49-F238E27FC236}">
                  <a16:creationId xmlns:a16="http://schemas.microsoft.com/office/drawing/2014/main" id="{4040FB06-1ED2-86C1-33CF-DF46F2B02D7E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A20798A-B470-22BC-3923-671A6E320BAE}"/>
              </a:ext>
            </a:extLst>
          </p:cNvPr>
          <p:cNvGrpSpPr/>
          <p:nvPr/>
        </p:nvGrpSpPr>
        <p:grpSpPr>
          <a:xfrm>
            <a:off x="3855598" y="5675756"/>
            <a:ext cx="276281" cy="173735"/>
            <a:chOff x="3417117" y="2447654"/>
            <a:chExt cx="362556" cy="22798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E873905-22B3-8A25-0B34-B7CBA063AB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70781848-4F0C-0E3E-E6B1-E1193A081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" name="Trapezoid 110">
              <a:extLst>
                <a:ext uri="{FF2B5EF4-FFF2-40B4-BE49-F238E27FC236}">
                  <a16:creationId xmlns:a16="http://schemas.microsoft.com/office/drawing/2014/main" id="{37B3A158-E75A-2AF7-5C30-76A229AB0858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5879B25-1156-F68E-F8FF-7A92F8FF2DF1}"/>
              </a:ext>
            </a:extLst>
          </p:cNvPr>
          <p:cNvCxnSpPr>
            <a:cxnSpLocks/>
            <a:stCxn id="46" idx="2"/>
            <a:endCxn id="38" idx="0"/>
          </p:cNvCxnSpPr>
          <p:nvPr/>
        </p:nvCxnSpPr>
        <p:spPr>
          <a:xfrm>
            <a:off x="3993739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50" name="Group 254">
            <a:extLst>
              <a:ext uri="{FF2B5EF4-FFF2-40B4-BE49-F238E27FC236}">
                <a16:creationId xmlns:a16="http://schemas.microsoft.com/office/drawing/2014/main" id="{1369E678-9E7E-230B-4862-AD14507C03B2}"/>
              </a:ext>
            </a:extLst>
          </p:cNvPr>
          <p:cNvGrpSpPr>
            <a:grpSpLocks noChangeAspect="1"/>
          </p:cNvGrpSpPr>
          <p:nvPr/>
        </p:nvGrpSpPr>
        <p:grpSpPr>
          <a:xfrm>
            <a:off x="4426280" y="6038976"/>
            <a:ext cx="280226" cy="161260"/>
            <a:chOff x="8421867" y="1904979"/>
            <a:chExt cx="347879" cy="255573"/>
          </a:xfrm>
        </p:grpSpPr>
        <p:sp>
          <p:nvSpPr>
            <p:cNvPr id="236" name="Rectangle 60">
              <a:extLst>
                <a:ext uri="{FF2B5EF4-FFF2-40B4-BE49-F238E27FC236}">
                  <a16:creationId xmlns:a16="http://schemas.microsoft.com/office/drawing/2014/main" id="{31B81D33-724F-D5F2-F9F7-7AAFA25D8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7" name="Group 719">
              <a:extLst>
                <a:ext uri="{FF2B5EF4-FFF2-40B4-BE49-F238E27FC236}">
                  <a16:creationId xmlns:a16="http://schemas.microsoft.com/office/drawing/2014/main" id="{83CCC0E8-83C7-9C95-55E1-E6088CD779F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4CFB1E3D-101B-7E1E-7A0B-BF92BF54C06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A1D6E063-E139-3E29-202F-F3B44FD49E8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647553A7-12C2-92A6-03AE-5B7207D89D8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8FB3B8CB-0A3A-F032-7C12-238E7F59A37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38" name="Trapezoid 149">
              <a:extLst>
                <a:ext uri="{FF2B5EF4-FFF2-40B4-BE49-F238E27FC236}">
                  <a16:creationId xmlns:a16="http://schemas.microsoft.com/office/drawing/2014/main" id="{FC1BB5BF-B9A7-7B7F-3E58-0B1407A50C3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664DF959-E293-3C8C-10A8-639415355ED6}"/>
              </a:ext>
            </a:extLst>
          </p:cNvPr>
          <p:cNvCxnSpPr>
            <a:cxnSpLocks/>
            <a:stCxn id="739" idx="2"/>
            <a:endCxn id="236" idx="0"/>
          </p:cNvCxnSpPr>
          <p:nvPr/>
        </p:nvCxnSpPr>
        <p:spPr>
          <a:xfrm>
            <a:off x="4565182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BD42BE92-6998-79AF-C74D-B1B886C19042}"/>
              </a:ext>
            </a:extLst>
          </p:cNvPr>
          <p:cNvGrpSpPr/>
          <p:nvPr/>
        </p:nvGrpSpPr>
        <p:grpSpPr>
          <a:xfrm>
            <a:off x="4421460" y="4946379"/>
            <a:ext cx="276281" cy="173735"/>
            <a:chOff x="3417117" y="2447654"/>
            <a:chExt cx="362556" cy="227987"/>
          </a:xfrm>
        </p:grpSpPr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B64DB450-CBE0-4263-A62B-5DD6461D9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F5412B97-B3F3-2025-26F2-2CC43ED7AE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8" name="Trapezoid 170">
              <a:extLst>
                <a:ext uri="{FF2B5EF4-FFF2-40B4-BE49-F238E27FC236}">
                  <a16:creationId xmlns:a16="http://schemas.microsoft.com/office/drawing/2014/main" id="{79665BDD-F674-2486-4400-877D73F3F444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3F542A5E-2B1C-6F9A-1F21-5D93C28D8D9A}"/>
              </a:ext>
            </a:extLst>
          </p:cNvPr>
          <p:cNvCxnSpPr>
            <a:cxnSpLocks/>
            <a:stCxn id="252" idx="2"/>
            <a:endCxn id="739" idx="2"/>
          </p:cNvCxnSpPr>
          <p:nvPr/>
        </p:nvCxnSpPr>
        <p:spPr>
          <a:xfrm>
            <a:off x="4559600" y="5120113"/>
            <a:ext cx="5581" cy="72937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72" name="Group 254">
            <a:extLst>
              <a:ext uri="{FF2B5EF4-FFF2-40B4-BE49-F238E27FC236}">
                <a16:creationId xmlns:a16="http://schemas.microsoft.com/office/drawing/2014/main" id="{9A4F85CD-1190-05EE-6706-2F5EF20F479A}"/>
              </a:ext>
            </a:extLst>
          </p:cNvPr>
          <p:cNvGrpSpPr>
            <a:grpSpLocks noChangeAspect="1"/>
          </p:cNvGrpSpPr>
          <p:nvPr/>
        </p:nvGrpSpPr>
        <p:grpSpPr>
          <a:xfrm>
            <a:off x="5735672" y="6035378"/>
            <a:ext cx="280226" cy="161260"/>
            <a:chOff x="8421867" y="1904979"/>
            <a:chExt cx="347879" cy="255573"/>
          </a:xfrm>
        </p:grpSpPr>
        <p:sp>
          <p:nvSpPr>
            <p:cNvPr id="288" name="Rectangle 60">
              <a:extLst>
                <a:ext uri="{FF2B5EF4-FFF2-40B4-BE49-F238E27FC236}">
                  <a16:creationId xmlns:a16="http://schemas.microsoft.com/office/drawing/2014/main" id="{4B3EEF9A-4AFF-645C-787F-1BC6DE1E9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89" name="Group 719">
              <a:extLst>
                <a:ext uri="{FF2B5EF4-FFF2-40B4-BE49-F238E27FC236}">
                  <a16:creationId xmlns:a16="http://schemas.microsoft.com/office/drawing/2014/main" id="{9CC51339-68FC-09B4-42B5-64376F561171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94A3F16E-BF82-2775-026B-49C9CC023B0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6C780103-D02D-E843-AE8E-85DD2A0193D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66F35576-1B5D-0AA8-EBE8-3D2831FF55C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BF84E6A3-43A7-CBDE-5333-283C873DB5F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90" name="Trapezoid 221">
              <a:extLst>
                <a:ext uri="{FF2B5EF4-FFF2-40B4-BE49-F238E27FC236}">
                  <a16:creationId xmlns:a16="http://schemas.microsoft.com/office/drawing/2014/main" id="{84FB62CA-3C29-DFBA-C204-F649222256CE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87EE51AE-5DC9-A792-3745-05A9E8A6D4C0}"/>
              </a:ext>
            </a:extLst>
          </p:cNvPr>
          <p:cNvGrpSpPr/>
          <p:nvPr/>
        </p:nvGrpSpPr>
        <p:grpSpPr>
          <a:xfrm>
            <a:off x="5736433" y="5672157"/>
            <a:ext cx="276281" cy="173735"/>
            <a:chOff x="3417117" y="2447654"/>
            <a:chExt cx="362556" cy="227987"/>
          </a:xfrm>
        </p:grpSpPr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765687A3-4D8F-FFD8-091E-8C0653812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3138E16D-2C05-73A9-7497-580342135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8" name="Trapezoid 229">
              <a:extLst>
                <a:ext uri="{FF2B5EF4-FFF2-40B4-BE49-F238E27FC236}">
                  <a16:creationId xmlns:a16="http://schemas.microsoft.com/office/drawing/2014/main" id="{6959153D-9DDA-6680-5599-CBA0AD14357D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B4E3FF49-24E9-2832-43EF-6800C32A56B2}"/>
              </a:ext>
            </a:extLst>
          </p:cNvPr>
          <p:cNvCxnSpPr>
            <a:cxnSpLocks/>
            <a:stCxn id="296" idx="2"/>
            <a:endCxn id="288" idx="0"/>
          </p:cNvCxnSpPr>
          <p:nvPr/>
        </p:nvCxnSpPr>
        <p:spPr>
          <a:xfrm>
            <a:off x="5874574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07" name="Group 254">
            <a:extLst>
              <a:ext uri="{FF2B5EF4-FFF2-40B4-BE49-F238E27FC236}">
                <a16:creationId xmlns:a16="http://schemas.microsoft.com/office/drawing/2014/main" id="{BFC4463A-A4A4-ED98-0330-E32D9A3A238E}"/>
              </a:ext>
            </a:extLst>
          </p:cNvPr>
          <p:cNvGrpSpPr>
            <a:grpSpLocks noChangeAspect="1"/>
          </p:cNvGrpSpPr>
          <p:nvPr/>
        </p:nvGrpSpPr>
        <p:grpSpPr>
          <a:xfrm>
            <a:off x="5730091" y="5306001"/>
            <a:ext cx="280226" cy="161260"/>
            <a:chOff x="8421867" y="1904979"/>
            <a:chExt cx="347879" cy="255573"/>
          </a:xfrm>
        </p:grpSpPr>
        <p:sp>
          <p:nvSpPr>
            <p:cNvPr id="309" name="Rectangle 60">
              <a:extLst>
                <a:ext uri="{FF2B5EF4-FFF2-40B4-BE49-F238E27FC236}">
                  <a16:creationId xmlns:a16="http://schemas.microsoft.com/office/drawing/2014/main" id="{FF7F1AAE-1439-0351-DBF0-5011BB99B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10" name="Group 719">
              <a:extLst>
                <a:ext uri="{FF2B5EF4-FFF2-40B4-BE49-F238E27FC236}">
                  <a16:creationId xmlns:a16="http://schemas.microsoft.com/office/drawing/2014/main" id="{6F05DC57-5A08-1791-CDF7-93075954D8A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33B64B65-6E42-06B3-2DC0-2C15B56640A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AD7ABEB2-FA5C-88BA-373B-0D6F61E45E9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4" name="Straight Connector 313">
                <a:extLst>
                  <a:ext uri="{FF2B5EF4-FFF2-40B4-BE49-F238E27FC236}">
                    <a16:creationId xmlns:a16="http://schemas.microsoft.com/office/drawing/2014/main" id="{58ED963D-419D-81C7-33B5-9BF81C2EF68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14148133-2D4E-880B-3283-DD4973AE942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11" name="Trapezoid 243">
              <a:extLst>
                <a:ext uri="{FF2B5EF4-FFF2-40B4-BE49-F238E27FC236}">
                  <a16:creationId xmlns:a16="http://schemas.microsoft.com/office/drawing/2014/main" id="{41B43AA3-E411-BC4F-AC6E-3DA1C4388E00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11EE216C-839B-5099-C7B8-E1A1C2EBF282}"/>
              </a:ext>
            </a:extLst>
          </p:cNvPr>
          <p:cNvGrpSpPr/>
          <p:nvPr/>
        </p:nvGrpSpPr>
        <p:grpSpPr>
          <a:xfrm>
            <a:off x="5730852" y="4942781"/>
            <a:ext cx="276281" cy="173735"/>
            <a:chOff x="3417117" y="2447654"/>
            <a:chExt cx="362556" cy="227987"/>
          </a:xfrm>
        </p:grpSpPr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600316BE-A566-A2E1-7B6D-14D2BE94A1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BF4992B9-4232-A8CD-4C00-43EAB1C51C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4" name="Trapezoid 257">
              <a:extLst>
                <a:ext uri="{FF2B5EF4-FFF2-40B4-BE49-F238E27FC236}">
                  <a16:creationId xmlns:a16="http://schemas.microsoft.com/office/drawing/2014/main" id="{CB6D7E2D-184D-B98F-72C2-A0C6FE3887E4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68A3B3D1-730C-FC53-5790-70EE6E19E4B3}"/>
              </a:ext>
            </a:extLst>
          </p:cNvPr>
          <p:cNvCxnSpPr>
            <a:cxnSpLocks/>
            <a:stCxn id="317" idx="2"/>
            <a:endCxn id="309" idx="0"/>
          </p:cNvCxnSpPr>
          <p:nvPr/>
        </p:nvCxnSpPr>
        <p:spPr>
          <a:xfrm>
            <a:off x="5868993" y="5116515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26" name="Group 254">
            <a:extLst>
              <a:ext uri="{FF2B5EF4-FFF2-40B4-BE49-F238E27FC236}">
                <a16:creationId xmlns:a16="http://schemas.microsoft.com/office/drawing/2014/main" id="{B663682A-45BD-38C0-16F4-0D7E2CD1FE91}"/>
              </a:ext>
            </a:extLst>
          </p:cNvPr>
          <p:cNvGrpSpPr>
            <a:grpSpLocks noChangeAspect="1"/>
          </p:cNvGrpSpPr>
          <p:nvPr/>
        </p:nvGrpSpPr>
        <p:grpSpPr>
          <a:xfrm>
            <a:off x="6300393" y="6035378"/>
            <a:ext cx="280226" cy="161260"/>
            <a:chOff x="8421867" y="1904979"/>
            <a:chExt cx="347879" cy="255573"/>
          </a:xfrm>
        </p:grpSpPr>
        <p:sp>
          <p:nvSpPr>
            <p:cNvPr id="327" name="Rectangle 60">
              <a:extLst>
                <a:ext uri="{FF2B5EF4-FFF2-40B4-BE49-F238E27FC236}">
                  <a16:creationId xmlns:a16="http://schemas.microsoft.com/office/drawing/2014/main" id="{79B66216-F7F5-DD89-80B2-DF6102D62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28" name="Group 719">
              <a:extLst>
                <a:ext uri="{FF2B5EF4-FFF2-40B4-BE49-F238E27FC236}">
                  <a16:creationId xmlns:a16="http://schemas.microsoft.com/office/drawing/2014/main" id="{7C0ACFE6-E54A-6D3A-C1B1-AF32DCE57571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38472E3B-16EA-C7DD-AEBE-B5F198CE676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072FF302-78AC-AE0B-B961-58BB1820CD3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715F6594-08E8-4705-BBA9-CA5247EC563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1354E90C-867F-A53D-B517-E83B15B5E68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29" name="Trapezoid 275">
              <a:extLst>
                <a:ext uri="{FF2B5EF4-FFF2-40B4-BE49-F238E27FC236}">
                  <a16:creationId xmlns:a16="http://schemas.microsoft.com/office/drawing/2014/main" id="{C3A1D8D6-9803-110B-D190-35F7F5BABAE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A5814B14-5125-9DF2-8B30-FA3543B027EE}"/>
              </a:ext>
            </a:extLst>
          </p:cNvPr>
          <p:cNvGrpSpPr/>
          <p:nvPr/>
        </p:nvGrpSpPr>
        <p:grpSpPr>
          <a:xfrm>
            <a:off x="6301154" y="5672157"/>
            <a:ext cx="276281" cy="173735"/>
            <a:chOff x="3417117" y="2447654"/>
            <a:chExt cx="362556" cy="227987"/>
          </a:xfrm>
        </p:grpSpPr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4263E052-5101-D8F9-71B5-32F3B6DDF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3A6101E0-045A-5426-E624-65CDA4A10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7" name="Trapezoid 283">
              <a:extLst>
                <a:ext uri="{FF2B5EF4-FFF2-40B4-BE49-F238E27FC236}">
                  <a16:creationId xmlns:a16="http://schemas.microsoft.com/office/drawing/2014/main" id="{DA8C6602-FCBB-93D1-E2AE-8683F87A1FD3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4CBDB214-89D9-657B-A772-08D47638F15C}"/>
              </a:ext>
            </a:extLst>
          </p:cNvPr>
          <p:cNvCxnSpPr>
            <a:cxnSpLocks/>
            <a:stCxn id="335" idx="2"/>
            <a:endCxn id="327" idx="0"/>
          </p:cNvCxnSpPr>
          <p:nvPr/>
        </p:nvCxnSpPr>
        <p:spPr>
          <a:xfrm>
            <a:off x="6439295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39" name="Rectangle 25">
            <a:extLst>
              <a:ext uri="{FF2B5EF4-FFF2-40B4-BE49-F238E27FC236}">
                <a16:creationId xmlns:a16="http://schemas.microsoft.com/office/drawing/2014/main" id="{D699A117-C3A9-12E5-18E1-AC150FC86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2568" y="4810269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40" name="Rectangle 29">
            <a:extLst>
              <a:ext uri="{FF2B5EF4-FFF2-40B4-BE49-F238E27FC236}">
                <a16:creationId xmlns:a16="http://schemas.microsoft.com/office/drawing/2014/main" id="{62ED2250-67B4-1908-42A7-1BBEACF99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663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41" name="Rectangle 29">
            <a:extLst>
              <a:ext uri="{FF2B5EF4-FFF2-40B4-BE49-F238E27FC236}">
                <a16:creationId xmlns:a16="http://schemas.microsoft.com/office/drawing/2014/main" id="{C7358A4C-751A-73EB-78E5-2671D2D42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55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F5519B7C-681B-3B14-E7CF-A12CB94463FD}"/>
              </a:ext>
            </a:extLst>
          </p:cNvPr>
          <p:cNvCxnSpPr>
            <a:cxnSpLocks/>
            <a:stCxn id="340" idx="2"/>
            <a:endCxn id="252" idx="0"/>
          </p:cNvCxnSpPr>
          <p:nvPr/>
        </p:nvCxnSpPr>
        <p:spPr>
          <a:xfrm flipH="1">
            <a:off x="4559599" y="4851095"/>
            <a:ext cx="377039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343" name="Straight Arrow Connector 342">
            <a:extLst>
              <a:ext uri="{FF2B5EF4-FFF2-40B4-BE49-F238E27FC236}">
                <a16:creationId xmlns:a16="http://schemas.microsoft.com/office/drawing/2014/main" id="{EEC0FCF7-9061-AB62-A8CA-4DFD202DB8A5}"/>
              </a:ext>
            </a:extLst>
          </p:cNvPr>
          <p:cNvCxnSpPr>
            <a:cxnSpLocks/>
            <a:stCxn id="341" idx="6"/>
            <a:endCxn id="317" idx="0"/>
          </p:cNvCxnSpPr>
          <p:nvPr/>
        </p:nvCxnSpPr>
        <p:spPr>
          <a:xfrm>
            <a:off x="5463641" y="4851094"/>
            <a:ext cx="405352" cy="9168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44" name="Rectangle 135">
            <a:extLst>
              <a:ext uri="{FF2B5EF4-FFF2-40B4-BE49-F238E27FC236}">
                <a16:creationId xmlns:a16="http://schemas.microsoft.com/office/drawing/2014/main" id="{843F28FE-7EFD-4D48-F4E9-471505D9A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091" y="4903940"/>
            <a:ext cx="64755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077A874E-4502-49D5-1CFF-B83063F41B42}"/>
              </a:ext>
            </a:extLst>
          </p:cNvPr>
          <p:cNvSpPr/>
          <p:nvPr/>
        </p:nvSpPr>
        <p:spPr>
          <a:xfrm>
            <a:off x="7483073" y="3441031"/>
            <a:ext cx="1052401" cy="2809424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46" name="Group 254">
            <a:extLst>
              <a:ext uri="{FF2B5EF4-FFF2-40B4-BE49-F238E27FC236}">
                <a16:creationId xmlns:a16="http://schemas.microsoft.com/office/drawing/2014/main" id="{D33CB198-C45B-D6A6-25FF-59B70D9E8AB9}"/>
              </a:ext>
            </a:extLst>
          </p:cNvPr>
          <p:cNvGrpSpPr>
            <a:grpSpLocks noChangeAspect="1"/>
          </p:cNvGrpSpPr>
          <p:nvPr/>
        </p:nvGrpSpPr>
        <p:grpSpPr>
          <a:xfrm>
            <a:off x="7588243" y="6036396"/>
            <a:ext cx="280226" cy="161260"/>
            <a:chOff x="8421867" y="1904979"/>
            <a:chExt cx="347879" cy="255573"/>
          </a:xfrm>
        </p:grpSpPr>
        <p:sp>
          <p:nvSpPr>
            <p:cNvPr id="347" name="Rectangle 60">
              <a:extLst>
                <a:ext uri="{FF2B5EF4-FFF2-40B4-BE49-F238E27FC236}">
                  <a16:creationId xmlns:a16="http://schemas.microsoft.com/office/drawing/2014/main" id="{F86DFFC3-431C-A220-5210-AC3CB7D7E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48" name="Group 719">
              <a:extLst>
                <a:ext uri="{FF2B5EF4-FFF2-40B4-BE49-F238E27FC236}">
                  <a16:creationId xmlns:a16="http://schemas.microsoft.com/office/drawing/2014/main" id="{BB293DF5-2389-ACF3-3465-806153C7A302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50" name="Straight Connector 349">
                <a:extLst>
                  <a:ext uri="{FF2B5EF4-FFF2-40B4-BE49-F238E27FC236}">
                    <a16:creationId xmlns:a16="http://schemas.microsoft.com/office/drawing/2014/main" id="{4D9B6CBD-1CB2-C65D-6A5C-394390FD970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1" name="Straight Connector 350">
                <a:extLst>
                  <a:ext uri="{FF2B5EF4-FFF2-40B4-BE49-F238E27FC236}">
                    <a16:creationId xmlns:a16="http://schemas.microsoft.com/office/drawing/2014/main" id="{7AEF5D47-0162-9BC6-C955-8967DBAC4F1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2" name="Straight Connector 351">
                <a:extLst>
                  <a:ext uri="{FF2B5EF4-FFF2-40B4-BE49-F238E27FC236}">
                    <a16:creationId xmlns:a16="http://schemas.microsoft.com/office/drawing/2014/main" id="{117A03F5-40F9-3209-5041-FF2026FB2CC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23343217-2D24-549A-7BF5-E258FD61CA6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49" name="Trapezoid 442">
              <a:extLst>
                <a:ext uri="{FF2B5EF4-FFF2-40B4-BE49-F238E27FC236}">
                  <a16:creationId xmlns:a16="http://schemas.microsoft.com/office/drawing/2014/main" id="{CCE34726-2FA8-B32C-9E40-6AFAD7453C3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CEFF9C00-EB2E-BAB6-ADA5-69A8FE5D7DC5}"/>
              </a:ext>
            </a:extLst>
          </p:cNvPr>
          <p:cNvGrpSpPr/>
          <p:nvPr/>
        </p:nvGrpSpPr>
        <p:grpSpPr>
          <a:xfrm>
            <a:off x="7583423" y="4943798"/>
            <a:ext cx="276281" cy="173735"/>
            <a:chOff x="3417117" y="2447654"/>
            <a:chExt cx="362556" cy="227987"/>
          </a:xfrm>
        </p:grpSpPr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0EAE84F8-CB4D-3561-4C7A-0A5A39334C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706C2AE6-D9F0-1F2C-B312-63544CC524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7" name="Trapezoid 463">
              <a:extLst>
                <a:ext uri="{FF2B5EF4-FFF2-40B4-BE49-F238E27FC236}">
                  <a16:creationId xmlns:a16="http://schemas.microsoft.com/office/drawing/2014/main" id="{A60D8AD6-C80A-69BD-4A68-20CD0A954ED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8" name="Group 254">
            <a:extLst>
              <a:ext uri="{FF2B5EF4-FFF2-40B4-BE49-F238E27FC236}">
                <a16:creationId xmlns:a16="http://schemas.microsoft.com/office/drawing/2014/main" id="{88F4A02A-C5B8-40CB-274C-62C98F2D2EF4}"/>
              </a:ext>
            </a:extLst>
          </p:cNvPr>
          <p:cNvGrpSpPr>
            <a:grpSpLocks noChangeAspect="1"/>
          </p:cNvGrpSpPr>
          <p:nvPr/>
        </p:nvGrpSpPr>
        <p:grpSpPr>
          <a:xfrm>
            <a:off x="8144895" y="6036396"/>
            <a:ext cx="280226" cy="161260"/>
            <a:chOff x="8421867" y="1904979"/>
            <a:chExt cx="347879" cy="255573"/>
          </a:xfrm>
        </p:grpSpPr>
        <p:sp>
          <p:nvSpPr>
            <p:cNvPr id="359" name="Rectangle 60">
              <a:extLst>
                <a:ext uri="{FF2B5EF4-FFF2-40B4-BE49-F238E27FC236}">
                  <a16:creationId xmlns:a16="http://schemas.microsoft.com/office/drawing/2014/main" id="{766EA204-EC60-9D4C-2BA8-C90E38BD3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60" name="Group 719">
              <a:extLst>
                <a:ext uri="{FF2B5EF4-FFF2-40B4-BE49-F238E27FC236}">
                  <a16:creationId xmlns:a16="http://schemas.microsoft.com/office/drawing/2014/main" id="{3022D7EA-238E-326A-8ED5-1B667E2E36D6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68" name="Straight Connector 367">
                <a:extLst>
                  <a:ext uri="{FF2B5EF4-FFF2-40B4-BE49-F238E27FC236}">
                    <a16:creationId xmlns:a16="http://schemas.microsoft.com/office/drawing/2014/main" id="{DBC65D9F-80CD-6B1D-51FA-39018FB419A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9" name="Straight Connector 368">
                <a:extLst>
                  <a:ext uri="{FF2B5EF4-FFF2-40B4-BE49-F238E27FC236}">
                    <a16:creationId xmlns:a16="http://schemas.microsoft.com/office/drawing/2014/main" id="{4E98FB6F-A050-2ACC-A9C2-C151FAF100F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3C1C0225-501F-C146-689A-4C3065605B1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1" name="Straight Connector 370">
                <a:extLst>
                  <a:ext uri="{FF2B5EF4-FFF2-40B4-BE49-F238E27FC236}">
                    <a16:creationId xmlns:a16="http://schemas.microsoft.com/office/drawing/2014/main" id="{AAAC114C-8638-141D-2D75-0DB43F0579C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61" name="Trapezoid 481">
              <a:extLst>
                <a:ext uri="{FF2B5EF4-FFF2-40B4-BE49-F238E27FC236}">
                  <a16:creationId xmlns:a16="http://schemas.microsoft.com/office/drawing/2014/main" id="{19222A53-4785-4BDC-9A8A-3672E68993D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5F35E238-D417-9279-58B4-719F8FE9E95A}"/>
              </a:ext>
            </a:extLst>
          </p:cNvPr>
          <p:cNvGrpSpPr/>
          <p:nvPr/>
        </p:nvGrpSpPr>
        <p:grpSpPr>
          <a:xfrm>
            <a:off x="8145656" y="5673174"/>
            <a:ext cx="276281" cy="173735"/>
            <a:chOff x="3417117" y="2447654"/>
            <a:chExt cx="362556" cy="227987"/>
          </a:xfrm>
        </p:grpSpPr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32A53A66-59D2-58A4-983C-69F6B2B66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4F9E9386-526E-9E1D-E12E-365E0846C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7" name="Trapezoid 489">
              <a:extLst>
                <a:ext uri="{FF2B5EF4-FFF2-40B4-BE49-F238E27FC236}">
                  <a16:creationId xmlns:a16="http://schemas.microsoft.com/office/drawing/2014/main" id="{309EE57F-CD8E-F669-E980-8084E7E5D6F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F974066A-698D-2758-7B31-690526BF81F9}"/>
              </a:ext>
            </a:extLst>
          </p:cNvPr>
          <p:cNvCxnSpPr>
            <a:cxnSpLocks/>
            <a:stCxn id="373" idx="2"/>
            <a:endCxn id="359" idx="0"/>
          </p:cNvCxnSpPr>
          <p:nvPr/>
        </p:nvCxnSpPr>
        <p:spPr>
          <a:xfrm>
            <a:off x="8283797" y="584690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89" name="Group 254">
            <a:extLst>
              <a:ext uri="{FF2B5EF4-FFF2-40B4-BE49-F238E27FC236}">
                <a16:creationId xmlns:a16="http://schemas.microsoft.com/office/drawing/2014/main" id="{201E44ED-B0F1-6BF5-D670-21325F9F22B5}"/>
              </a:ext>
            </a:extLst>
          </p:cNvPr>
          <p:cNvGrpSpPr>
            <a:grpSpLocks noChangeAspect="1"/>
          </p:cNvGrpSpPr>
          <p:nvPr/>
        </p:nvGrpSpPr>
        <p:grpSpPr>
          <a:xfrm>
            <a:off x="6296096" y="5319973"/>
            <a:ext cx="280226" cy="161260"/>
            <a:chOff x="8421867" y="1904979"/>
            <a:chExt cx="347879" cy="255573"/>
          </a:xfrm>
        </p:grpSpPr>
        <p:sp>
          <p:nvSpPr>
            <p:cNvPr id="390" name="Rectangle 60">
              <a:extLst>
                <a:ext uri="{FF2B5EF4-FFF2-40B4-BE49-F238E27FC236}">
                  <a16:creationId xmlns:a16="http://schemas.microsoft.com/office/drawing/2014/main" id="{E06DED40-11BF-2CB5-85B3-5C6E5D6E17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415" name="Group 719">
              <a:extLst>
                <a:ext uri="{FF2B5EF4-FFF2-40B4-BE49-F238E27FC236}">
                  <a16:creationId xmlns:a16="http://schemas.microsoft.com/office/drawing/2014/main" id="{7CB00B94-980C-3DCA-3D37-01C15DF0514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7" name="Straight Connector 416">
                <a:extLst>
                  <a:ext uri="{FF2B5EF4-FFF2-40B4-BE49-F238E27FC236}">
                    <a16:creationId xmlns:a16="http://schemas.microsoft.com/office/drawing/2014/main" id="{1B74B885-5BA5-D03D-04B9-6BD9EE83CB9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8" name="Straight Connector 437">
                <a:extLst>
                  <a:ext uri="{FF2B5EF4-FFF2-40B4-BE49-F238E27FC236}">
                    <a16:creationId xmlns:a16="http://schemas.microsoft.com/office/drawing/2014/main" id="{2290C5DB-3AD1-B985-AA3A-AADD4C06C9F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52" name="Straight Connector 451">
                <a:extLst>
                  <a:ext uri="{FF2B5EF4-FFF2-40B4-BE49-F238E27FC236}">
                    <a16:creationId xmlns:a16="http://schemas.microsoft.com/office/drawing/2014/main" id="{985204D1-701A-A7CB-5331-7D60E259E1B4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65" name="Straight Connector 464">
                <a:extLst>
                  <a:ext uri="{FF2B5EF4-FFF2-40B4-BE49-F238E27FC236}">
                    <a16:creationId xmlns:a16="http://schemas.microsoft.com/office/drawing/2014/main" id="{53F2910B-1797-F036-27F7-BE10B32A919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16" name="Trapezoid 513">
              <a:extLst>
                <a:ext uri="{FF2B5EF4-FFF2-40B4-BE49-F238E27FC236}">
                  <a16:creationId xmlns:a16="http://schemas.microsoft.com/office/drawing/2014/main" id="{C173CF58-D735-9869-78DC-95114AA505F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E9D08D07-7394-F991-BA07-7C0DB057FE55}"/>
              </a:ext>
            </a:extLst>
          </p:cNvPr>
          <p:cNvGrpSpPr/>
          <p:nvPr/>
        </p:nvGrpSpPr>
        <p:grpSpPr>
          <a:xfrm>
            <a:off x="6296856" y="4956753"/>
            <a:ext cx="276281" cy="173735"/>
            <a:chOff x="3417117" y="2447654"/>
            <a:chExt cx="362556" cy="227987"/>
          </a:xfrm>
        </p:grpSpPr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F0B3BCFD-ECA6-DE17-A269-D773BB9842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7ADA62A1-7FF3-EAD5-D46F-0534DFD94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7" name="Trapezoid 521">
              <a:extLst>
                <a:ext uri="{FF2B5EF4-FFF2-40B4-BE49-F238E27FC236}">
                  <a16:creationId xmlns:a16="http://schemas.microsoft.com/office/drawing/2014/main" id="{B4BAAAB8-AA64-33CF-A8E5-2149B01CF7DF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B64C7F68-9609-77E8-3B22-B1BAA70CBF77}"/>
              </a:ext>
            </a:extLst>
          </p:cNvPr>
          <p:cNvCxnSpPr>
            <a:cxnSpLocks/>
            <a:stCxn id="475" idx="2"/>
            <a:endCxn id="390" idx="0"/>
          </p:cNvCxnSpPr>
          <p:nvPr/>
        </p:nvCxnSpPr>
        <p:spPr>
          <a:xfrm>
            <a:off x="6434998" y="5130486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00" name="Rectangle 25">
            <a:extLst>
              <a:ext uri="{FF2B5EF4-FFF2-40B4-BE49-F238E27FC236}">
                <a16:creationId xmlns:a16="http://schemas.microsoft.com/office/drawing/2014/main" id="{000905C8-74CC-BA0C-4DC7-BB67070B8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693" y="4820642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45" name="Rectangle 29">
            <a:extLst>
              <a:ext uri="{FF2B5EF4-FFF2-40B4-BE49-F238E27FC236}">
                <a16:creationId xmlns:a16="http://schemas.microsoft.com/office/drawing/2014/main" id="{DA695B3C-7D31-5095-89F3-84A1BF6D0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764" y="483175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46" name="Rectangle 29">
            <a:extLst>
              <a:ext uri="{FF2B5EF4-FFF2-40B4-BE49-F238E27FC236}">
                <a16:creationId xmlns:a16="http://schemas.microsoft.com/office/drawing/2014/main" id="{ACB7D650-387F-BCA8-01AA-D65FF2FB6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199" y="483135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47" name="Straight Arrow Connector 546">
            <a:extLst>
              <a:ext uri="{FF2B5EF4-FFF2-40B4-BE49-F238E27FC236}">
                <a16:creationId xmlns:a16="http://schemas.microsoft.com/office/drawing/2014/main" id="{A8268EE8-0708-5D28-369D-FACDEA7CCA5E}"/>
              </a:ext>
            </a:extLst>
          </p:cNvPr>
          <p:cNvCxnSpPr>
            <a:cxnSpLocks/>
            <a:stCxn id="545" idx="2"/>
            <a:endCxn id="475" idx="0"/>
          </p:cNvCxnSpPr>
          <p:nvPr/>
        </p:nvCxnSpPr>
        <p:spPr>
          <a:xfrm flipH="1">
            <a:off x="6434997" y="4861468"/>
            <a:ext cx="376767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D9D8CAD5-0A78-8964-BEB4-6807EB0DF068}"/>
              </a:ext>
            </a:extLst>
          </p:cNvPr>
          <p:cNvCxnSpPr>
            <a:cxnSpLocks/>
            <a:stCxn id="546" idx="6"/>
            <a:endCxn id="355" idx="0"/>
          </p:cNvCxnSpPr>
          <p:nvPr/>
        </p:nvCxnSpPr>
        <p:spPr>
          <a:xfrm>
            <a:off x="7353280" y="4861066"/>
            <a:ext cx="368284" cy="827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84" name="Rectangle 135">
            <a:extLst>
              <a:ext uri="{FF2B5EF4-FFF2-40B4-BE49-F238E27FC236}">
                <a16:creationId xmlns:a16="http://schemas.microsoft.com/office/drawing/2014/main" id="{124A2F4B-19B7-56B6-F8F0-3E987D60F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6446" y="4907581"/>
            <a:ext cx="62031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585" name="Rectangle 25">
            <a:extLst>
              <a:ext uri="{FF2B5EF4-FFF2-40B4-BE49-F238E27FC236}">
                <a16:creationId xmlns:a16="http://schemas.microsoft.com/office/drawing/2014/main" id="{FD34229D-EA62-D438-D213-5C389B2E9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6982" y="5540558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86" name="Rectangle 29">
            <a:extLst>
              <a:ext uri="{FF2B5EF4-FFF2-40B4-BE49-F238E27FC236}">
                <a16:creationId xmlns:a16="http://schemas.microsoft.com/office/drawing/2014/main" id="{34C1CF43-DA33-C9B4-0985-7304A9BC9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1052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87" name="Rectangle 29">
            <a:extLst>
              <a:ext uri="{FF2B5EF4-FFF2-40B4-BE49-F238E27FC236}">
                <a16:creationId xmlns:a16="http://schemas.microsoft.com/office/drawing/2014/main" id="{D8081BB4-7D33-E524-C0B2-CFE66959A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973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88" name="Straight Arrow Connector 587">
            <a:extLst>
              <a:ext uri="{FF2B5EF4-FFF2-40B4-BE49-F238E27FC236}">
                <a16:creationId xmlns:a16="http://schemas.microsoft.com/office/drawing/2014/main" id="{50D04258-3AC4-5FE8-122F-CEC693BD18FC}"/>
              </a:ext>
            </a:extLst>
          </p:cNvPr>
          <p:cNvCxnSpPr>
            <a:cxnSpLocks/>
            <a:stCxn id="586" idx="2"/>
            <a:endCxn id="739" idx="0"/>
          </p:cNvCxnSpPr>
          <p:nvPr/>
        </p:nvCxnSpPr>
        <p:spPr>
          <a:xfrm flipH="1">
            <a:off x="4565182" y="5581382"/>
            <a:ext cx="375871" cy="9437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603" name="Straight Arrow Connector 602">
            <a:extLst>
              <a:ext uri="{FF2B5EF4-FFF2-40B4-BE49-F238E27FC236}">
                <a16:creationId xmlns:a16="http://schemas.microsoft.com/office/drawing/2014/main" id="{8E4ED32D-B0CB-5C4B-871D-6B529C4BFE2B}"/>
              </a:ext>
            </a:extLst>
          </p:cNvPr>
          <p:cNvCxnSpPr>
            <a:cxnSpLocks/>
            <a:stCxn id="587" idx="6"/>
            <a:endCxn id="296" idx="0"/>
          </p:cNvCxnSpPr>
          <p:nvPr/>
        </p:nvCxnSpPr>
        <p:spPr>
          <a:xfrm>
            <a:off x="5468056" y="5581383"/>
            <a:ext cx="406520" cy="90774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635" name="Rectangle 135">
            <a:extLst>
              <a:ext uri="{FF2B5EF4-FFF2-40B4-BE49-F238E27FC236}">
                <a16:creationId xmlns:a16="http://schemas.microsoft.com/office/drawing/2014/main" id="{F9F056CA-B06E-6480-5587-2AD137133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7350" y="5224423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636" name="Rectangle 25">
            <a:extLst>
              <a:ext uri="{FF2B5EF4-FFF2-40B4-BE49-F238E27FC236}">
                <a16:creationId xmlns:a16="http://schemas.microsoft.com/office/drawing/2014/main" id="{059402D2-22D3-EA90-5D14-7824826AD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576" y="5547151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37" name="Rectangle 29">
            <a:extLst>
              <a:ext uri="{FF2B5EF4-FFF2-40B4-BE49-F238E27FC236}">
                <a16:creationId xmlns:a16="http://schemas.microsoft.com/office/drawing/2014/main" id="{228C5E4D-997A-F4A6-76B2-87FCA8008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648" y="555826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639" name="Rectangle 29">
            <a:extLst>
              <a:ext uri="{FF2B5EF4-FFF2-40B4-BE49-F238E27FC236}">
                <a16:creationId xmlns:a16="http://schemas.microsoft.com/office/drawing/2014/main" id="{A2C47C8C-4438-9CEB-83E3-DF8DA8A73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729" y="556444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717" name="Straight Arrow Connector 716">
            <a:extLst>
              <a:ext uri="{FF2B5EF4-FFF2-40B4-BE49-F238E27FC236}">
                <a16:creationId xmlns:a16="http://schemas.microsoft.com/office/drawing/2014/main" id="{A1ED9C9F-6518-1678-7B7C-D7F7114CBE55}"/>
              </a:ext>
            </a:extLst>
          </p:cNvPr>
          <p:cNvCxnSpPr>
            <a:cxnSpLocks/>
            <a:stCxn id="637" idx="2"/>
            <a:endCxn id="335" idx="0"/>
          </p:cNvCxnSpPr>
          <p:nvPr/>
        </p:nvCxnSpPr>
        <p:spPr>
          <a:xfrm flipH="1">
            <a:off x="6439295" y="5587976"/>
            <a:ext cx="372353" cy="8418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18" name="Straight Arrow Connector 717">
            <a:extLst>
              <a:ext uri="{FF2B5EF4-FFF2-40B4-BE49-F238E27FC236}">
                <a16:creationId xmlns:a16="http://schemas.microsoft.com/office/drawing/2014/main" id="{0C3A00BA-9769-3EA0-5CA7-18540A30DE22}"/>
              </a:ext>
            </a:extLst>
          </p:cNvPr>
          <p:cNvCxnSpPr>
            <a:cxnSpLocks/>
            <a:stCxn id="639" idx="6"/>
            <a:endCxn id="760" idx="0"/>
          </p:cNvCxnSpPr>
          <p:nvPr/>
        </p:nvCxnSpPr>
        <p:spPr>
          <a:xfrm>
            <a:off x="7353811" y="5594155"/>
            <a:ext cx="373334" cy="7902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19" name="Rectangle 135">
            <a:extLst>
              <a:ext uri="{FF2B5EF4-FFF2-40B4-BE49-F238E27FC236}">
                <a16:creationId xmlns:a16="http://schemas.microsoft.com/office/drawing/2014/main" id="{AA90C955-9E78-61B2-C38D-71B29774E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7944" y="5231016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720" name="Straight Arrow Connector 719">
            <a:extLst>
              <a:ext uri="{FF2B5EF4-FFF2-40B4-BE49-F238E27FC236}">
                <a16:creationId xmlns:a16="http://schemas.microsoft.com/office/drawing/2014/main" id="{A5EF2721-179F-A0A0-6892-371EFF9BFC1D}"/>
              </a:ext>
            </a:extLst>
          </p:cNvPr>
          <p:cNvCxnSpPr>
            <a:cxnSpLocks/>
            <a:stCxn id="1018" idx="2"/>
            <a:endCxn id="373" idx="0"/>
          </p:cNvCxnSpPr>
          <p:nvPr/>
        </p:nvCxnSpPr>
        <p:spPr>
          <a:xfrm flipH="1">
            <a:off x="8283796" y="3668541"/>
            <a:ext cx="7659" cy="200463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1" name="Straight Arrow Connector 720">
            <a:extLst>
              <a:ext uri="{FF2B5EF4-FFF2-40B4-BE49-F238E27FC236}">
                <a16:creationId xmlns:a16="http://schemas.microsoft.com/office/drawing/2014/main" id="{397E86C8-4752-2339-BEF5-00911DE7CEB3}"/>
              </a:ext>
            </a:extLst>
          </p:cNvPr>
          <p:cNvCxnSpPr>
            <a:cxnSpLocks/>
            <a:stCxn id="991" idx="2"/>
            <a:endCxn id="46" idx="0"/>
          </p:cNvCxnSpPr>
          <p:nvPr/>
        </p:nvCxnSpPr>
        <p:spPr>
          <a:xfrm>
            <a:off x="3990712" y="3673393"/>
            <a:ext cx="3027" cy="2002362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3" name="Straight Arrow Connector 722">
            <a:extLst>
              <a:ext uri="{FF2B5EF4-FFF2-40B4-BE49-F238E27FC236}">
                <a16:creationId xmlns:a16="http://schemas.microsoft.com/office/drawing/2014/main" id="{43D44770-FABE-B98F-78ED-04983549E874}"/>
              </a:ext>
            </a:extLst>
          </p:cNvPr>
          <p:cNvCxnSpPr>
            <a:cxnSpLocks/>
            <a:stCxn id="1265" idx="2"/>
            <a:endCxn id="252" idx="0"/>
          </p:cNvCxnSpPr>
          <p:nvPr/>
        </p:nvCxnSpPr>
        <p:spPr>
          <a:xfrm>
            <a:off x="4555459" y="3674969"/>
            <a:ext cx="4142" cy="127141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4" name="Straight Arrow Connector 723">
            <a:extLst>
              <a:ext uri="{FF2B5EF4-FFF2-40B4-BE49-F238E27FC236}">
                <a16:creationId xmlns:a16="http://schemas.microsoft.com/office/drawing/2014/main" id="{EDCAC9F5-D615-94FD-485C-5B0B6FED0583}"/>
              </a:ext>
            </a:extLst>
          </p:cNvPr>
          <p:cNvCxnSpPr>
            <a:cxnSpLocks/>
            <a:stCxn id="1278" idx="2"/>
            <a:endCxn id="355" idx="0"/>
          </p:cNvCxnSpPr>
          <p:nvPr/>
        </p:nvCxnSpPr>
        <p:spPr>
          <a:xfrm>
            <a:off x="7710633" y="3671843"/>
            <a:ext cx="10931" cy="1271955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25" name="Rectangle 135">
            <a:extLst>
              <a:ext uri="{FF2B5EF4-FFF2-40B4-BE49-F238E27FC236}">
                <a16:creationId xmlns:a16="http://schemas.microsoft.com/office/drawing/2014/main" id="{D5416ACD-71A7-15D5-0451-3101742F1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9786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ROADM2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6" name="Rectangle 135">
            <a:extLst>
              <a:ext uri="{FF2B5EF4-FFF2-40B4-BE49-F238E27FC236}">
                <a16:creationId xmlns:a16="http://schemas.microsoft.com/office/drawing/2014/main" id="{BEEA37B5-D848-D43F-4CF3-497B1B776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5234" y="454479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ROADM3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7" name="Rectangle 135">
            <a:extLst>
              <a:ext uri="{FF2B5EF4-FFF2-40B4-BE49-F238E27FC236}">
                <a16:creationId xmlns:a16="http://schemas.microsoft.com/office/drawing/2014/main" id="{054D339F-0D59-E6BC-F4B5-089A4ECFB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4533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ROADM1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738" name="Group 737">
            <a:extLst>
              <a:ext uri="{FF2B5EF4-FFF2-40B4-BE49-F238E27FC236}">
                <a16:creationId xmlns:a16="http://schemas.microsoft.com/office/drawing/2014/main" id="{784EE38F-5D42-F294-4172-728FF6F39C27}"/>
              </a:ext>
            </a:extLst>
          </p:cNvPr>
          <p:cNvGrpSpPr/>
          <p:nvPr/>
        </p:nvGrpSpPr>
        <p:grpSpPr>
          <a:xfrm>
            <a:off x="4427041" y="5675756"/>
            <a:ext cx="276281" cy="173735"/>
            <a:chOff x="3417117" y="2447654"/>
            <a:chExt cx="362556" cy="227987"/>
          </a:xfrm>
        </p:grpSpPr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1C3E650A-5786-CDF2-B07D-EE37902E4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40" name="Oval 739">
              <a:extLst>
                <a:ext uri="{FF2B5EF4-FFF2-40B4-BE49-F238E27FC236}">
                  <a16:creationId xmlns:a16="http://schemas.microsoft.com/office/drawing/2014/main" id="{7CF35287-21EF-99A4-AFD0-C3C9E6B336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4" name="Trapezoid 157">
              <a:extLst>
                <a:ext uri="{FF2B5EF4-FFF2-40B4-BE49-F238E27FC236}">
                  <a16:creationId xmlns:a16="http://schemas.microsoft.com/office/drawing/2014/main" id="{9AFAA536-DEA2-8368-F49B-56B64D406772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758" name="Straight Arrow Connector 757">
            <a:extLst>
              <a:ext uri="{FF2B5EF4-FFF2-40B4-BE49-F238E27FC236}">
                <a16:creationId xmlns:a16="http://schemas.microsoft.com/office/drawing/2014/main" id="{37341BFA-CD6F-EA74-6D52-0731496EBC01}"/>
              </a:ext>
            </a:extLst>
          </p:cNvPr>
          <p:cNvCxnSpPr>
            <a:cxnSpLocks/>
          </p:cNvCxnSpPr>
          <p:nvPr/>
        </p:nvCxnSpPr>
        <p:spPr>
          <a:xfrm>
            <a:off x="7721564" y="5117533"/>
            <a:ext cx="21969" cy="917846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759" name="Group 758">
            <a:extLst>
              <a:ext uri="{FF2B5EF4-FFF2-40B4-BE49-F238E27FC236}">
                <a16:creationId xmlns:a16="http://schemas.microsoft.com/office/drawing/2014/main" id="{57370823-2821-31B1-CB39-9B417F69B410}"/>
              </a:ext>
            </a:extLst>
          </p:cNvPr>
          <p:cNvGrpSpPr/>
          <p:nvPr/>
        </p:nvGrpSpPr>
        <p:grpSpPr>
          <a:xfrm>
            <a:off x="7589004" y="5673174"/>
            <a:ext cx="276281" cy="173735"/>
            <a:chOff x="3417117" y="2447654"/>
            <a:chExt cx="362556" cy="227987"/>
          </a:xfrm>
        </p:grpSpPr>
        <p:sp>
          <p:nvSpPr>
            <p:cNvPr id="760" name="Rectangle 759">
              <a:extLst>
                <a:ext uri="{FF2B5EF4-FFF2-40B4-BE49-F238E27FC236}">
                  <a16:creationId xmlns:a16="http://schemas.microsoft.com/office/drawing/2014/main" id="{ED6C07EC-A6F4-AF2F-BF2C-45143A5F4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61" name="Oval 760">
              <a:extLst>
                <a:ext uri="{FF2B5EF4-FFF2-40B4-BE49-F238E27FC236}">
                  <a16:creationId xmlns:a16="http://schemas.microsoft.com/office/drawing/2014/main" id="{5E6059D4-6230-D076-559C-13210DC54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2" name="Trapezoid 450">
              <a:extLst>
                <a:ext uri="{FF2B5EF4-FFF2-40B4-BE49-F238E27FC236}">
                  <a16:creationId xmlns:a16="http://schemas.microsoft.com/office/drawing/2014/main" id="{0A53EA7A-E509-B396-DF5C-D6B4561F700D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63" name="Group 254">
            <a:extLst>
              <a:ext uri="{FF2B5EF4-FFF2-40B4-BE49-F238E27FC236}">
                <a16:creationId xmlns:a16="http://schemas.microsoft.com/office/drawing/2014/main" id="{EDA6021B-1EC1-C9EB-77C7-8DF84ED67DA9}"/>
              </a:ext>
            </a:extLst>
          </p:cNvPr>
          <p:cNvGrpSpPr>
            <a:grpSpLocks noChangeAspect="1"/>
          </p:cNvGrpSpPr>
          <p:nvPr/>
        </p:nvGrpSpPr>
        <p:grpSpPr>
          <a:xfrm>
            <a:off x="7582662" y="5307019"/>
            <a:ext cx="280226" cy="161260"/>
            <a:chOff x="8421867" y="1904979"/>
            <a:chExt cx="347879" cy="255573"/>
          </a:xfrm>
        </p:grpSpPr>
        <p:sp>
          <p:nvSpPr>
            <p:cNvPr id="764" name="Rectangle 60">
              <a:extLst>
                <a:ext uri="{FF2B5EF4-FFF2-40B4-BE49-F238E27FC236}">
                  <a16:creationId xmlns:a16="http://schemas.microsoft.com/office/drawing/2014/main" id="{518A8F86-B122-3139-8E7D-B0048ACEDB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766" name="Group 719">
              <a:extLst>
                <a:ext uri="{FF2B5EF4-FFF2-40B4-BE49-F238E27FC236}">
                  <a16:creationId xmlns:a16="http://schemas.microsoft.com/office/drawing/2014/main" id="{800AB40F-B538-B1E9-D17C-F5A22F06797A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768" name="Straight Connector 767">
                <a:extLst>
                  <a:ext uri="{FF2B5EF4-FFF2-40B4-BE49-F238E27FC236}">
                    <a16:creationId xmlns:a16="http://schemas.microsoft.com/office/drawing/2014/main" id="{E64B81F9-16C1-3ACF-FC54-E153FF51475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69" name="Straight Connector 768">
                <a:extLst>
                  <a:ext uri="{FF2B5EF4-FFF2-40B4-BE49-F238E27FC236}">
                    <a16:creationId xmlns:a16="http://schemas.microsoft.com/office/drawing/2014/main" id="{55D3144E-F3FA-E77C-25BA-4AD234A69E6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70" name="Straight Connector 769">
                <a:extLst>
                  <a:ext uri="{FF2B5EF4-FFF2-40B4-BE49-F238E27FC236}">
                    <a16:creationId xmlns:a16="http://schemas.microsoft.com/office/drawing/2014/main" id="{AC0120B0-186E-03A6-CABA-0EF85634489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04" name="Straight Connector 803">
                <a:extLst>
                  <a:ext uri="{FF2B5EF4-FFF2-40B4-BE49-F238E27FC236}">
                    <a16:creationId xmlns:a16="http://schemas.microsoft.com/office/drawing/2014/main" id="{A7E29D65-926A-0B55-06B9-0FC9F5C6BBF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767" name="Trapezoid 455">
              <a:extLst>
                <a:ext uri="{FF2B5EF4-FFF2-40B4-BE49-F238E27FC236}">
                  <a16:creationId xmlns:a16="http://schemas.microsoft.com/office/drawing/2014/main" id="{0DB7F94C-16E8-0BC3-F789-146967DBF15F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805" name="Straight Arrow Connector 804">
            <a:extLst>
              <a:ext uri="{FF2B5EF4-FFF2-40B4-BE49-F238E27FC236}">
                <a16:creationId xmlns:a16="http://schemas.microsoft.com/office/drawing/2014/main" id="{B20578E2-EA83-C5E8-517D-5BF5334D9449}"/>
              </a:ext>
            </a:extLst>
          </p:cNvPr>
          <p:cNvCxnSpPr>
            <a:cxnSpLocks/>
          </p:cNvCxnSpPr>
          <p:nvPr/>
        </p:nvCxnSpPr>
        <p:spPr>
          <a:xfrm>
            <a:off x="5870205" y="548021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06" name="Straight Arrow Connector 805">
            <a:extLst>
              <a:ext uri="{FF2B5EF4-FFF2-40B4-BE49-F238E27FC236}">
                <a16:creationId xmlns:a16="http://schemas.microsoft.com/office/drawing/2014/main" id="{9940E81E-1B45-2C05-A00D-B95C5A757307}"/>
              </a:ext>
            </a:extLst>
          </p:cNvPr>
          <p:cNvCxnSpPr>
            <a:cxnSpLocks/>
            <a:stCxn id="390" idx="2"/>
            <a:endCxn id="335" idx="0"/>
          </p:cNvCxnSpPr>
          <p:nvPr/>
        </p:nvCxnSpPr>
        <p:spPr>
          <a:xfrm>
            <a:off x="6436207" y="5481234"/>
            <a:ext cx="3087" cy="19092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15" name="Straight Arrow Connector 814">
            <a:extLst>
              <a:ext uri="{FF2B5EF4-FFF2-40B4-BE49-F238E27FC236}">
                <a16:creationId xmlns:a16="http://schemas.microsoft.com/office/drawing/2014/main" id="{514D09E2-F44B-7965-CD61-F60E6123113B}"/>
              </a:ext>
            </a:extLst>
          </p:cNvPr>
          <p:cNvCxnSpPr>
            <a:cxnSpLocks/>
            <a:stCxn id="1288" idx="2"/>
            <a:endCxn id="317" idx="0"/>
          </p:cNvCxnSpPr>
          <p:nvPr/>
        </p:nvCxnSpPr>
        <p:spPr>
          <a:xfrm>
            <a:off x="5868332" y="3673393"/>
            <a:ext cx="660" cy="126938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77" name="Straight Arrow Connector 876">
            <a:extLst>
              <a:ext uri="{FF2B5EF4-FFF2-40B4-BE49-F238E27FC236}">
                <a16:creationId xmlns:a16="http://schemas.microsoft.com/office/drawing/2014/main" id="{C9FADBA9-00DC-31E3-0A58-CCB9FE3B3706}"/>
              </a:ext>
            </a:extLst>
          </p:cNvPr>
          <p:cNvCxnSpPr>
            <a:cxnSpLocks/>
            <a:endCxn id="475" idx="0"/>
          </p:cNvCxnSpPr>
          <p:nvPr/>
        </p:nvCxnSpPr>
        <p:spPr>
          <a:xfrm>
            <a:off x="6434997" y="3673393"/>
            <a:ext cx="0" cy="128335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2" name="Rectangle 881">
            <a:extLst>
              <a:ext uri="{FF2B5EF4-FFF2-40B4-BE49-F238E27FC236}">
                <a16:creationId xmlns:a16="http://schemas.microsoft.com/office/drawing/2014/main" id="{02144224-61E8-0059-3535-69DF7F3C037A}"/>
              </a:ext>
            </a:extLst>
          </p:cNvPr>
          <p:cNvSpPr/>
          <p:nvPr/>
        </p:nvSpPr>
        <p:spPr>
          <a:xfrm>
            <a:off x="1580161" y="1457068"/>
            <a:ext cx="958020" cy="47947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883" name="Straight Arrow Connector 882">
            <a:extLst>
              <a:ext uri="{FF2B5EF4-FFF2-40B4-BE49-F238E27FC236}">
                <a16:creationId xmlns:a16="http://schemas.microsoft.com/office/drawing/2014/main" id="{219DDAF1-EC70-B148-BFB7-0BFF470734BC}"/>
              </a:ext>
            </a:extLst>
          </p:cNvPr>
          <p:cNvCxnSpPr>
            <a:cxnSpLocks/>
            <a:stCxn id="1050" idx="2"/>
            <a:endCxn id="899" idx="0"/>
          </p:cNvCxnSpPr>
          <p:nvPr/>
        </p:nvCxnSpPr>
        <p:spPr>
          <a:xfrm flipH="1">
            <a:off x="2289377" y="2284296"/>
            <a:ext cx="14150" cy="339259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4" name="Rectangle 135">
            <a:extLst>
              <a:ext uri="{FF2B5EF4-FFF2-40B4-BE49-F238E27FC236}">
                <a16:creationId xmlns:a16="http://schemas.microsoft.com/office/drawing/2014/main" id="{0C1F955A-CB9B-D202-0226-9F810DABB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6059926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srgbClr val="FF0000"/>
              </a:solidFill>
              <a:latin typeface="Calibri"/>
              <a:cs typeface="Arial" charset="0"/>
            </a:endParaRPr>
          </a:p>
        </p:txBody>
      </p:sp>
      <p:sp>
        <p:nvSpPr>
          <p:cNvPr id="885" name="Rectangle 135">
            <a:extLst>
              <a:ext uri="{FF2B5EF4-FFF2-40B4-BE49-F238E27FC236}">
                <a16:creationId xmlns:a16="http://schemas.microsoft.com/office/drawing/2014/main" id="{EBABE39E-3E8F-A305-4012-42CFC311F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67066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4B4B4B"/>
                </a:solidFill>
                <a:latin typeface="Calibri"/>
                <a:cs typeface="Arial" charset="0"/>
              </a:rPr>
              <a:t>OTS_MEDIA</a:t>
            </a:r>
            <a:endParaRPr lang="en-GB" sz="813" i="1" kern="0" dirty="0">
              <a:solidFill>
                <a:srgbClr val="4B4B4B"/>
              </a:solidFill>
              <a:latin typeface="Calibri"/>
              <a:cs typeface="Arial" charset="0"/>
            </a:endParaRPr>
          </a:p>
        </p:txBody>
      </p:sp>
      <p:sp>
        <p:nvSpPr>
          <p:cNvPr id="886" name="Rectangle 135">
            <a:extLst>
              <a:ext uri="{FF2B5EF4-FFF2-40B4-BE49-F238E27FC236}">
                <a16:creationId xmlns:a16="http://schemas.microsoft.com/office/drawing/2014/main" id="{094A5FFE-7303-217E-9CD4-20D199061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31601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7" name="Rectangle 135">
            <a:extLst>
              <a:ext uri="{FF2B5EF4-FFF2-40B4-BE49-F238E27FC236}">
                <a16:creationId xmlns:a16="http://schemas.microsoft.com/office/drawing/2014/main" id="{492E78CD-8118-04B3-0269-578C659D8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95662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OMS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8" name="Rectangle 135">
            <a:extLst>
              <a:ext uri="{FF2B5EF4-FFF2-40B4-BE49-F238E27FC236}">
                <a16:creationId xmlns:a16="http://schemas.microsoft.com/office/drawing/2014/main" id="{8EF32DB9-7B77-5939-F0B3-6933D3B5C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58294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9" name="Rectangle 135">
            <a:extLst>
              <a:ext uri="{FF2B5EF4-FFF2-40B4-BE49-F238E27FC236}">
                <a16:creationId xmlns:a16="http://schemas.microsoft.com/office/drawing/2014/main" id="{DE70EA57-70F7-BB75-7A8B-9BFD1861D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21546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0" name="Rectangle 135">
            <a:extLst>
              <a:ext uri="{FF2B5EF4-FFF2-40B4-BE49-F238E27FC236}">
                <a16:creationId xmlns:a16="http://schemas.microsoft.com/office/drawing/2014/main" id="{363D435F-F76C-F3E7-D924-87EF01A81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8928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1" name="Rectangle 135">
            <a:extLst>
              <a:ext uri="{FF2B5EF4-FFF2-40B4-BE49-F238E27FC236}">
                <a16:creationId xmlns:a16="http://schemas.microsoft.com/office/drawing/2014/main" id="{87077114-865E-229D-82FF-7917B9BFF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378518"/>
            <a:ext cx="564826" cy="37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</a:p>
          <a:p>
            <a:pPr algn="ctr" defTabSz="696721">
              <a:defRPr/>
            </a:pPr>
            <a:r>
              <a:rPr lang="pt-BR" sz="813" kern="0" dirty="0">
                <a:solidFill>
                  <a:srgbClr val="000000"/>
                </a:solidFill>
                <a:latin typeface="Calibri"/>
                <a:cs typeface="Arial" charset="0"/>
              </a:rPr>
              <a:t>(+OTSi  if O/E/O)</a:t>
            </a:r>
            <a:endParaRPr lang="en-GB" sz="813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2" name="Rectangle 60">
            <a:extLst>
              <a:ext uri="{FF2B5EF4-FFF2-40B4-BE49-F238E27FC236}">
                <a16:creationId xmlns:a16="http://schemas.microsoft.com/office/drawing/2014/main" id="{B242B1AE-568E-70FA-7B4C-DD4C3C78A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475" y="6040107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893" name="Group 719">
            <a:extLst>
              <a:ext uri="{FF2B5EF4-FFF2-40B4-BE49-F238E27FC236}">
                <a16:creationId xmlns:a16="http://schemas.microsoft.com/office/drawing/2014/main" id="{E8A3A98C-3A65-1D98-7156-68474D197C82}"/>
              </a:ext>
            </a:extLst>
          </p:cNvPr>
          <p:cNvGrpSpPr/>
          <p:nvPr/>
        </p:nvGrpSpPr>
        <p:grpSpPr>
          <a:xfrm>
            <a:off x="2203600" y="6041415"/>
            <a:ext cx="174014" cy="68682"/>
            <a:chOff x="8553742" y="2601251"/>
            <a:chExt cx="216024" cy="108852"/>
          </a:xfrm>
        </p:grpSpPr>
        <p:cxnSp>
          <p:nvCxnSpPr>
            <p:cNvPr id="894" name="Straight Connector 893">
              <a:extLst>
                <a:ext uri="{FF2B5EF4-FFF2-40B4-BE49-F238E27FC236}">
                  <a16:creationId xmlns:a16="http://schemas.microsoft.com/office/drawing/2014/main" id="{EDCEE85F-16BD-ED12-0572-0960A8430770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5" name="Straight Connector 894">
              <a:extLst>
                <a:ext uri="{FF2B5EF4-FFF2-40B4-BE49-F238E27FC236}">
                  <a16:creationId xmlns:a16="http://schemas.microsoft.com/office/drawing/2014/main" id="{862B2FE4-001E-58F9-0DB1-97F78F763115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6" name="Straight Connector 895">
              <a:extLst>
                <a:ext uri="{FF2B5EF4-FFF2-40B4-BE49-F238E27FC236}">
                  <a16:creationId xmlns:a16="http://schemas.microsoft.com/office/drawing/2014/main" id="{5EA65654-1E4A-A52A-BACF-3B9C4C347010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7" name="Straight Connector 896">
              <a:extLst>
                <a:ext uri="{FF2B5EF4-FFF2-40B4-BE49-F238E27FC236}">
                  <a16:creationId xmlns:a16="http://schemas.microsoft.com/office/drawing/2014/main" id="{5CBA23B5-2563-7E87-FE14-F593959B5E02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898" name="Trapezoid 409">
            <a:extLst>
              <a:ext uri="{FF2B5EF4-FFF2-40B4-BE49-F238E27FC236}">
                <a16:creationId xmlns:a16="http://schemas.microsoft.com/office/drawing/2014/main" id="{FBA1837E-1AEA-D9B1-4750-F0189A3CDAF4}"/>
              </a:ext>
            </a:extLst>
          </p:cNvPr>
          <p:cNvSpPr/>
          <p:nvPr/>
        </p:nvSpPr>
        <p:spPr>
          <a:xfrm rot="10800000">
            <a:off x="2185042" y="6110113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0D3BCE10-2D75-3D0C-121F-D57C82E8A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1236" y="5676886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00" name="Oval 899">
            <a:extLst>
              <a:ext uri="{FF2B5EF4-FFF2-40B4-BE49-F238E27FC236}">
                <a16:creationId xmlns:a16="http://schemas.microsoft.com/office/drawing/2014/main" id="{88D308E8-0C9C-831D-25D2-661CA99DC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557" y="5720136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" name="Trapezoid 412">
            <a:extLst>
              <a:ext uri="{FF2B5EF4-FFF2-40B4-BE49-F238E27FC236}">
                <a16:creationId xmlns:a16="http://schemas.microsoft.com/office/drawing/2014/main" id="{A54CBAC6-E789-13DA-E997-52EFB1E15575}"/>
              </a:ext>
            </a:extLst>
          </p:cNvPr>
          <p:cNvSpPr/>
          <p:nvPr/>
        </p:nvSpPr>
        <p:spPr>
          <a:xfrm rot="10800000">
            <a:off x="2187052" y="5777415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02" name="Straight Arrow Connector 901">
            <a:extLst>
              <a:ext uri="{FF2B5EF4-FFF2-40B4-BE49-F238E27FC236}">
                <a16:creationId xmlns:a16="http://schemas.microsoft.com/office/drawing/2014/main" id="{0DD99D21-0913-1FF4-2146-F039914CCE21}"/>
              </a:ext>
            </a:extLst>
          </p:cNvPr>
          <p:cNvCxnSpPr>
            <a:cxnSpLocks/>
            <a:stCxn id="899" idx="2"/>
            <a:endCxn id="892" idx="0"/>
          </p:cNvCxnSpPr>
          <p:nvPr/>
        </p:nvCxnSpPr>
        <p:spPr>
          <a:xfrm>
            <a:off x="2289377" y="585062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03" name="Straight Arrow Connector 902">
            <a:extLst>
              <a:ext uri="{FF2B5EF4-FFF2-40B4-BE49-F238E27FC236}">
                <a16:creationId xmlns:a16="http://schemas.microsoft.com/office/drawing/2014/main" id="{EA11DEFA-596F-663D-53E6-EAB98129D318}"/>
              </a:ext>
            </a:extLst>
          </p:cNvPr>
          <p:cNvCxnSpPr>
            <a:cxnSpLocks/>
            <a:stCxn id="1229" idx="1"/>
            <a:endCxn id="892" idx="3"/>
          </p:cNvCxnSpPr>
          <p:nvPr/>
        </p:nvCxnSpPr>
        <p:spPr>
          <a:xfrm flipH="1">
            <a:off x="2430701" y="6120618"/>
            <a:ext cx="583005" cy="12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04" name="Rectangle 60">
            <a:extLst>
              <a:ext uri="{FF2B5EF4-FFF2-40B4-BE49-F238E27FC236}">
                <a16:creationId xmlns:a16="http://schemas.microsoft.com/office/drawing/2014/main" id="{1A4EF7B4-C692-B945-8119-A0CD4E0CE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263" y="4551621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05" name="Group 719">
            <a:extLst>
              <a:ext uri="{FF2B5EF4-FFF2-40B4-BE49-F238E27FC236}">
                <a16:creationId xmlns:a16="http://schemas.microsoft.com/office/drawing/2014/main" id="{9C28C3AA-3DAD-2711-E4EA-22F1B89FE575}"/>
              </a:ext>
            </a:extLst>
          </p:cNvPr>
          <p:cNvGrpSpPr/>
          <p:nvPr/>
        </p:nvGrpSpPr>
        <p:grpSpPr>
          <a:xfrm>
            <a:off x="2202388" y="4552930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06" name="Straight Connector 905">
              <a:extLst>
                <a:ext uri="{FF2B5EF4-FFF2-40B4-BE49-F238E27FC236}">
                  <a16:creationId xmlns:a16="http://schemas.microsoft.com/office/drawing/2014/main" id="{43DA588E-746F-4CE4-9038-70ED3CA2DA7A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7" name="Straight Connector 906">
              <a:extLst>
                <a:ext uri="{FF2B5EF4-FFF2-40B4-BE49-F238E27FC236}">
                  <a16:creationId xmlns:a16="http://schemas.microsoft.com/office/drawing/2014/main" id="{CB0C29DE-A569-E9C4-2D35-4C425816DEA8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8" name="Straight Connector 907">
              <a:extLst>
                <a:ext uri="{FF2B5EF4-FFF2-40B4-BE49-F238E27FC236}">
                  <a16:creationId xmlns:a16="http://schemas.microsoft.com/office/drawing/2014/main" id="{9B0CE0FD-47EB-D192-BEED-4DEF1BF05442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9" name="Straight Connector 908">
              <a:extLst>
                <a:ext uri="{FF2B5EF4-FFF2-40B4-BE49-F238E27FC236}">
                  <a16:creationId xmlns:a16="http://schemas.microsoft.com/office/drawing/2014/main" id="{E4B435AA-96B6-8CBB-E679-84F70486E64B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10" name="Trapezoid 426">
            <a:extLst>
              <a:ext uri="{FF2B5EF4-FFF2-40B4-BE49-F238E27FC236}">
                <a16:creationId xmlns:a16="http://schemas.microsoft.com/office/drawing/2014/main" id="{B2304752-1995-E958-7C17-9638F7AA09F5}"/>
              </a:ext>
            </a:extLst>
          </p:cNvPr>
          <p:cNvSpPr/>
          <p:nvPr/>
        </p:nvSpPr>
        <p:spPr>
          <a:xfrm rot="10800000">
            <a:off x="2183831" y="4621627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1" name="Rectangle 910">
            <a:extLst>
              <a:ext uri="{FF2B5EF4-FFF2-40B4-BE49-F238E27FC236}">
                <a16:creationId xmlns:a16="http://schemas.microsoft.com/office/drawing/2014/main" id="{4EDC339E-0764-AC94-3DA2-4EC640C00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024" y="4188400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12" name="Oval 911">
            <a:extLst>
              <a:ext uri="{FF2B5EF4-FFF2-40B4-BE49-F238E27FC236}">
                <a16:creationId xmlns:a16="http://schemas.microsoft.com/office/drawing/2014/main" id="{5F15A9CD-C457-DE46-9FF4-3C27627E8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346" y="4231648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3" name="Trapezoid 429">
            <a:extLst>
              <a:ext uri="{FF2B5EF4-FFF2-40B4-BE49-F238E27FC236}">
                <a16:creationId xmlns:a16="http://schemas.microsoft.com/office/drawing/2014/main" id="{A711ECBF-4B1E-AF98-2EBE-12659545A37F}"/>
              </a:ext>
            </a:extLst>
          </p:cNvPr>
          <p:cNvSpPr/>
          <p:nvPr/>
        </p:nvSpPr>
        <p:spPr>
          <a:xfrm rot="10800000">
            <a:off x="2185841" y="4288928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14" name="Straight Arrow Connector 913">
            <a:extLst>
              <a:ext uri="{FF2B5EF4-FFF2-40B4-BE49-F238E27FC236}">
                <a16:creationId xmlns:a16="http://schemas.microsoft.com/office/drawing/2014/main" id="{6D36083B-D524-83A3-19BC-028E90450F54}"/>
              </a:ext>
            </a:extLst>
          </p:cNvPr>
          <p:cNvCxnSpPr>
            <a:cxnSpLocks/>
            <a:stCxn id="911" idx="2"/>
            <a:endCxn id="904" idx="0"/>
          </p:cNvCxnSpPr>
          <p:nvPr/>
        </p:nvCxnSpPr>
        <p:spPr>
          <a:xfrm>
            <a:off x="2288165" y="4362134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75000"/>
              </a:srgbClr>
            </a:solidFill>
            <a:prstDash val="solid"/>
            <a:tailEnd type="none"/>
          </a:ln>
          <a:effectLst/>
        </p:spPr>
      </p:cxnSp>
      <p:sp>
        <p:nvSpPr>
          <p:cNvPr id="915" name="Rectangle 25">
            <a:extLst>
              <a:ext uri="{FF2B5EF4-FFF2-40B4-BE49-F238E27FC236}">
                <a16:creationId xmlns:a16="http://schemas.microsoft.com/office/drawing/2014/main" id="{3207B5A1-01D4-F452-5D31-A064BD62D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3397" y="5536928"/>
            <a:ext cx="399011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16" name="Rectangle 29">
            <a:extLst>
              <a:ext uri="{FF2B5EF4-FFF2-40B4-BE49-F238E27FC236}">
                <a16:creationId xmlns:a16="http://schemas.microsoft.com/office/drawing/2014/main" id="{B49C9AA5-3E13-764B-FC9D-FC1E03986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176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17" name="Rectangle 29">
            <a:extLst>
              <a:ext uri="{FF2B5EF4-FFF2-40B4-BE49-F238E27FC236}">
                <a16:creationId xmlns:a16="http://schemas.microsoft.com/office/drawing/2014/main" id="{58D0DACD-00C3-C235-2B12-A331DB77D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9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18" name="Straight Arrow Connector 917">
            <a:extLst>
              <a:ext uri="{FF2B5EF4-FFF2-40B4-BE49-F238E27FC236}">
                <a16:creationId xmlns:a16="http://schemas.microsoft.com/office/drawing/2014/main" id="{AC603B1E-09F0-7104-13E7-147561B223D7}"/>
              </a:ext>
            </a:extLst>
          </p:cNvPr>
          <p:cNvCxnSpPr>
            <a:cxnSpLocks/>
            <a:stCxn id="916" idx="2"/>
            <a:endCxn id="899" idx="0"/>
          </p:cNvCxnSpPr>
          <p:nvPr/>
        </p:nvCxnSpPr>
        <p:spPr>
          <a:xfrm flipH="1">
            <a:off x="2289376" y="5577754"/>
            <a:ext cx="722799" cy="991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19" name="Rectangle 135">
            <a:extLst>
              <a:ext uri="{FF2B5EF4-FFF2-40B4-BE49-F238E27FC236}">
                <a16:creationId xmlns:a16="http://schemas.microsoft.com/office/drawing/2014/main" id="{AF76FA11-4BFA-6A22-435F-1D14C119D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0029" y="5321504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 </a:t>
            </a:r>
          </a:p>
        </p:txBody>
      </p:sp>
      <p:sp>
        <p:nvSpPr>
          <p:cNvPr id="920" name="Rectangle 135">
            <a:extLst>
              <a:ext uri="{FF2B5EF4-FFF2-40B4-BE49-F238E27FC236}">
                <a16:creationId xmlns:a16="http://schemas.microsoft.com/office/drawing/2014/main" id="{4BC15AA0-7869-32BC-3AF2-1DD291D84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6284" y="133195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Transceiver1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23" name="Oval 922">
            <a:extLst>
              <a:ext uri="{FF2B5EF4-FFF2-40B4-BE49-F238E27FC236}">
                <a16:creationId xmlns:a16="http://schemas.microsoft.com/office/drawing/2014/main" id="{FAD39C0A-D006-9865-1342-51BF89B6255E}"/>
              </a:ext>
            </a:extLst>
          </p:cNvPr>
          <p:cNvSpPr/>
          <p:nvPr/>
        </p:nvSpPr>
        <p:spPr>
          <a:xfrm>
            <a:off x="2657537" y="5837212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24" name="Straight Connector 923">
            <a:extLst>
              <a:ext uri="{FF2B5EF4-FFF2-40B4-BE49-F238E27FC236}">
                <a16:creationId xmlns:a16="http://schemas.microsoft.com/office/drawing/2014/main" id="{717664A8-44DF-58F6-B3AD-4123B4132C13}"/>
              </a:ext>
            </a:extLst>
          </p:cNvPr>
          <p:cNvCxnSpPr>
            <a:cxnSpLocks/>
            <a:stCxn id="923" idx="3"/>
            <a:endCxn id="892" idx="3"/>
          </p:cNvCxnSpPr>
          <p:nvPr/>
        </p:nvCxnSpPr>
        <p:spPr>
          <a:xfrm flipH="1">
            <a:off x="2430702" y="5949940"/>
            <a:ext cx="279377" cy="17079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25" name="Rectangle 924">
            <a:extLst>
              <a:ext uri="{FF2B5EF4-FFF2-40B4-BE49-F238E27FC236}">
                <a16:creationId xmlns:a16="http://schemas.microsoft.com/office/drawing/2014/main" id="{0E1C53A8-7602-438B-0F01-61110863512D}"/>
              </a:ext>
            </a:extLst>
          </p:cNvPr>
          <p:cNvSpPr/>
          <p:nvPr/>
        </p:nvSpPr>
        <p:spPr>
          <a:xfrm>
            <a:off x="9921024" y="1482587"/>
            <a:ext cx="958020" cy="4766255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26" name="Straight Arrow Connector 925">
            <a:extLst>
              <a:ext uri="{FF2B5EF4-FFF2-40B4-BE49-F238E27FC236}">
                <a16:creationId xmlns:a16="http://schemas.microsoft.com/office/drawing/2014/main" id="{1DE58F0D-A508-579C-D3C3-FDF28D73E062}"/>
              </a:ext>
            </a:extLst>
          </p:cNvPr>
          <p:cNvCxnSpPr>
            <a:cxnSpLocks/>
            <a:stCxn id="1078" idx="2"/>
            <a:endCxn id="934" idx="0"/>
          </p:cNvCxnSpPr>
          <p:nvPr/>
        </p:nvCxnSpPr>
        <p:spPr>
          <a:xfrm>
            <a:off x="10137097" y="2301766"/>
            <a:ext cx="21669" cy="336563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27" name="Rectangle 60">
            <a:extLst>
              <a:ext uri="{FF2B5EF4-FFF2-40B4-BE49-F238E27FC236}">
                <a16:creationId xmlns:a16="http://schemas.microsoft.com/office/drawing/2014/main" id="{6B397E16-5E76-5E12-004F-AA7598976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9865" y="6030624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28" name="Group 719">
            <a:extLst>
              <a:ext uri="{FF2B5EF4-FFF2-40B4-BE49-F238E27FC236}">
                <a16:creationId xmlns:a16="http://schemas.microsoft.com/office/drawing/2014/main" id="{1E2EC644-567E-8391-8789-732225EE7ED6}"/>
              </a:ext>
            </a:extLst>
          </p:cNvPr>
          <p:cNvGrpSpPr/>
          <p:nvPr/>
        </p:nvGrpSpPr>
        <p:grpSpPr>
          <a:xfrm>
            <a:off x="10072990" y="6031933"/>
            <a:ext cx="174014" cy="68682"/>
            <a:chOff x="8553742" y="2601251"/>
            <a:chExt cx="216024" cy="108852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78AFB248-BF50-FE8D-0418-BB2C0C6144CF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798A7DCE-F77D-C910-686C-D8D49B73F798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3DF1264B-610E-7E72-EB4D-81AC17436DC9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2" name="Straight Connector 931">
              <a:extLst>
                <a:ext uri="{FF2B5EF4-FFF2-40B4-BE49-F238E27FC236}">
                  <a16:creationId xmlns:a16="http://schemas.microsoft.com/office/drawing/2014/main" id="{1125CEE3-4D13-401F-F7D5-1050EABB3C30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933" name="Trapezoid 539">
            <a:extLst>
              <a:ext uri="{FF2B5EF4-FFF2-40B4-BE49-F238E27FC236}">
                <a16:creationId xmlns:a16="http://schemas.microsoft.com/office/drawing/2014/main" id="{F95AAEAB-944C-6D34-ABE0-0E6ED7099512}"/>
              </a:ext>
            </a:extLst>
          </p:cNvPr>
          <p:cNvSpPr/>
          <p:nvPr/>
        </p:nvSpPr>
        <p:spPr>
          <a:xfrm rot="10800000">
            <a:off x="10054432" y="6100630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4" name="Rectangle 933">
            <a:extLst>
              <a:ext uri="{FF2B5EF4-FFF2-40B4-BE49-F238E27FC236}">
                <a16:creationId xmlns:a16="http://schemas.microsoft.com/office/drawing/2014/main" id="{FFC57BCA-35A6-DEF9-8A2E-C52335C9F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0626" y="5667404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35" name="Oval 934">
            <a:extLst>
              <a:ext uri="{FF2B5EF4-FFF2-40B4-BE49-F238E27FC236}">
                <a16:creationId xmlns:a16="http://schemas.microsoft.com/office/drawing/2014/main" id="{800F3377-4578-203D-D5D5-F013E4CA2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5946" y="5710653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Trapezoid 542">
            <a:extLst>
              <a:ext uri="{FF2B5EF4-FFF2-40B4-BE49-F238E27FC236}">
                <a16:creationId xmlns:a16="http://schemas.microsoft.com/office/drawing/2014/main" id="{11B1DD48-894C-8F3C-5801-567F7B1BDFC8}"/>
              </a:ext>
            </a:extLst>
          </p:cNvPr>
          <p:cNvSpPr/>
          <p:nvPr/>
        </p:nvSpPr>
        <p:spPr>
          <a:xfrm rot="10800000">
            <a:off x="10056441" y="5767932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37" name="Straight Arrow Connector 936">
            <a:extLst>
              <a:ext uri="{FF2B5EF4-FFF2-40B4-BE49-F238E27FC236}">
                <a16:creationId xmlns:a16="http://schemas.microsoft.com/office/drawing/2014/main" id="{3993F8BF-038C-41A5-17C2-8AB704EB7452}"/>
              </a:ext>
            </a:extLst>
          </p:cNvPr>
          <p:cNvCxnSpPr>
            <a:cxnSpLocks/>
            <a:stCxn id="934" idx="2"/>
            <a:endCxn id="927" idx="0"/>
          </p:cNvCxnSpPr>
          <p:nvPr/>
        </p:nvCxnSpPr>
        <p:spPr>
          <a:xfrm>
            <a:off x="10158767" y="5841138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38" name="Rectangle 60">
            <a:extLst>
              <a:ext uri="{FF2B5EF4-FFF2-40B4-BE49-F238E27FC236}">
                <a16:creationId xmlns:a16="http://schemas.microsoft.com/office/drawing/2014/main" id="{47C38C97-BDA0-80FC-E05D-70BCF6563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943" y="4549149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39" name="Group 719">
            <a:extLst>
              <a:ext uri="{FF2B5EF4-FFF2-40B4-BE49-F238E27FC236}">
                <a16:creationId xmlns:a16="http://schemas.microsoft.com/office/drawing/2014/main" id="{212EF06A-F5DC-5FCE-1DC4-1B4CB6B7B00F}"/>
              </a:ext>
            </a:extLst>
          </p:cNvPr>
          <p:cNvGrpSpPr/>
          <p:nvPr/>
        </p:nvGrpSpPr>
        <p:grpSpPr>
          <a:xfrm>
            <a:off x="10081068" y="4550458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40" name="Straight Connector 939">
              <a:extLst>
                <a:ext uri="{FF2B5EF4-FFF2-40B4-BE49-F238E27FC236}">
                  <a16:creationId xmlns:a16="http://schemas.microsoft.com/office/drawing/2014/main" id="{DEBF659A-05C1-AB03-8ABF-EAADEBD596EF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D686A143-EB9E-C098-7C56-10094F935C13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2" name="Straight Connector 941">
              <a:extLst>
                <a:ext uri="{FF2B5EF4-FFF2-40B4-BE49-F238E27FC236}">
                  <a16:creationId xmlns:a16="http://schemas.microsoft.com/office/drawing/2014/main" id="{08EAB99C-FFF6-356D-8108-12C2DCAA6731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3" name="Straight Connector 942">
              <a:extLst>
                <a:ext uri="{FF2B5EF4-FFF2-40B4-BE49-F238E27FC236}">
                  <a16:creationId xmlns:a16="http://schemas.microsoft.com/office/drawing/2014/main" id="{425EADAF-69C1-7FF8-7EA3-C8516BD653B5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44" name="Trapezoid 566">
            <a:extLst>
              <a:ext uri="{FF2B5EF4-FFF2-40B4-BE49-F238E27FC236}">
                <a16:creationId xmlns:a16="http://schemas.microsoft.com/office/drawing/2014/main" id="{3E086CD1-F34F-3454-585B-7064204B21A9}"/>
              </a:ext>
            </a:extLst>
          </p:cNvPr>
          <p:cNvSpPr/>
          <p:nvPr/>
        </p:nvSpPr>
        <p:spPr>
          <a:xfrm rot="10800000">
            <a:off x="10062510" y="4619155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5" name="Rectangle 944">
            <a:extLst>
              <a:ext uri="{FF2B5EF4-FFF2-40B4-BE49-F238E27FC236}">
                <a16:creationId xmlns:a16="http://schemas.microsoft.com/office/drawing/2014/main" id="{370813C2-2797-3496-B09B-F6BD4236F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4" y="4185926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46" name="Oval 945">
            <a:extLst>
              <a:ext uri="{FF2B5EF4-FFF2-40B4-BE49-F238E27FC236}">
                <a16:creationId xmlns:a16="http://schemas.microsoft.com/office/drawing/2014/main" id="{9798217D-7D4C-252F-E221-5D7305809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4025" y="4229176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Trapezoid 571">
            <a:extLst>
              <a:ext uri="{FF2B5EF4-FFF2-40B4-BE49-F238E27FC236}">
                <a16:creationId xmlns:a16="http://schemas.microsoft.com/office/drawing/2014/main" id="{50A896EB-6668-26DD-48F8-4E15BADC5C4F}"/>
              </a:ext>
            </a:extLst>
          </p:cNvPr>
          <p:cNvSpPr/>
          <p:nvPr/>
        </p:nvSpPr>
        <p:spPr>
          <a:xfrm rot="10800000">
            <a:off x="10064521" y="4286454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Rectangle 25">
            <a:extLst>
              <a:ext uri="{FF2B5EF4-FFF2-40B4-BE49-F238E27FC236}">
                <a16:creationId xmlns:a16="http://schemas.microsoft.com/office/drawing/2014/main" id="{ECA05D9F-8351-D684-EC76-E4FFBAA91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947" y="5539327"/>
            <a:ext cx="370245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49" name="Rectangle 29">
            <a:extLst>
              <a:ext uri="{FF2B5EF4-FFF2-40B4-BE49-F238E27FC236}">
                <a16:creationId xmlns:a16="http://schemas.microsoft.com/office/drawing/2014/main" id="{1C27AEE6-2784-79E5-8426-18CB6574A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9390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50" name="Rectangle 29">
            <a:extLst>
              <a:ext uri="{FF2B5EF4-FFF2-40B4-BE49-F238E27FC236}">
                <a16:creationId xmlns:a16="http://schemas.microsoft.com/office/drawing/2014/main" id="{EE3DA6E8-C4B0-CC35-C964-094F71DB4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9375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51" name="Straight Arrow Connector 950">
            <a:extLst>
              <a:ext uri="{FF2B5EF4-FFF2-40B4-BE49-F238E27FC236}">
                <a16:creationId xmlns:a16="http://schemas.microsoft.com/office/drawing/2014/main" id="{E4EA1CB3-F229-51DD-0765-1CCD56F0F97A}"/>
              </a:ext>
            </a:extLst>
          </p:cNvPr>
          <p:cNvCxnSpPr>
            <a:cxnSpLocks/>
            <a:stCxn id="950" idx="6"/>
            <a:endCxn id="934" idx="0"/>
          </p:cNvCxnSpPr>
          <p:nvPr/>
        </p:nvCxnSpPr>
        <p:spPr>
          <a:xfrm>
            <a:off x="9354457" y="5580153"/>
            <a:ext cx="804309" cy="8725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52" name="Rectangle 135">
            <a:extLst>
              <a:ext uri="{FF2B5EF4-FFF2-40B4-BE49-F238E27FC236}">
                <a16:creationId xmlns:a16="http://schemas.microsoft.com/office/drawing/2014/main" id="{04AA3D41-DBBD-26CA-DED4-D83C083D4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848" y="5315778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</a:t>
            </a:r>
          </a:p>
        </p:txBody>
      </p:sp>
      <p:sp>
        <p:nvSpPr>
          <p:cNvPr id="953" name="Rectangle 135">
            <a:extLst>
              <a:ext uri="{FF2B5EF4-FFF2-40B4-BE49-F238E27FC236}">
                <a16:creationId xmlns:a16="http://schemas.microsoft.com/office/drawing/2014/main" id="{C542DDA7-C1AA-AD60-C598-C89C7D406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3016" y="1363872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Transceiver2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56" name="Oval 955">
            <a:extLst>
              <a:ext uri="{FF2B5EF4-FFF2-40B4-BE49-F238E27FC236}">
                <a16:creationId xmlns:a16="http://schemas.microsoft.com/office/drawing/2014/main" id="{24675E61-F29A-75DD-8A0D-30E0ABEF77F9}"/>
              </a:ext>
            </a:extLst>
          </p:cNvPr>
          <p:cNvSpPr/>
          <p:nvPr/>
        </p:nvSpPr>
        <p:spPr>
          <a:xfrm>
            <a:off x="9325649" y="5837038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57" name="Straight Connector 956">
            <a:extLst>
              <a:ext uri="{FF2B5EF4-FFF2-40B4-BE49-F238E27FC236}">
                <a16:creationId xmlns:a16="http://schemas.microsoft.com/office/drawing/2014/main" id="{034FEF16-D39A-8716-B77E-BF9BCDA8364F}"/>
              </a:ext>
            </a:extLst>
          </p:cNvPr>
          <p:cNvCxnSpPr>
            <a:cxnSpLocks/>
            <a:stCxn id="927" idx="1"/>
            <a:endCxn id="956" idx="5"/>
          </p:cNvCxnSpPr>
          <p:nvPr/>
        </p:nvCxnSpPr>
        <p:spPr>
          <a:xfrm flipH="1" flipV="1">
            <a:off x="9631883" y="5949766"/>
            <a:ext cx="387982" cy="161489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58" name="Straight Arrow Connector 957">
            <a:extLst>
              <a:ext uri="{FF2B5EF4-FFF2-40B4-BE49-F238E27FC236}">
                <a16:creationId xmlns:a16="http://schemas.microsoft.com/office/drawing/2014/main" id="{85678CFA-3402-57D0-D44F-AC5635892DA2}"/>
              </a:ext>
            </a:extLst>
          </p:cNvPr>
          <p:cNvCxnSpPr>
            <a:cxnSpLocks/>
            <a:stCxn id="38" idx="1"/>
            <a:endCxn id="1227" idx="3"/>
          </p:cNvCxnSpPr>
          <p:nvPr/>
        </p:nvCxnSpPr>
        <p:spPr>
          <a:xfrm flipH="1">
            <a:off x="3301457" y="6119607"/>
            <a:ext cx="553381" cy="180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59" name="Straight Arrow Connector 958">
            <a:extLst>
              <a:ext uri="{FF2B5EF4-FFF2-40B4-BE49-F238E27FC236}">
                <a16:creationId xmlns:a16="http://schemas.microsoft.com/office/drawing/2014/main" id="{036AC449-9578-1FAA-3A36-C8A2AAF32A3E}"/>
              </a:ext>
            </a:extLst>
          </p:cNvPr>
          <p:cNvCxnSpPr>
            <a:cxnSpLocks/>
            <a:stCxn id="373" idx="0"/>
            <a:endCxn id="949" idx="2"/>
          </p:cNvCxnSpPr>
          <p:nvPr/>
        </p:nvCxnSpPr>
        <p:spPr>
          <a:xfrm flipV="1">
            <a:off x="8283796" y="5580153"/>
            <a:ext cx="755595" cy="9302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990" name="Group 989">
            <a:extLst>
              <a:ext uri="{FF2B5EF4-FFF2-40B4-BE49-F238E27FC236}">
                <a16:creationId xmlns:a16="http://schemas.microsoft.com/office/drawing/2014/main" id="{E53BAF36-B5C9-B0EB-107D-3171D03FEFB1}"/>
              </a:ext>
            </a:extLst>
          </p:cNvPr>
          <p:cNvGrpSpPr/>
          <p:nvPr/>
        </p:nvGrpSpPr>
        <p:grpSpPr>
          <a:xfrm>
            <a:off x="3852572" y="3499658"/>
            <a:ext cx="276281" cy="173735"/>
            <a:chOff x="3417117" y="2447654"/>
            <a:chExt cx="362556" cy="227987"/>
          </a:xfrm>
        </p:grpSpPr>
        <p:sp>
          <p:nvSpPr>
            <p:cNvPr id="991" name="Rectangle 990">
              <a:extLst>
                <a:ext uri="{FF2B5EF4-FFF2-40B4-BE49-F238E27FC236}">
                  <a16:creationId xmlns:a16="http://schemas.microsoft.com/office/drawing/2014/main" id="{1F0E7622-6AAD-C62D-C696-7E889A30D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992" name="Oval 991">
              <a:extLst>
                <a:ext uri="{FF2B5EF4-FFF2-40B4-BE49-F238E27FC236}">
                  <a16:creationId xmlns:a16="http://schemas.microsoft.com/office/drawing/2014/main" id="{E1C31FAD-3EDE-72B4-5EEF-6E20D776A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93" name="Trapezoid 613">
              <a:extLst>
                <a:ext uri="{FF2B5EF4-FFF2-40B4-BE49-F238E27FC236}">
                  <a16:creationId xmlns:a16="http://schemas.microsoft.com/office/drawing/2014/main" id="{F8B12297-9EB4-BBB6-2079-61E0E5EBE5A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994" name="Straight Arrow Connector 993">
            <a:extLst>
              <a:ext uri="{FF2B5EF4-FFF2-40B4-BE49-F238E27FC236}">
                <a16:creationId xmlns:a16="http://schemas.microsoft.com/office/drawing/2014/main" id="{BE7802CA-12F1-B380-88E6-3D50FA395862}"/>
              </a:ext>
            </a:extLst>
          </p:cNvPr>
          <p:cNvCxnSpPr>
            <a:cxnSpLocks/>
            <a:endCxn id="991" idx="3"/>
          </p:cNvCxnSpPr>
          <p:nvPr/>
        </p:nvCxnSpPr>
        <p:spPr>
          <a:xfrm flipH="1" flipV="1">
            <a:off x="412885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995" name="Group 254">
            <a:extLst>
              <a:ext uri="{FF2B5EF4-FFF2-40B4-BE49-F238E27FC236}">
                <a16:creationId xmlns:a16="http://schemas.microsoft.com/office/drawing/2014/main" id="{2688F654-2DA0-1D06-3D57-40CF131CE19A}"/>
              </a:ext>
            </a:extLst>
          </p:cNvPr>
          <p:cNvGrpSpPr>
            <a:grpSpLocks noChangeAspect="1"/>
          </p:cNvGrpSpPr>
          <p:nvPr/>
        </p:nvGrpSpPr>
        <p:grpSpPr>
          <a:xfrm>
            <a:off x="3849256" y="3867267"/>
            <a:ext cx="280226" cy="161260"/>
            <a:chOff x="8421867" y="1904979"/>
            <a:chExt cx="347879" cy="255573"/>
          </a:xfrm>
        </p:grpSpPr>
        <p:sp>
          <p:nvSpPr>
            <p:cNvPr id="996" name="Rectangle 60">
              <a:extLst>
                <a:ext uri="{FF2B5EF4-FFF2-40B4-BE49-F238E27FC236}">
                  <a16:creationId xmlns:a16="http://schemas.microsoft.com/office/drawing/2014/main" id="{7D4C8563-87B8-E8BC-1C1E-91CB1DE212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997" name="Group 719">
              <a:extLst>
                <a:ext uri="{FF2B5EF4-FFF2-40B4-BE49-F238E27FC236}">
                  <a16:creationId xmlns:a16="http://schemas.microsoft.com/office/drawing/2014/main" id="{598DB8A4-2BE7-128D-3164-FED00CF5919B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999" name="Straight Connector 998">
                <a:extLst>
                  <a:ext uri="{FF2B5EF4-FFF2-40B4-BE49-F238E27FC236}">
                    <a16:creationId xmlns:a16="http://schemas.microsoft.com/office/drawing/2014/main" id="{C4F9E5F3-81A6-F754-0D44-C89D1993D9A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0" name="Straight Connector 999">
                <a:extLst>
                  <a:ext uri="{FF2B5EF4-FFF2-40B4-BE49-F238E27FC236}">
                    <a16:creationId xmlns:a16="http://schemas.microsoft.com/office/drawing/2014/main" id="{F880435D-6DFE-D2AE-427B-B6860A04BE3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1" name="Straight Connector 1000">
                <a:extLst>
                  <a:ext uri="{FF2B5EF4-FFF2-40B4-BE49-F238E27FC236}">
                    <a16:creationId xmlns:a16="http://schemas.microsoft.com/office/drawing/2014/main" id="{E82D1D07-CB76-1788-2E1B-53FA6AD6126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2" name="Straight Connector 1001">
                <a:extLst>
                  <a:ext uri="{FF2B5EF4-FFF2-40B4-BE49-F238E27FC236}">
                    <a16:creationId xmlns:a16="http://schemas.microsoft.com/office/drawing/2014/main" id="{5DA6BB92-183A-8EAD-FE2C-B84F2D26BD0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998" name="Trapezoid 136">
              <a:extLst>
                <a:ext uri="{FF2B5EF4-FFF2-40B4-BE49-F238E27FC236}">
                  <a16:creationId xmlns:a16="http://schemas.microsoft.com/office/drawing/2014/main" id="{F0BB4488-F970-B427-864E-330F9068416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15" name="Rectangle 135">
            <a:extLst>
              <a:ext uri="{FF2B5EF4-FFF2-40B4-BE49-F238E27FC236}">
                <a16:creationId xmlns:a16="http://schemas.microsoft.com/office/drawing/2014/main" id="{AA4C1122-6AB8-1BC3-7898-313B770A1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82" y="31354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17" name="Group 1016">
            <a:extLst>
              <a:ext uri="{FF2B5EF4-FFF2-40B4-BE49-F238E27FC236}">
                <a16:creationId xmlns:a16="http://schemas.microsoft.com/office/drawing/2014/main" id="{C2E2C323-A21F-7883-2FEF-B47F20CB6093}"/>
              </a:ext>
            </a:extLst>
          </p:cNvPr>
          <p:cNvGrpSpPr/>
          <p:nvPr/>
        </p:nvGrpSpPr>
        <p:grpSpPr>
          <a:xfrm>
            <a:off x="8153313" y="3494806"/>
            <a:ext cx="276281" cy="173735"/>
            <a:chOff x="3417117" y="2447654"/>
            <a:chExt cx="362556" cy="227987"/>
          </a:xfrm>
        </p:grpSpPr>
        <p:sp>
          <p:nvSpPr>
            <p:cNvPr id="1018" name="Rectangle 1017">
              <a:extLst>
                <a:ext uri="{FF2B5EF4-FFF2-40B4-BE49-F238E27FC236}">
                  <a16:creationId xmlns:a16="http://schemas.microsoft.com/office/drawing/2014/main" id="{D1F98CE7-53C0-C043-6C3C-116AAD733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019" name="Oval 1018">
              <a:extLst>
                <a:ext uri="{FF2B5EF4-FFF2-40B4-BE49-F238E27FC236}">
                  <a16:creationId xmlns:a16="http://schemas.microsoft.com/office/drawing/2014/main" id="{3E5FBFDB-DD69-A02D-441C-F4259FD7C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0" name="Trapezoid 661">
              <a:extLst>
                <a:ext uri="{FF2B5EF4-FFF2-40B4-BE49-F238E27FC236}">
                  <a16:creationId xmlns:a16="http://schemas.microsoft.com/office/drawing/2014/main" id="{91462183-1166-514C-66B3-C094D84B657E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A2852D81-8A8E-C231-65A9-F94E2E0F28FD}"/>
              </a:ext>
            </a:extLst>
          </p:cNvPr>
          <p:cNvGrpSpPr>
            <a:grpSpLocks noChangeAspect="1"/>
          </p:cNvGrpSpPr>
          <p:nvPr/>
        </p:nvGrpSpPr>
        <p:grpSpPr>
          <a:xfrm>
            <a:off x="2151458" y="3485901"/>
            <a:ext cx="273517" cy="173113"/>
            <a:chOff x="980945" y="1888766"/>
            <a:chExt cx="271916" cy="172099"/>
          </a:xfrm>
        </p:grpSpPr>
        <p:grpSp>
          <p:nvGrpSpPr>
            <p:cNvPr id="1036" name="Group 898">
              <a:extLst>
                <a:ext uri="{FF2B5EF4-FFF2-40B4-BE49-F238E27FC236}">
                  <a16:creationId xmlns:a16="http://schemas.microsoft.com/office/drawing/2014/main" id="{DB86B72E-5A51-383B-B862-2B6DE35ACAD8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38" name="Rectangle 88">
                <a:extLst>
                  <a:ext uri="{FF2B5EF4-FFF2-40B4-BE49-F238E27FC236}">
                    <a16:creationId xmlns:a16="http://schemas.microsoft.com/office/drawing/2014/main" id="{21A0F565-727C-C987-806B-6FBA411F7D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39" name="Rectangle 88">
                <a:extLst>
                  <a:ext uri="{FF2B5EF4-FFF2-40B4-BE49-F238E27FC236}">
                    <a16:creationId xmlns:a16="http://schemas.microsoft.com/office/drawing/2014/main" id="{89163DFF-344F-44E7-6AC4-F3AF9DD3C8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0" name="Isosceles Triangle 1039">
                <a:extLst>
                  <a:ext uri="{FF2B5EF4-FFF2-40B4-BE49-F238E27FC236}">
                    <a16:creationId xmlns:a16="http://schemas.microsoft.com/office/drawing/2014/main" id="{A3F7A88D-E3FC-F9F8-F752-9CAE08162A3B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1" name="Oval 341">
                <a:extLst>
                  <a:ext uri="{FF2B5EF4-FFF2-40B4-BE49-F238E27FC236}">
                    <a16:creationId xmlns:a16="http://schemas.microsoft.com/office/drawing/2014/main" id="{796C5BE1-FF66-6383-326F-9A27938704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37" name="Trapezoid 688">
              <a:extLst>
                <a:ext uri="{FF2B5EF4-FFF2-40B4-BE49-F238E27FC236}">
                  <a16:creationId xmlns:a16="http://schemas.microsoft.com/office/drawing/2014/main" id="{E132C3DB-7A9C-1CC4-A048-8FEE76B5D58E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6504A669-7A5E-F44B-50C1-B4D88B4817D8}"/>
              </a:ext>
            </a:extLst>
          </p:cNvPr>
          <p:cNvGrpSpPr/>
          <p:nvPr/>
        </p:nvGrpSpPr>
        <p:grpSpPr>
          <a:xfrm>
            <a:off x="2147739" y="3135153"/>
            <a:ext cx="280226" cy="161260"/>
            <a:chOff x="1539943" y="2795561"/>
            <a:chExt cx="367732" cy="211616"/>
          </a:xfrm>
        </p:grpSpPr>
        <p:sp>
          <p:nvSpPr>
            <p:cNvPr id="1043" name="Rectangle 60">
              <a:extLst>
                <a:ext uri="{FF2B5EF4-FFF2-40B4-BE49-F238E27FC236}">
                  <a16:creationId xmlns:a16="http://schemas.microsoft.com/office/drawing/2014/main" id="{7D5BCCE6-B69F-B415-74CD-09464E404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44" name="Group 719">
              <a:extLst>
                <a:ext uri="{FF2B5EF4-FFF2-40B4-BE49-F238E27FC236}">
                  <a16:creationId xmlns:a16="http://schemas.microsoft.com/office/drawing/2014/main" id="{1E3563DE-420A-22E5-76A8-D525C9E643F4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46" name="Straight Connector 1045">
                <a:extLst>
                  <a:ext uri="{FF2B5EF4-FFF2-40B4-BE49-F238E27FC236}">
                    <a16:creationId xmlns:a16="http://schemas.microsoft.com/office/drawing/2014/main" id="{F4F395CF-DA0B-0B46-ECEA-7BCDD39DF4D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7" name="Straight Connector 1046">
                <a:extLst>
                  <a:ext uri="{FF2B5EF4-FFF2-40B4-BE49-F238E27FC236}">
                    <a16:creationId xmlns:a16="http://schemas.microsoft.com/office/drawing/2014/main" id="{18951DE1-14AA-6E58-A38B-B93DD2DC8C2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8" name="Straight Connector 1047">
                <a:extLst>
                  <a:ext uri="{FF2B5EF4-FFF2-40B4-BE49-F238E27FC236}">
                    <a16:creationId xmlns:a16="http://schemas.microsoft.com/office/drawing/2014/main" id="{9DC04650-0C48-4E88-128A-F49C618265B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9" name="Straight Connector 1048">
                <a:extLst>
                  <a:ext uri="{FF2B5EF4-FFF2-40B4-BE49-F238E27FC236}">
                    <a16:creationId xmlns:a16="http://schemas.microsoft.com/office/drawing/2014/main" id="{4F3D241E-8E11-9B9E-7BEC-86F50A70A68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45" name="Trapezoid 696">
              <a:extLst>
                <a:ext uri="{FF2B5EF4-FFF2-40B4-BE49-F238E27FC236}">
                  <a16:creationId xmlns:a16="http://schemas.microsoft.com/office/drawing/2014/main" id="{7750EE19-0743-D089-D028-79C9075D00CB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C3FEFA53-81AC-70AA-4A6B-B8423E525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5386" y="2110561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51" name="Oval 1050">
            <a:extLst>
              <a:ext uri="{FF2B5EF4-FFF2-40B4-BE49-F238E27FC236}">
                <a16:creationId xmlns:a16="http://schemas.microsoft.com/office/drawing/2014/main" id="{2E6E078B-37BB-0129-8A07-8F3D29D3F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0708" y="215381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2" name="Trapezoid 709">
            <a:extLst>
              <a:ext uri="{FF2B5EF4-FFF2-40B4-BE49-F238E27FC236}">
                <a16:creationId xmlns:a16="http://schemas.microsoft.com/office/drawing/2014/main" id="{67598357-BBF0-3A50-262F-D103EACF4368}"/>
              </a:ext>
            </a:extLst>
          </p:cNvPr>
          <p:cNvSpPr/>
          <p:nvPr/>
        </p:nvSpPr>
        <p:spPr>
          <a:xfrm rot="10800000">
            <a:off x="2201203" y="221109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3" name="Rectangle 135">
            <a:extLst>
              <a:ext uri="{FF2B5EF4-FFF2-40B4-BE49-F238E27FC236}">
                <a16:creationId xmlns:a16="http://schemas.microsoft.com/office/drawing/2014/main" id="{CA32CFAA-5602-CA24-120F-0111C7441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260" y="214236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ODU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A40DEA51-8864-88E7-E532-1D0DD0E4A9A6}"/>
              </a:ext>
            </a:extLst>
          </p:cNvPr>
          <p:cNvGrpSpPr>
            <a:grpSpLocks noChangeAspect="1"/>
          </p:cNvGrpSpPr>
          <p:nvPr/>
        </p:nvGrpSpPr>
        <p:grpSpPr>
          <a:xfrm>
            <a:off x="9999104" y="3503371"/>
            <a:ext cx="273517" cy="173113"/>
            <a:chOff x="980945" y="1888766"/>
            <a:chExt cx="271916" cy="172099"/>
          </a:xfrm>
        </p:grpSpPr>
        <p:grpSp>
          <p:nvGrpSpPr>
            <p:cNvPr id="1064" name="Group 898">
              <a:extLst>
                <a:ext uri="{FF2B5EF4-FFF2-40B4-BE49-F238E27FC236}">
                  <a16:creationId xmlns:a16="http://schemas.microsoft.com/office/drawing/2014/main" id="{07F2A585-B1BD-3F25-E067-302356C60495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66" name="Rectangle 88">
                <a:extLst>
                  <a:ext uri="{FF2B5EF4-FFF2-40B4-BE49-F238E27FC236}">
                    <a16:creationId xmlns:a16="http://schemas.microsoft.com/office/drawing/2014/main" id="{812A87AD-34F6-5EBB-4D8A-861B704D4F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7" name="Rectangle 88">
                <a:extLst>
                  <a:ext uri="{FF2B5EF4-FFF2-40B4-BE49-F238E27FC236}">
                    <a16:creationId xmlns:a16="http://schemas.microsoft.com/office/drawing/2014/main" id="{1EA89A55-B9B0-6806-D512-755BC4B449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8" name="Isosceles Triangle 1067">
                <a:extLst>
                  <a:ext uri="{FF2B5EF4-FFF2-40B4-BE49-F238E27FC236}">
                    <a16:creationId xmlns:a16="http://schemas.microsoft.com/office/drawing/2014/main" id="{1DD384A8-B12A-6B0A-E1E5-83A39699D3F1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9" name="Oval 341">
                <a:extLst>
                  <a:ext uri="{FF2B5EF4-FFF2-40B4-BE49-F238E27FC236}">
                    <a16:creationId xmlns:a16="http://schemas.microsoft.com/office/drawing/2014/main" id="{42DC3835-8793-87B1-2F99-B4552BAC6C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65" name="Trapezoid 778">
              <a:extLst>
                <a:ext uri="{FF2B5EF4-FFF2-40B4-BE49-F238E27FC236}">
                  <a16:creationId xmlns:a16="http://schemas.microsoft.com/office/drawing/2014/main" id="{0254D6F2-9CDE-6283-844B-7A20BCCBC15C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70" name="Group 1069">
            <a:extLst>
              <a:ext uri="{FF2B5EF4-FFF2-40B4-BE49-F238E27FC236}">
                <a16:creationId xmlns:a16="http://schemas.microsoft.com/office/drawing/2014/main" id="{D77FC98C-A938-6199-339C-A2C1923F4161}"/>
              </a:ext>
            </a:extLst>
          </p:cNvPr>
          <p:cNvGrpSpPr/>
          <p:nvPr/>
        </p:nvGrpSpPr>
        <p:grpSpPr>
          <a:xfrm>
            <a:off x="9995385" y="3152623"/>
            <a:ext cx="280226" cy="161260"/>
            <a:chOff x="1539943" y="2795561"/>
            <a:chExt cx="367732" cy="211616"/>
          </a:xfrm>
        </p:grpSpPr>
        <p:sp>
          <p:nvSpPr>
            <p:cNvPr id="1071" name="Rectangle 60">
              <a:extLst>
                <a:ext uri="{FF2B5EF4-FFF2-40B4-BE49-F238E27FC236}">
                  <a16:creationId xmlns:a16="http://schemas.microsoft.com/office/drawing/2014/main" id="{70B8520A-C09D-D56D-C3EF-D7910B5CA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72" name="Group 719">
              <a:extLst>
                <a:ext uri="{FF2B5EF4-FFF2-40B4-BE49-F238E27FC236}">
                  <a16:creationId xmlns:a16="http://schemas.microsoft.com/office/drawing/2014/main" id="{3B4292F4-19FD-F77C-CB6E-DAB85B1A749A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74" name="Straight Connector 1073">
                <a:extLst>
                  <a:ext uri="{FF2B5EF4-FFF2-40B4-BE49-F238E27FC236}">
                    <a16:creationId xmlns:a16="http://schemas.microsoft.com/office/drawing/2014/main" id="{3A25931C-8290-E88E-6145-50B2181B8CA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5" name="Straight Connector 1074">
                <a:extLst>
                  <a:ext uri="{FF2B5EF4-FFF2-40B4-BE49-F238E27FC236}">
                    <a16:creationId xmlns:a16="http://schemas.microsoft.com/office/drawing/2014/main" id="{F0CF57B2-C92E-6864-5074-831EF1545A0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6" name="Straight Connector 1075">
                <a:extLst>
                  <a:ext uri="{FF2B5EF4-FFF2-40B4-BE49-F238E27FC236}">
                    <a16:creationId xmlns:a16="http://schemas.microsoft.com/office/drawing/2014/main" id="{83C982E9-5EE9-6DDD-572C-F172A344102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5EEC0602-4EB3-EADE-E650-42F2EBBE6A0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73" name="Trapezoid 786">
              <a:extLst>
                <a:ext uri="{FF2B5EF4-FFF2-40B4-BE49-F238E27FC236}">
                  <a16:creationId xmlns:a16="http://schemas.microsoft.com/office/drawing/2014/main" id="{53CC829F-4D4E-537B-DC94-6DA6D8321DF9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D47AEE9F-5258-515E-70B9-FA0B443EA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8956" y="2128032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79" name="Oval 1078">
            <a:extLst>
              <a:ext uri="{FF2B5EF4-FFF2-40B4-BE49-F238E27FC236}">
                <a16:creationId xmlns:a16="http://schemas.microsoft.com/office/drawing/2014/main" id="{78F3CD1F-E46C-04EA-106B-AF854E23E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353" y="217128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0" name="Trapezoid 793">
            <a:extLst>
              <a:ext uri="{FF2B5EF4-FFF2-40B4-BE49-F238E27FC236}">
                <a16:creationId xmlns:a16="http://schemas.microsoft.com/office/drawing/2014/main" id="{652186BA-E3CA-55EA-1442-B92C6F8F8D6D}"/>
              </a:ext>
            </a:extLst>
          </p:cNvPr>
          <p:cNvSpPr/>
          <p:nvPr/>
        </p:nvSpPr>
        <p:spPr>
          <a:xfrm rot="10800000">
            <a:off x="10048848" y="222856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89" name="Group 1088">
            <a:extLst>
              <a:ext uri="{FF2B5EF4-FFF2-40B4-BE49-F238E27FC236}">
                <a16:creationId xmlns:a16="http://schemas.microsoft.com/office/drawing/2014/main" id="{ED376A85-1A67-8478-0196-16FB03580CB6}"/>
              </a:ext>
            </a:extLst>
          </p:cNvPr>
          <p:cNvGrpSpPr/>
          <p:nvPr/>
        </p:nvGrpSpPr>
        <p:grpSpPr>
          <a:xfrm>
            <a:off x="10019865" y="3862006"/>
            <a:ext cx="280226" cy="161260"/>
            <a:chOff x="11871597" y="3154592"/>
            <a:chExt cx="367732" cy="211616"/>
          </a:xfrm>
        </p:grpSpPr>
        <p:sp>
          <p:nvSpPr>
            <p:cNvPr id="1090" name="Rectangle 60">
              <a:extLst>
                <a:ext uri="{FF2B5EF4-FFF2-40B4-BE49-F238E27FC236}">
                  <a16:creationId xmlns:a16="http://schemas.microsoft.com/office/drawing/2014/main" id="{D8DB701C-7AD5-4A86-3052-7B2A971CC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1597" y="3154592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91" name="Group 719">
              <a:extLst>
                <a:ext uri="{FF2B5EF4-FFF2-40B4-BE49-F238E27FC236}">
                  <a16:creationId xmlns:a16="http://schemas.microsoft.com/office/drawing/2014/main" id="{EC172CCE-7A15-72C7-04C8-4F7A238EF9CF}"/>
                </a:ext>
              </a:extLst>
            </p:cNvPr>
            <p:cNvGrpSpPr/>
            <p:nvPr/>
          </p:nvGrpSpPr>
          <p:grpSpPr>
            <a:xfrm>
              <a:off x="11941310" y="3156308"/>
              <a:ext cx="228353" cy="90129"/>
              <a:chOff x="8553742" y="2601251"/>
              <a:chExt cx="216024" cy="108852"/>
            </a:xfrm>
          </p:grpSpPr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61102CDB-E174-094C-C4DD-603EB4E92C5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4" name="Straight Connector 1093">
                <a:extLst>
                  <a:ext uri="{FF2B5EF4-FFF2-40B4-BE49-F238E27FC236}">
                    <a16:creationId xmlns:a16="http://schemas.microsoft.com/office/drawing/2014/main" id="{3B19CF4C-6C19-BE44-2CB1-A2DF32091FF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5" name="Straight Connector 1094">
                <a:extLst>
                  <a:ext uri="{FF2B5EF4-FFF2-40B4-BE49-F238E27FC236}">
                    <a16:creationId xmlns:a16="http://schemas.microsoft.com/office/drawing/2014/main" id="{B9E24C70-7F8B-4898-2F9B-B345F329E63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6" name="Straight Connector 1095">
                <a:extLst>
                  <a:ext uri="{FF2B5EF4-FFF2-40B4-BE49-F238E27FC236}">
                    <a16:creationId xmlns:a16="http://schemas.microsoft.com/office/drawing/2014/main" id="{E5638D70-05DE-62C6-8439-83D5BB12BCB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92" name="Trapezoid 529">
              <a:extLst>
                <a:ext uri="{FF2B5EF4-FFF2-40B4-BE49-F238E27FC236}">
                  <a16:creationId xmlns:a16="http://schemas.microsoft.com/office/drawing/2014/main" id="{0327A9A2-34FB-3EB5-D9B6-2D396B730293}"/>
                </a:ext>
              </a:extLst>
            </p:cNvPr>
            <p:cNvSpPr/>
            <p:nvPr/>
          </p:nvSpPr>
          <p:spPr>
            <a:xfrm rot="10800000">
              <a:off x="11916958" y="3246458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01" name="Rectangle 25">
            <a:extLst>
              <a:ext uri="{FF2B5EF4-FFF2-40B4-BE49-F238E27FC236}">
                <a16:creationId xmlns:a16="http://schemas.microsoft.com/office/drawing/2014/main" id="{5876E021-A4CF-742C-3705-65026CC74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3641" y="3162058"/>
            <a:ext cx="1317064" cy="87951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102" name="Rectangle 29">
            <a:extLst>
              <a:ext uri="{FF2B5EF4-FFF2-40B4-BE49-F238E27FC236}">
                <a16:creationId xmlns:a16="http://schemas.microsoft.com/office/drawing/2014/main" id="{7CF6727E-D027-E70C-15B7-61DACC8F8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4788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103" name="Rectangle 135">
            <a:extLst>
              <a:ext uri="{FF2B5EF4-FFF2-40B4-BE49-F238E27FC236}">
                <a16:creationId xmlns:a16="http://schemas.microsoft.com/office/drawing/2014/main" id="{0DC828CF-00A3-3220-55C9-478F13A46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314737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Top Connection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104" name="Rectangle 29">
            <a:extLst>
              <a:ext uri="{FF2B5EF4-FFF2-40B4-BE49-F238E27FC236}">
                <a16:creationId xmlns:a16="http://schemas.microsoft.com/office/drawing/2014/main" id="{BA4BC64F-F462-8674-E91B-B9D7E41B8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0887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129" name="Group 1128">
            <a:extLst>
              <a:ext uri="{FF2B5EF4-FFF2-40B4-BE49-F238E27FC236}">
                <a16:creationId xmlns:a16="http://schemas.microsoft.com/office/drawing/2014/main" id="{0130F2CD-EE24-6D9B-CC21-401DF5169AED}"/>
              </a:ext>
            </a:extLst>
          </p:cNvPr>
          <p:cNvGrpSpPr/>
          <p:nvPr/>
        </p:nvGrpSpPr>
        <p:grpSpPr>
          <a:xfrm>
            <a:off x="2150475" y="3871489"/>
            <a:ext cx="280226" cy="161260"/>
            <a:chOff x="1539943" y="2795561"/>
            <a:chExt cx="367732" cy="211616"/>
          </a:xfrm>
        </p:grpSpPr>
        <p:sp>
          <p:nvSpPr>
            <p:cNvPr id="1130" name="Rectangle 60">
              <a:extLst>
                <a:ext uri="{FF2B5EF4-FFF2-40B4-BE49-F238E27FC236}">
                  <a16:creationId xmlns:a16="http://schemas.microsoft.com/office/drawing/2014/main" id="{38436AC6-39DA-7D83-8480-45F80C2ECF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1" name="Group 719">
              <a:extLst>
                <a:ext uri="{FF2B5EF4-FFF2-40B4-BE49-F238E27FC236}">
                  <a16:creationId xmlns:a16="http://schemas.microsoft.com/office/drawing/2014/main" id="{C8EE0538-182A-0393-D672-94B4FAF78BF3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133" name="Straight Connector 1132">
                <a:extLst>
                  <a:ext uri="{FF2B5EF4-FFF2-40B4-BE49-F238E27FC236}">
                    <a16:creationId xmlns:a16="http://schemas.microsoft.com/office/drawing/2014/main" id="{738A48A5-D6D4-933B-B47F-2790F421D1E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4" name="Straight Connector 1133">
                <a:extLst>
                  <a:ext uri="{FF2B5EF4-FFF2-40B4-BE49-F238E27FC236}">
                    <a16:creationId xmlns:a16="http://schemas.microsoft.com/office/drawing/2014/main" id="{5EA6CF91-AC3D-A783-82DB-105E32026D2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5" name="Straight Connector 1134">
                <a:extLst>
                  <a:ext uri="{FF2B5EF4-FFF2-40B4-BE49-F238E27FC236}">
                    <a16:creationId xmlns:a16="http://schemas.microsoft.com/office/drawing/2014/main" id="{1214FEAF-CE50-50F4-9946-4C942E9CDC2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6" name="Straight Connector 1135">
                <a:extLst>
                  <a:ext uri="{FF2B5EF4-FFF2-40B4-BE49-F238E27FC236}">
                    <a16:creationId xmlns:a16="http://schemas.microsoft.com/office/drawing/2014/main" id="{0DFF080C-2A03-4AAB-AAC3-17CA4D66037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32" name="Trapezoid 384">
              <a:extLst>
                <a:ext uri="{FF2B5EF4-FFF2-40B4-BE49-F238E27FC236}">
                  <a16:creationId xmlns:a16="http://schemas.microsoft.com/office/drawing/2014/main" id="{1BFAEFBD-6DD9-3B0F-A876-920A0DE31791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37" name="Group 254">
            <a:extLst>
              <a:ext uri="{FF2B5EF4-FFF2-40B4-BE49-F238E27FC236}">
                <a16:creationId xmlns:a16="http://schemas.microsoft.com/office/drawing/2014/main" id="{3CC6BDC0-3E3E-3CDA-58E0-D5C7FA9DAEA7}"/>
              </a:ext>
            </a:extLst>
          </p:cNvPr>
          <p:cNvGrpSpPr>
            <a:grpSpLocks noChangeAspect="1"/>
          </p:cNvGrpSpPr>
          <p:nvPr/>
        </p:nvGrpSpPr>
        <p:grpSpPr>
          <a:xfrm>
            <a:off x="4420699" y="5309600"/>
            <a:ext cx="280226" cy="161260"/>
            <a:chOff x="8421867" y="1904979"/>
            <a:chExt cx="347879" cy="255573"/>
          </a:xfrm>
        </p:grpSpPr>
        <p:sp>
          <p:nvSpPr>
            <p:cNvPr id="1138" name="Rectangle 60">
              <a:extLst>
                <a:ext uri="{FF2B5EF4-FFF2-40B4-BE49-F238E27FC236}">
                  <a16:creationId xmlns:a16="http://schemas.microsoft.com/office/drawing/2014/main" id="{CCF03653-F1F4-C5B2-EE22-B967B05E99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9" name="Group 719">
              <a:extLst>
                <a:ext uri="{FF2B5EF4-FFF2-40B4-BE49-F238E27FC236}">
                  <a16:creationId xmlns:a16="http://schemas.microsoft.com/office/drawing/2014/main" id="{CFB15699-ACF6-C57C-D272-B3BC8AAA6CC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1" name="Straight Connector 1140">
                <a:extLst>
                  <a:ext uri="{FF2B5EF4-FFF2-40B4-BE49-F238E27FC236}">
                    <a16:creationId xmlns:a16="http://schemas.microsoft.com/office/drawing/2014/main" id="{2E66D6C0-EFF8-B236-FCC0-F612BFD9349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2" name="Straight Connector 1141">
                <a:extLst>
                  <a:ext uri="{FF2B5EF4-FFF2-40B4-BE49-F238E27FC236}">
                    <a16:creationId xmlns:a16="http://schemas.microsoft.com/office/drawing/2014/main" id="{2B3BD34D-799A-DC2B-C210-CCE70D2F306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3" name="Straight Connector 1142">
                <a:extLst>
                  <a:ext uri="{FF2B5EF4-FFF2-40B4-BE49-F238E27FC236}">
                    <a16:creationId xmlns:a16="http://schemas.microsoft.com/office/drawing/2014/main" id="{136C9057-7AA4-EE5F-F755-5A0921B21B7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4" name="Straight Connector 1143">
                <a:extLst>
                  <a:ext uri="{FF2B5EF4-FFF2-40B4-BE49-F238E27FC236}">
                    <a16:creationId xmlns:a16="http://schemas.microsoft.com/office/drawing/2014/main" id="{89E379F1-2F51-A83D-0D60-09A76AB4CD2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0" name="Trapezoid 162">
              <a:extLst>
                <a:ext uri="{FF2B5EF4-FFF2-40B4-BE49-F238E27FC236}">
                  <a16:creationId xmlns:a16="http://schemas.microsoft.com/office/drawing/2014/main" id="{B4B949C0-DC2F-3DE7-D92E-6DA4857B8240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45" name="Group 254">
            <a:extLst>
              <a:ext uri="{FF2B5EF4-FFF2-40B4-BE49-F238E27FC236}">
                <a16:creationId xmlns:a16="http://schemas.microsoft.com/office/drawing/2014/main" id="{F4895850-8E77-4964-A376-749EED9B39BB}"/>
              </a:ext>
            </a:extLst>
          </p:cNvPr>
          <p:cNvGrpSpPr>
            <a:grpSpLocks noChangeAspect="1"/>
          </p:cNvGrpSpPr>
          <p:nvPr/>
        </p:nvGrpSpPr>
        <p:grpSpPr>
          <a:xfrm>
            <a:off x="8139314" y="3873352"/>
            <a:ext cx="280226" cy="161260"/>
            <a:chOff x="8421867" y="1904979"/>
            <a:chExt cx="347879" cy="255573"/>
          </a:xfrm>
        </p:grpSpPr>
        <p:sp>
          <p:nvSpPr>
            <p:cNvPr id="1146" name="Rectangle 60">
              <a:extLst>
                <a:ext uri="{FF2B5EF4-FFF2-40B4-BE49-F238E27FC236}">
                  <a16:creationId xmlns:a16="http://schemas.microsoft.com/office/drawing/2014/main" id="{F5EC5B41-8732-F64E-BC18-DA04575A1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47" name="Group 719">
              <a:extLst>
                <a:ext uri="{FF2B5EF4-FFF2-40B4-BE49-F238E27FC236}">
                  <a16:creationId xmlns:a16="http://schemas.microsoft.com/office/drawing/2014/main" id="{104CE0ED-4D38-FAFD-4B01-A5528B149C77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9" name="Straight Connector 1148">
                <a:extLst>
                  <a:ext uri="{FF2B5EF4-FFF2-40B4-BE49-F238E27FC236}">
                    <a16:creationId xmlns:a16="http://schemas.microsoft.com/office/drawing/2014/main" id="{762712FD-A9E7-8494-C5F1-F2F0D9B685B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0" name="Straight Connector 1149">
                <a:extLst>
                  <a:ext uri="{FF2B5EF4-FFF2-40B4-BE49-F238E27FC236}">
                    <a16:creationId xmlns:a16="http://schemas.microsoft.com/office/drawing/2014/main" id="{C2E480D3-829F-03CA-346E-B6EA830BCA4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1" name="Straight Connector 1150">
                <a:extLst>
                  <a:ext uri="{FF2B5EF4-FFF2-40B4-BE49-F238E27FC236}">
                    <a16:creationId xmlns:a16="http://schemas.microsoft.com/office/drawing/2014/main" id="{5D8B3FD3-7639-E202-F403-B80437A0E39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2" name="Straight Connector 1151">
                <a:extLst>
                  <a:ext uri="{FF2B5EF4-FFF2-40B4-BE49-F238E27FC236}">
                    <a16:creationId xmlns:a16="http://schemas.microsoft.com/office/drawing/2014/main" id="{2A57B5CE-6A00-1AE0-8342-950D847BC56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8" name="Trapezoid 494">
              <a:extLst>
                <a:ext uri="{FF2B5EF4-FFF2-40B4-BE49-F238E27FC236}">
                  <a16:creationId xmlns:a16="http://schemas.microsoft.com/office/drawing/2014/main" id="{714CAC07-B420-AB7D-2502-2E631A3E08A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165" name="Straight Arrow Connector 1164">
            <a:extLst>
              <a:ext uri="{FF2B5EF4-FFF2-40B4-BE49-F238E27FC236}">
                <a16:creationId xmlns:a16="http://schemas.microsoft.com/office/drawing/2014/main" id="{230D7304-842A-7AAB-C38C-6F57A9E57608}"/>
              </a:ext>
            </a:extLst>
          </p:cNvPr>
          <p:cNvCxnSpPr>
            <a:cxnSpLocks/>
            <a:stCxn id="46" idx="0"/>
            <a:endCxn id="917" idx="6"/>
          </p:cNvCxnSpPr>
          <p:nvPr/>
        </p:nvCxnSpPr>
        <p:spPr>
          <a:xfrm flipH="1" flipV="1">
            <a:off x="3313112" y="5577755"/>
            <a:ext cx="680628" cy="9800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196" name="Group 1195">
            <a:extLst>
              <a:ext uri="{FF2B5EF4-FFF2-40B4-BE49-F238E27FC236}">
                <a16:creationId xmlns:a16="http://schemas.microsoft.com/office/drawing/2014/main" id="{2683AF8C-395E-7508-3F74-CFD5F2644E6A}"/>
              </a:ext>
            </a:extLst>
          </p:cNvPr>
          <p:cNvGrpSpPr>
            <a:grpSpLocks noChangeAspect="1"/>
          </p:cNvGrpSpPr>
          <p:nvPr/>
        </p:nvGrpSpPr>
        <p:grpSpPr>
          <a:xfrm>
            <a:off x="2159941" y="2768012"/>
            <a:ext cx="273517" cy="173113"/>
            <a:chOff x="980945" y="1888766"/>
            <a:chExt cx="271916" cy="172099"/>
          </a:xfrm>
        </p:grpSpPr>
        <p:grpSp>
          <p:nvGrpSpPr>
            <p:cNvPr id="1197" name="Group 898">
              <a:extLst>
                <a:ext uri="{FF2B5EF4-FFF2-40B4-BE49-F238E27FC236}">
                  <a16:creationId xmlns:a16="http://schemas.microsoft.com/office/drawing/2014/main" id="{62038C3F-D61B-AB12-50D2-7054938E8746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199" name="Rectangle 88">
                <a:extLst>
                  <a:ext uri="{FF2B5EF4-FFF2-40B4-BE49-F238E27FC236}">
                    <a16:creationId xmlns:a16="http://schemas.microsoft.com/office/drawing/2014/main" id="{BA0F2EA8-2FAE-8507-1F8C-61AADE5B1D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0" name="Isosceles Triangle 1199">
                <a:extLst>
                  <a:ext uri="{FF2B5EF4-FFF2-40B4-BE49-F238E27FC236}">
                    <a16:creationId xmlns:a16="http://schemas.microsoft.com/office/drawing/2014/main" id="{739F12CF-EA50-1531-8EEA-2CE92B326D77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1" name="Oval 341">
                <a:extLst>
                  <a:ext uri="{FF2B5EF4-FFF2-40B4-BE49-F238E27FC236}">
                    <a16:creationId xmlns:a16="http://schemas.microsoft.com/office/drawing/2014/main" id="{005B1032-EA3E-CBE9-FE11-DE59B96DB0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198" name="Trapezoid 624">
              <a:extLst>
                <a:ext uri="{FF2B5EF4-FFF2-40B4-BE49-F238E27FC236}">
                  <a16:creationId xmlns:a16="http://schemas.microsoft.com/office/drawing/2014/main" id="{0FA69866-DEDE-CC9E-40D6-28700D972511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02" name="Group 1201">
            <a:extLst>
              <a:ext uri="{FF2B5EF4-FFF2-40B4-BE49-F238E27FC236}">
                <a16:creationId xmlns:a16="http://schemas.microsoft.com/office/drawing/2014/main" id="{07EB3E0C-5FAC-583E-F41B-18D9DB71F7B3}"/>
              </a:ext>
            </a:extLst>
          </p:cNvPr>
          <p:cNvGrpSpPr/>
          <p:nvPr/>
        </p:nvGrpSpPr>
        <p:grpSpPr>
          <a:xfrm>
            <a:off x="2156221" y="2453557"/>
            <a:ext cx="280226" cy="161260"/>
            <a:chOff x="1539943" y="2795561"/>
            <a:chExt cx="367732" cy="211616"/>
          </a:xfrm>
        </p:grpSpPr>
        <p:sp>
          <p:nvSpPr>
            <p:cNvPr id="1203" name="Rectangle 60">
              <a:extLst>
                <a:ext uri="{FF2B5EF4-FFF2-40B4-BE49-F238E27FC236}">
                  <a16:creationId xmlns:a16="http://schemas.microsoft.com/office/drawing/2014/main" id="{E2E94CCD-A103-F99E-774A-98368595E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04" name="Group 719">
              <a:extLst>
                <a:ext uri="{FF2B5EF4-FFF2-40B4-BE49-F238E27FC236}">
                  <a16:creationId xmlns:a16="http://schemas.microsoft.com/office/drawing/2014/main" id="{529A0A3E-27FA-67A7-42AA-8A640696A6D8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06" name="Straight Connector 1205">
                <a:extLst>
                  <a:ext uri="{FF2B5EF4-FFF2-40B4-BE49-F238E27FC236}">
                    <a16:creationId xmlns:a16="http://schemas.microsoft.com/office/drawing/2014/main" id="{C7630EFF-76D5-1235-07C7-63F52E915AD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7" name="Straight Connector 1206">
                <a:extLst>
                  <a:ext uri="{FF2B5EF4-FFF2-40B4-BE49-F238E27FC236}">
                    <a16:creationId xmlns:a16="http://schemas.microsoft.com/office/drawing/2014/main" id="{6D85157A-CCF6-DE0D-E65A-5045E11C6BC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8" name="Straight Connector 1207">
                <a:extLst>
                  <a:ext uri="{FF2B5EF4-FFF2-40B4-BE49-F238E27FC236}">
                    <a16:creationId xmlns:a16="http://schemas.microsoft.com/office/drawing/2014/main" id="{43657B7C-3363-6E59-B3C9-4F52071E8C7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9" name="Straight Connector 1208">
                <a:extLst>
                  <a:ext uri="{FF2B5EF4-FFF2-40B4-BE49-F238E27FC236}">
                    <a16:creationId xmlns:a16="http://schemas.microsoft.com/office/drawing/2014/main" id="{29EAF214-87CB-0960-443B-DA8FCB44761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05" name="Trapezoid 640">
              <a:extLst>
                <a:ext uri="{FF2B5EF4-FFF2-40B4-BE49-F238E27FC236}">
                  <a16:creationId xmlns:a16="http://schemas.microsoft.com/office/drawing/2014/main" id="{26F5FEC3-14B6-695E-90CE-B628B3B3AE3B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10" name="Rectangle 135">
            <a:extLst>
              <a:ext uri="{FF2B5EF4-FFF2-40B4-BE49-F238E27FC236}">
                <a16:creationId xmlns:a16="http://schemas.microsoft.com/office/drawing/2014/main" id="{FBA18D82-31EF-697E-1E3A-3E4822938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281" y="2477043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211" name="Rectangle 135">
            <a:extLst>
              <a:ext uri="{FF2B5EF4-FFF2-40B4-BE49-F238E27FC236}">
                <a16:creationId xmlns:a16="http://schemas.microsoft.com/office/drawing/2014/main" id="{E1C67E87-0FA8-2242-6964-F4BEFCE34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578" y="2804029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212" name="Group 1211">
            <a:extLst>
              <a:ext uri="{FF2B5EF4-FFF2-40B4-BE49-F238E27FC236}">
                <a16:creationId xmlns:a16="http://schemas.microsoft.com/office/drawing/2014/main" id="{1FCF43C0-6735-CB11-7ABD-A5280280000A}"/>
              </a:ext>
            </a:extLst>
          </p:cNvPr>
          <p:cNvGrpSpPr>
            <a:grpSpLocks noChangeAspect="1"/>
          </p:cNvGrpSpPr>
          <p:nvPr/>
        </p:nvGrpSpPr>
        <p:grpSpPr>
          <a:xfrm>
            <a:off x="9999077" y="2767159"/>
            <a:ext cx="273517" cy="173113"/>
            <a:chOff x="980945" y="1888766"/>
            <a:chExt cx="271916" cy="172099"/>
          </a:xfrm>
        </p:grpSpPr>
        <p:grpSp>
          <p:nvGrpSpPr>
            <p:cNvPr id="1213" name="Group 898">
              <a:extLst>
                <a:ext uri="{FF2B5EF4-FFF2-40B4-BE49-F238E27FC236}">
                  <a16:creationId xmlns:a16="http://schemas.microsoft.com/office/drawing/2014/main" id="{B67592FB-DBA4-8C2F-9AEB-28FA2B58E5DE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215" name="Rectangle 88">
                <a:extLst>
                  <a:ext uri="{FF2B5EF4-FFF2-40B4-BE49-F238E27FC236}">
                    <a16:creationId xmlns:a16="http://schemas.microsoft.com/office/drawing/2014/main" id="{2BFE8592-D31C-7915-7E4B-E142B12E9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6" name="Isosceles Triangle 1215">
                <a:extLst>
                  <a:ext uri="{FF2B5EF4-FFF2-40B4-BE49-F238E27FC236}">
                    <a16:creationId xmlns:a16="http://schemas.microsoft.com/office/drawing/2014/main" id="{301F1B82-D9BE-0BD7-CEFB-425BFAEC7AEE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7" name="Oval 341">
                <a:extLst>
                  <a:ext uri="{FF2B5EF4-FFF2-40B4-BE49-F238E27FC236}">
                    <a16:creationId xmlns:a16="http://schemas.microsoft.com/office/drawing/2014/main" id="{52F7344B-3F10-0A18-74BB-E0DB4EF764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214" name="Trapezoid 655">
              <a:extLst>
                <a:ext uri="{FF2B5EF4-FFF2-40B4-BE49-F238E27FC236}">
                  <a16:creationId xmlns:a16="http://schemas.microsoft.com/office/drawing/2014/main" id="{89C9D3A5-BBD3-8C1F-1370-0487E3A40D9B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18" name="Group 1217">
            <a:extLst>
              <a:ext uri="{FF2B5EF4-FFF2-40B4-BE49-F238E27FC236}">
                <a16:creationId xmlns:a16="http://schemas.microsoft.com/office/drawing/2014/main" id="{1BE67250-4332-875E-0D9E-86D4A7C18221}"/>
              </a:ext>
            </a:extLst>
          </p:cNvPr>
          <p:cNvGrpSpPr/>
          <p:nvPr/>
        </p:nvGrpSpPr>
        <p:grpSpPr>
          <a:xfrm>
            <a:off x="9995358" y="2452703"/>
            <a:ext cx="280226" cy="161260"/>
            <a:chOff x="1539943" y="2795561"/>
            <a:chExt cx="367732" cy="211616"/>
          </a:xfrm>
        </p:grpSpPr>
        <p:sp>
          <p:nvSpPr>
            <p:cNvPr id="1219" name="Rectangle 60">
              <a:extLst>
                <a:ext uri="{FF2B5EF4-FFF2-40B4-BE49-F238E27FC236}">
                  <a16:creationId xmlns:a16="http://schemas.microsoft.com/office/drawing/2014/main" id="{B4273D9A-4E18-9C5E-5417-179F5A95B2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20" name="Group 719">
              <a:extLst>
                <a:ext uri="{FF2B5EF4-FFF2-40B4-BE49-F238E27FC236}">
                  <a16:creationId xmlns:a16="http://schemas.microsoft.com/office/drawing/2014/main" id="{DD3774C1-4ECC-495F-ED40-903707583B0B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22" name="Straight Connector 1221">
                <a:extLst>
                  <a:ext uri="{FF2B5EF4-FFF2-40B4-BE49-F238E27FC236}">
                    <a16:creationId xmlns:a16="http://schemas.microsoft.com/office/drawing/2014/main" id="{B5361421-E458-5176-17B2-748E400D0FA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3" name="Straight Connector 1222">
                <a:extLst>
                  <a:ext uri="{FF2B5EF4-FFF2-40B4-BE49-F238E27FC236}">
                    <a16:creationId xmlns:a16="http://schemas.microsoft.com/office/drawing/2014/main" id="{67293C31-D9F3-9887-9C0E-B6642FE5B93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4" name="Straight Connector 1223">
                <a:extLst>
                  <a:ext uri="{FF2B5EF4-FFF2-40B4-BE49-F238E27FC236}">
                    <a16:creationId xmlns:a16="http://schemas.microsoft.com/office/drawing/2014/main" id="{6F2B5BD0-7C33-10D3-5182-21C077E0DF2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5" name="Straight Connector 1224">
                <a:extLst>
                  <a:ext uri="{FF2B5EF4-FFF2-40B4-BE49-F238E27FC236}">
                    <a16:creationId xmlns:a16="http://schemas.microsoft.com/office/drawing/2014/main" id="{AE2D14BF-F59D-6AAE-81E8-22A40D88D0D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21" name="Trapezoid 666">
              <a:extLst>
                <a:ext uri="{FF2B5EF4-FFF2-40B4-BE49-F238E27FC236}">
                  <a16:creationId xmlns:a16="http://schemas.microsoft.com/office/drawing/2014/main" id="{D336CFAB-E5C5-63D1-6AA1-CA224AABBA3D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26" name="Group 1225">
            <a:extLst>
              <a:ext uri="{FF2B5EF4-FFF2-40B4-BE49-F238E27FC236}">
                <a16:creationId xmlns:a16="http://schemas.microsoft.com/office/drawing/2014/main" id="{03FD91A5-EE3F-51C5-40B8-EAD1B91638D0}"/>
              </a:ext>
            </a:extLst>
          </p:cNvPr>
          <p:cNvGrpSpPr>
            <a:grpSpLocks noChangeAspect="1"/>
          </p:cNvGrpSpPr>
          <p:nvPr/>
        </p:nvGrpSpPr>
        <p:grpSpPr>
          <a:xfrm>
            <a:off x="2997672" y="6085601"/>
            <a:ext cx="303785" cy="71625"/>
            <a:chOff x="3526822" y="4206320"/>
            <a:chExt cx="567386" cy="133776"/>
          </a:xfrm>
        </p:grpSpPr>
        <p:sp>
          <p:nvSpPr>
            <p:cNvPr id="1227" name="Rectangle 25">
              <a:extLst>
                <a:ext uri="{FF2B5EF4-FFF2-40B4-BE49-F238E27FC236}">
                  <a16:creationId xmlns:a16="http://schemas.microsoft.com/office/drawing/2014/main" id="{C41BE407-AC52-C3DB-1635-E39DFA240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6822" y="4206320"/>
              <a:ext cx="567386" cy="133776"/>
            </a:xfrm>
            <a:prstGeom prst="rect">
              <a:avLst/>
            </a:prstGeom>
            <a:solidFill>
              <a:srgbClr val="FFAF00">
                <a:lumMod val="75000"/>
              </a:srgbClr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69681" tIns="34840" rIns="69681" bIns="34840" numCol="1" anchor="ctr" anchorCtr="0" compatLnSpc="1">
              <a:prstTxWarp prst="textNoShape">
                <a:avLst/>
              </a:prstTxWarp>
            </a:bodyPr>
            <a:lstStyle/>
            <a:p>
              <a:pPr algn="ctr" defTabSz="464492">
                <a:defRPr/>
              </a:pPr>
              <a:endParaRPr lang="en-US" sz="813" kern="0">
                <a:solidFill>
                  <a:srgbClr val="4B4B4B">
                    <a:lumMod val="50000"/>
                  </a:srgbClr>
                </a:solidFill>
                <a:latin typeface="Calibri"/>
              </a:endParaRPr>
            </a:p>
          </p:txBody>
        </p:sp>
        <p:sp>
          <p:nvSpPr>
            <p:cNvPr id="1228" name="Rectangle 29">
              <a:extLst>
                <a:ext uri="{FF2B5EF4-FFF2-40B4-BE49-F238E27FC236}">
                  <a16:creationId xmlns:a16="http://schemas.microsoft.com/office/drawing/2014/main" id="{6D9358CE-7D7B-E7BA-5B30-3D7882701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7763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  <p:sp>
          <p:nvSpPr>
            <p:cNvPr id="1229" name="Rectangle 29">
              <a:extLst>
                <a:ext uri="{FF2B5EF4-FFF2-40B4-BE49-F238E27FC236}">
                  <a16:creationId xmlns:a16="http://schemas.microsoft.com/office/drawing/2014/main" id="{6EA726FA-D481-05D3-0D01-728B29FD63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769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</p:grpSp>
      <p:grpSp>
        <p:nvGrpSpPr>
          <p:cNvPr id="1230" name="Group 1229">
            <a:extLst>
              <a:ext uri="{FF2B5EF4-FFF2-40B4-BE49-F238E27FC236}">
                <a16:creationId xmlns:a16="http://schemas.microsoft.com/office/drawing/2014/main" id="{9A0D3651-AD21-A62C-2689-D619E525FAD1}"/>
              </a:ext>
            </a:extLst>
          </p:cNvPr>
          <p:cNvGrpSpPr/>
          <p:nvPr/>
        </p:nvGrpSpPr>
        <p:grpSpPr>
          <a:xfrm>
            <a:off x="4706505" y="6106196"/>
            <a:ext cx="1029166" cy="71625"/>
            <a:chOff x="3595799" y="4960156"/>
            <a:chExt cx="1012906" cy="70493"/>
          </a:xfrm>
        </p:grpSpPr>
        <p:cxnSp>
          <p:nvCxnSpPr>
            <p:cNvPr id="1231" name="Straight Arrow Connector 1230">
              <a:extLst>
                <a:ext uri="{FF2B5EF4-FFF2-40B4-BE49-F238E27FC236}">
                  <a16:creationId xmlns:a16="http://schemas.microsoft.com/office/drawing/2014/main" id="{ADEA900D-6302-2024-A21D-0988ADC1393D}"/>
                </a:ext>
              </a:extLst>
            </p:cNvPr>
            <p:cNvCxnSpPr>
              <a:cxnSpLocks/>
              <a:stCxn id="288" idx="1"/>
              <a:endCxn id="1235" idx="3"/>
            </p:cNvCxnSpPr>
            <p:nvPr/>
          </p:nvCxnSpPr>
          <p:spPr>
            <a:xfrm flipH="1">
              <a:off x="4152522" y="4969811"/>
              <a:ext cx="456183" cy="2480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2" name="Straight Arrow Connector 1231">
              <a:extLst>
                <a:ext uri="{FF2B5EF4-FFF2-40B4-BE49-F238E27FC236}">
                  <a16:creationId xmlns:a16="http://schemas.microsoft.com/office/drawing/2014/main" id="{28DA36A7-600E-8D5E-3FAB-13F0A733A861}"/>
                </a:ext>
              </a:extLst>
            </p:cNvPr>
            <p:cNvCxnSpPr>
              <a:cxnSpLocks/>
              <a:stCxn id="1236" idx="1"/>
              <a:endCxn id="236" idx="3"/>
            </p:cNvCxnSpPr>
            <p:nvPr/>
          </p:nvCxnSpPr>
          <p:spPr>
            <a:xfrm flipH="1" flipV="1">
              <a:off x="3595799" y="4973354"/>
              <a:ext cx="289632" cy="21266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33" name="Group 1232">
              <a:extLst>
                <a:ext uri="{FF2B5EF4-FFF2-40B4-BE49-F238E27FC236}">
                  <a16:creationId xmlns:a16="http://schemas.microsoft.com/office/drawing/2014/main" id="{D37907C0-D4F8-966E-8881-B80562E0490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34" name="Rectangle 25">
                <a:extLst>
                  <a:ext uri="{FF2B5EF4-FFF2-40B4-BE49-F238E27FC236}">
                    <a16:creationId xmlns:a16="http://schemas.microsoft.com/office/drawing/2014/main" id="{6952D54F-505B-E37B-41EB-C474DBE9AB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35" name="Rectangle 29">
                <a:extLst>
                  <a:ext uri="{FF2B5EF4-FFF2-40B4-BE49-F238E27FC236}">
                    <a16:creationId xmlns:a16="http://schemas.microsoft.com/office/drawing/2014/main" id="{FA6A4703-6EBC-7DF5-2EB9-5568D94635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36" name="Rectangle 29">
                <a:extLst>
                  <a:ext uri="{FF2B5EF4-FFF2-40B4-BE49-F238E27FC236}">
                    <a16:creationId xmlns:a16="http://schemas.microsoft.com/office/drawing/2014/main" id="{437E5539-2945-5F70-E717-A865DA0CCD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37" name="Group 1236">
            <a:extLst>
              <a:ext uri="{FF2B5EF4-FFF2-40B4-BE49-F238E27FC236}">
                <a16:creationId xmlns:a16="http://schemas.microsoft.com/office/drawing/2014/main" id="{C713A6F4-06C7-F2CB-8E33-2A975FD93212}"/>
              </a:ext>
            </a:extLst>
          </p:cNvPr>
          <p:cNvGrpSpPr/>
          <p:nvPr/>
        </p:nvGrpSpPr>
        <p:grpSpPr>
          <a:xfrm>
            <a:off x="6580618" y="6095623"/>
            <a:ext cx="1049124" cy="71625"/>
            <a:chOff x="3490493" y="4960156"/>
            <a:chExt cx="1032550" cy="70493"/>
          </a:xfrm>
        </p:grpSpPr>
        <p:cxnSp>
          <p:nvCxnSpPr>
            <p:cNvPr id="1238" name="Straight Arrow Connector 1237">
              <a:extLst>
                <a:ext uri="{FF2B5EF4-FFF2-40B4-BE49-F238E27FC236}">
                  <a16:creationId xmlns:a16="http://schemas.microsoft.com/office/drawing/2014/main" id="{B6128188-6318-44F4-12CB-6680FF2D280F}"/>
                </a:ext>
              </a:extLst>
            </p:cNvPr>
            <p:cNvCxnSpPr>
              <a:cxnSpLocks/>
              <a:stCxn id="349" idx="3"/>
              <a:endCxn id="1242" idx="3"/>
            </p:cNvCxnSpPr>
            <p:nvPr/>
          </p:nvCxnSpPr>
          <p:spPr>
            <a:xfrm flipH="1">
              <a:off x="4152522" y="4986541"/>
              <a:ext cx="370521" cy="807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9" name="Straight Arrow Connector 1238">
              <a:extLst>
                <a:ext uri="{FF2B5EF4-FFF2-40B4-BE49-F238E27FC236}">
                  <a16:creationId xmlns:a16="http://schemas.microsoft.com/office/drawing/2014/main" id="{B51CCF58-F1A6-C254-137E-5F2DCD05ED1D}"/>
                </a:ext>
              </a:extLst>
            </p:cNvPr>
            <p:cNvCxnSpPr>
              <a:cxnSpLocks/>
              <a:stCxn id="1243" idx="1"/>
              <a:endCxn id="327" idx="3"/>
            </p:cNvCxnSpPr>
            <p:nvPr/>
          </p:nvCxnSpPr>
          <p:spPr>
            <a:xfrm flipH="1" flipV="1">
              <a:off x="3490493" y="4980219"/>
              <a:ext cx="394937" cy="14401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0" name="Group 1239">
              <a:extLst>
                <a:ext uri="{FF2B5EF4-FFF2-40B4-BE49-F238E27FC236}">
                  <a16:creationId xmlns:a16="http://schemas.microsoft.com/office/drawing/2014/main" id="{5490640F-17C5-3C8A-E72D-52F8CB25BC2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1" name="Rectangle 25">
                <a:extLst>
                  <a:ext uri="{FF2B5EF4-FFF2-40B4-BE49-F238E27FC236}">
                    <a16:creationId xmlns:a16="http://schemas.microsoft.com/office/drawing/2014/main" id="{54E140CA-BE32-BF74-EEC4-4052CAB923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2" name="Rectangle 29">
                <a:extLst>
                  <a:ext uri="{FF2B5EF4-FFF2-40B4-BE49-F238E27FC236}">
                    <a16:creationId xmlns:a16="http://schemas.microsoft.com/office/drawing/2014/main" id="{6BBA32A8-F0E8-1D49-CA80-5025BBBB6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43" name="Rectangle 29">
                <a:extLst>
                  <a:ext uri="{FF2B5EF4-FFF2-40B4-BE49-F238E27FC236}">
                    <a16:creationId xmlns:a16="http://schemas.microsoft.com/office/drawing/2014/main" id="{82079019-00D9-4545-77A7-85CC010414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44" name="Group 1243">
            <a:extLst>
              <a:ext uri="{FF2B5EF4-FFF2-40B4-BE49-F238E27FC236}">
                <a16:creationId xmlns:a16="http://schemas.microsoft.com/office/drawing/2014/main" id="{1DC9C0EB-2FDE-75EE-34D9-AE1CCCEE606D}"/>
              </a:ext>
            </a:extLst>
          </p:cNvPr>
          <p:cNvGrpSpPr/>
          <p:nvPr/>
        </p:nvGrpSpPr>
        <p:grpSpPr>
          <a:xfrm>
            <a:off x="8425121" y="6109337"/>
            <a:ext cx="1594744" cy="71625"/>
            <a:chOff x="3602868" y="4960156"/>
            <a:chExt cx="1569549" cy="70493"/>
          </a:xfrm>
        </p:grpSpPr>
        <p:cxnSp>
          <p:nvCxnSpPr>
            <p:cNvPr id="1245" name="Straight Arrow Connector 1244">
              <a:extLst>
                <a:ext uri="{FF2B5EF4-FFF2-40B4-BE49-F238E27FC236}">
                  <a16:creationId xmlns:a16="http://schemas.microsoft.com/office/drawing/2014/main" id="{589FB6A5-5F81-078B-A273-B2DF496A0561}"/>
                </a:ext>
              </a:extLst>
            </p:cNvPr>
            <p:cNvCxnSpPr>
              <a:cxnSpLocks/>
              <a:stCxn id="927" idx="1"/>
              <a:endCxn id="1249" idx="3"/>
            </p:cNvCxnSpPr>
            <p:nvPr/>
          </p:nvCxnSpPr>
          <p:spPr>
            <a:xfrm flipH="1">
              <a:off x="4152522" y="4962044"/>
              <a:ext cx="1019895" cy="3257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46" name="Straight Arrow Connector 1245">
              <a:extLst>
                <a:ext uri="{FF2B5EF4-FFF2-40B4-BE49-F238E27FC236}">
                  <a16:creationId xmlns:a16="http://schemas.microsoft.com/office/drawing/2014/main" id="{CEE6DFA0-5858-93B8-E564-54F27D7BC448}"/>
                </a:ext>
              </a:extLst>
            </p:cNvPr>
            <p:cNvCxnSpPr>
              <a:cxnSpLocks/>
              <a:stCxn id="1250" idx="1"/>
              <a:endCxn id="359" idx="3"/>
            </p:cNvCxnSpPr>
            <p:nvPr/>
          </p:nvCxnSpPr>
          <p:spPr>
            <a:xfrm flipH="1" flipV="1">
              <a:off x="3602868" y="4967725"/>
              <a:ext cx="282563" cy="2689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7" name="Group 1246">
              <a:extLst>
                <a:ext uri="{FF2B5EF4-FFF2-40B4-BE49-F238E27FC236}">
                  <a16:creationId xmlns:a16="http://schemas.microsoft.com/office/drawing/2014/main" id="{129D34DD-7216-C874-730C-8426A650F28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8" name="Rectangle 25">
                <a:extLst>
                  <a:ext uri="{FF2B5EF4-FFF2-40B4-BE49-F238E27FC236}">
                    <a16:creationId xmlns:a16="http://schemas.microsoft.com/office/drawing/2014/main" id="{4C516DA8-036C-448A-0FF3-EB4749C477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9" name="Rectangle 29">
                <a:extLst>
                  <a:ext uri="{FF2B5EF4-FFF2-40B4-BE49-F238E27FC236}">
                    <a16:creationId xmlns:a16="http://schemas.microsoft.com/office/drawing/2014/main" id="{439A0FAF-F203-B1A1-72F7-EAACF425D4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50" name="Rectangle 29">
                <a:extLst>
                  <a:ext uri="{FF2B5EF4-FFF2-40B4-BE49-F238E27FC236}">
                    <a16:creationId xmlns:a16="http://schemas.microsoft.com/office/drawing/2014/main" id="{FF6F1EB9-F923-73A5-1A18-B0D35A7778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51" name="Group 254">
            <a:extLst>
              <a:ext uri="{FF2B5EF4-FFF2-40B4-BE49-F238E27FC236}">
                <a16:creationId xmlns:a16="http://schemas.microsoft.com/office/drawing/2014/main" id="{0334C8DC-61B7-BD82-0793-03A9DCD83995}"/>
              </a:ext>
            </a:extLst>
          </p:cNvPr>
          <p:cNvGrpSpPr>
            <a:grpSpLocks noChangeAspect="1"/>
          </p:cNvGrpSpPr>
          <p:nvPr/>
        </p:nvGrpSpPr>
        <p:grpSpPr>
          <a:xfrm>
            <a:off x="4417264" y="3838625"/>
            <a:ext cx="280226" cy="161260"/>
            <a:chOff x="8421867" y="1904979"/>
            <a:chExt cx="347879" cy="255573"/>
          </a:xfrm>
        </p:grpSpPr>
        <p:sp>
          <p:nvSpPr>
            <p:cNvPr id="1252" name="Rectangle 60">
              <a:extLst>
                <a:ext uri="{FF2B5EF4-FFF2-40B4-BE49-F238E27FC236}">
                  <a16:creationId xmlns:a16="http://schemas.microsoft.com/office/drawing/2014/main" id="{19F63FB6-F171-C155-A364-3E73A5974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53" name="Group 719">
              <a:extLst>
                <a:ext uri="{FF2B5EF4-FFF2-40B4-BE49-F238E27FC236}">
                  <a16:creationId xmlns:a16="http://schemas.microsoft.com/office/drawing/2014/main" id="{826FC65B-2C54-7A25-EE8B-8FD1623CB84A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55" name="Straight Connector 1254">
                <a:extLst>
                  <a:ext uri="{FF2B5EF4-FFF2-40B4-BE49-F238E27FC236}">
                    <a16:creationId xmlns:a16="http://schemas.microsoft.com/office/drawing/2014/main" id="{DEC26FAB-1DBD-993E-2E73-DCF02200DBB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6" name="Straight Connector 1255">
                <a:extLst>
                  <a:ext uri="{FF2B5EF4-FFF2-40B4-BE49-F238E27FC236}">
                    <a16:creationId xmlns:a16="http://schemas.microsoft.com/office/drawing/2014/main" id="{7A057B90-129B-A5B1-ECF6-14092BEEE26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7" name="Straight Connector 1256">
                <a:extLst>
                  <a:ext uri="{FF2B5EF4-FFF2-40B4-BE49-F238E27FC236}">
                    <a16:creationId xmlns:a16="http://schemas.microsoft.com/office/drawing/2014/main" id="{DA51F0D2-9DE0-6363-946D-EDC03F9C157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8" name="Straight Connector 1257">
                <a:extLst>
                  <a:ext uri="{FF2B5EF4-FFF2-40B4-BE49-F238E27FC236}">
                    <a16:creationId xmlns:a16="http://schemas.microsoft.com/office/drawing/2014/main" id="{34D320A9-EB77-BB15-9AFE-BF9E1BDAC9A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54" name="Trapezoid 798">
              <a:extLst>
                <a:ext uri="{FF2B5EF4-FFF2-40B4-BE49-F238E27FC236}">
                  <a16:creationId xmlns:a16="http://schemas.microsoft.com/office/drawing/2014/main" id="{37E258D1-4BF1-5F29-F67F-ADA6F7756EF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59" name="Rectangle 25">
            <a:extLst>
              <a:ext uri="{FF2B5EF4-FFF2-40B4-BE49-F238E27FC236}">
                <a16:creationId xmlns:a16="http://schemas.microsoft.com/office/drawing/2014/main" id="{18A8F6BA-E74D-E5B8-04E7-F5570BB11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397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60" name="Straight Arrow Connector 1259">
            <a:extLst>
              <a:ext uri="{FF2B5EF4-FFF2-40B4-BE49-F238E27FC236}">
                <a16:creationId xmlns:a16="http://schemas.microsoft.com/office/drawing/2014/main" id="{57BD7862-19F1-1D4B-8A26-7ECED8DEDFDA}"/>
              </a:ext>
            </a:extLst>
          </p:cNvPr>
          <p:cNvCxnSpPr>
            <a:cxnSpLocks/>
            <a:stCxn id="1265" idx="1"/>
            <a:endCxn id="1263" idx="6"/>
          </p:cNvCxnSpPr>
          <p:nvPr/>
        </p:nvCxnSpPr>
        <p:spPr>
          <a:xfrm flipH="1" flipV="1">
            <a:off x="4359187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1" name="Rectangle 29">
            <a:extLst>
              <a:ext uri="{FF2B5EF4-FFF2-40B4-BE49-F238E27FC236}">
                <a16:creationId xmlns:a16="http://schemas.microsoft.com/office/drawing/2014/main" id="{B7548FCD-CD2B-69F8-EE8D-87CA7643D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638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62" name="Straight Arrow Connector 1261">
            <a:extLst>
              <a:ext uri="{FF2B5EF4-FFF2-40B4-BE49-F238E27FC236}">
                <a16:creationId xmlns:a16="http://schemas.microsoft.com/office/drawing/2014/main" id="{C7BCCF9B-6CEB-C390-167E-193CD37AA1F5}"/>
              </a:ext>
            </a:extLst>
          </p:cNvPr>
          <p:cNvCxnSpPr>
            <a:cxnSpLocks/>
            <a:stCxn id="1261" idx="2"/>
            <a:endCxn id="991" idx="3"/>
          </p:cNvCxnSpPr>
          <p:nvPr/>
        </p:nvCxnSpPr>
        <p:spPr>
          <a:xfrm flipH="1">
            <a:off x="4128853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3" name="Rectangle 29">
            <a:extLst>
              <a:ext uri="{FF2B5EF4-FFF2-40B4-BE49-F238E27FC236}">
                <a16:creationId xmlns:a16="http://schemas.microsoft.com/office/drawing/2014/main" id="{7CC1F27D-AAB3-1CD2-FAFC-CE53C1DE6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105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264" name="Group 1263">
            <a:extLst>
              <a:ext uri="{FF2B5EF4-FFF2-40B4-BE49-F238E27FC236}">
                <a16:creationId xmlns:a16="http://schemas.microsoft.com/office/drawing/2014/main" id="{FA99028C-5E63-16A6-228D-D1FEC4F90688}"/>
              </a:ext>
            </a:extLst>
          </p:cNvPr>
          <p:cNvGrpSpPr/>
          <p:nvPr/>
        </p:nvGrpSpPr>
        <p:grpSpPr>
          <a:xfrm>
            <a:off x="4417318" y="3501234"/>
            <a:ext cx="276281" cy="173735"/>
            <a:chOff x="3417117" y="2447654"/>
            <a:chExt cx="362556" cy="227987"/>
          </a:xfrm>
        </p:grpSpPr>
        <p:sp>
          <p:nvSpPr>
            <p:cNvPr id="1265" name="Rectangle 1264">
              <a:extLst>
                <a:ext uri="{FF2B5EF4-FFF2-40B4-BE49-F238E27FC236}">
                  <a16:creationId xmlns:a16="http://schemas.microsoft.com/office/drawing/2014/main" id="{D30D0EB6-3CCB-5A46-CABE-ED5256357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66" name="Oval 1265">
              <a:extLst>
                <a:ext uri="{FF2B5EF4-FFF2-40B4-BE49-F238E27FC236}">
                  <a16:creationId xmlns:a16="http://schemas.microsoft.com/office/drawing/2014/main" id="{9021532D-D0AE-E803-24DD-D262891D7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7" name="Trapezoid 849">
              <a:extLst>
                <a:ext uri="{FF2B5EF4-FFF2-40B4-BE49-F238E27FC236}">
                  <a16:creationId xmlns:a16="http://schemas.microsoft.com/office/drawing/2014/main" id="{308D3B3D-FA7E-5202-3FE3-858532500106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68" name="Straight Arrow Connector 1267">
            <a:extLst>
              <a:ext uri="{FF2B5EF4-FFF2-40B4-BE49-F238E27FC236}">
                <a16:creationId xmlns:a16="http://schemas.microsoft.com/office/drawing/2014/main" id="{E335CD03-0F7D-62B4-F1C2-BA577BDA1AB8}"/>
              </a:ext>
            </a:extLst>
          </p:cNvPr>
          <p:cNvCxnSpPr>
            <a:cxnSpLocks/>
            <a:stCxn id="1102" idx="3"/>
            <a:endCxn id="991" idx="0"/>
          </p:cNvCxnSpPr>
          <p:nvPr/>
        </p:nvCxnSpPr>
        <p:spPr>
          <a:xfrm flipH="1">
            <a:off x="3990712" y="3227932"/>
            <a:ext cx="1493606" cy="27172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69" name="Group 254">
            <a:extLst>
              <a:ext uri="{FF2B5EF4-FFF2-40B4-BE49-F238E27FC236}">
                <a16:creationId xmlns:a16="http://schemas.microsoft.com/office/drawing/2014/main" id="{130F8E3F-7890-E5CB-62E8-3A667F76A338}"/>
              </a:ext>
            </a:extLst>
          </p:cNvPr>
          <p:cNvGrpSpPr>
            <a:grpSpLocks noChangeAspect="1"/>
          </p:cNvGrpSpPr>
          <p:nvPr/>
        </p:nvGrpSpPr>
        <p:grpSpPr>
          <a:xfrm>
            <a:off x="7575569" y="3850494"/>
            <a:ext cx="280226" cy="161260"/>
            <a:chOff x="8421867" y="1904979"/>
            <a:chExt cx="347879" cy="255573"/>
          </a:xfrm>
        </p:grpSpPr>
        <p:sp>
          <p:nvSpPr>
            <p:cNvPr id="1270" name="Rectangle 60">
              <a:extLst>
                <a:ext uri="{FF2B5EF4-FFF2-40B4-BE49-F238E27FC236}">
                  <a16:creationId xmlns:a16="http://schemas.microsoft.com/office/drawing/2014/main" id="{6192EAD0-CE38-B9D7-A120-658ED804B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71" name="Group 719">
              <a:extLst>
                <a:ext uri="{FF2B5EF4-FFF2-40B4-BE49-F238E27FC236}">
                  <a16:creationId xmlns:a16="http://schemas.microsoft.com/office/drawing/2014/main" id="{F2BF961B-D12D-6425-E297-CFF3A7828FA4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73" name="Straight Connector 1272">
                <a:extLst>
                  <a:ext uri="{FF2B5EF4-FFF2-40B4-BE49-F238E27FC236}">
                    <a16:creationId xmlns:a16="http://schemas.microsoft.com/office/drawing/2014/main" id="{EAECC4B3-2977-7715-4327-77F7C0DF299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4" name="Straight Connector 1273">
                <a:extLst>
                  <a:ext uri="{FF2B5EF4-FFF2-40B4-BE49-F238E27FC236}">
                    <a16:creationId xmlns:a16="http://schemas.microsoft.com/office/drawing/2014/main" id="{1A101175-6CD7-A2C3-B3ED-D6A1A00DF35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5" name="Straight Connector 1274">
                <a:extLst>
                  <a:ext uri="{FF2B5EF4-FFF2-40B4-BE49-F238E27FC236}">
                    <a16:creationId xmlns:a16="http://schemas.microsoft.com/office/drawing/2014/main" id="{3E513178-1D06-2229-AB7C-099062D8415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6" name="Straight Connector 1275">
                <a:extLst>
                  <a:ext uri="{FF2B5EF4-FFF2-40B4-BE49-F238E27FC236}">
                    <a16:creationId xmlns:a16="http://schemas.microsoft.com/office/drawing/2014/main" id="{15A2CDC2-01DC-CE2B-6633-4E9DE1FD716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72" name="Trapezoid 853">
              <a:extLst>
                <a:ext uri="{FF2B5EF4-FFF2-40B4-BE49-F238E27FC236}">
                  <a16:creationId xmlns:a16="http://schemas.microsoft.com/office/drawing/2014/main" id="{EB04E307-4A5C-32CF-A4D3-0038C8CA6B7D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77" name="Group 1276">
            <a:extLst>
              <a:ext uri="{FF2B5EF4-FFF2-40B4-BE49-F238E27FC236}">
                <a16:creationId xmlns:a16="http://schemas.microsoft.com/office/drawing/2014/main" id="{5B2559FE-5790-172E-A177-E28A839C4A62}"/>
              </a:ext>
            </a:extLst>
          </p:cNvPr>
          <p:cNvGrpSpPr/>
          <p:nvPr/>
        </p:nvGrpSpPr>
        <p:grpSpPr>
          <a:xfrm>
            <a:off x="7572492" y="3498108"/>
            <a:ext cx="276281" cy="173735"/>
            <a:chOff x="3417117" y="2447654"/>
            <a:chExt cx="362556" cy="227987"/>
          </a:xfrm>
        </p:grpSpPr>
        <p:sp>
          <p:nvSpPr>
            <p:cNvPr id="1278" name="Rectangle 1277">
              <a:extLst>
                <a:ext uri="{FF2B5EF4-FFF2-40B4-BE49-F238E27FC236}">
                  <a16:creationId xmlns:a16="http://schemas.microsoft.com/office/drawing/2014/main" id="{AE450313-5DBA-6F01-1D0D-68BC6DF24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79" name="Oval 1278">
              <a:extLst>
                <a:ext uri="{FF2B5EF4-FFF2-40B4-BE49-F238E27FC236}">
                  <a16:creationId xmlns:a16="http://schemas.microsoft.com/office/drawing/2014/main" id="{73991542-6880-3C97-8BF6-5E45263CDE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80" name="Trapezoid 861">
              <a:extLst>
                <a:ext uri="{FF2B5EF4-FFF2-40B4-BE49-F238E27FC236}">
                  <a16:creationId xmlns:a16="http://schemas.microsoft.com/office/drawing/2014/main" id="{F68F994C-7069-ED25-5A29-28C61234D24C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81" name="Rectangle 25">
            <a:extLst>
              <a:ext uri="{FF2B5EF4-FFF2-40B4-BE49-F238E27FC236}">
                <a16:creationId xmlns:a16="http://schemas.microsoft.com/office/drawing/2014/main" id="{0A0C5A28-C582-3B63-C728-1E9366882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6526" y="3538880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82" name="Straight Arrow Connector 1281">
            <a:extLst>
              <a:ext uri="{FF2B5EF4-FFF2-40B4-BE49-F238E27FC236}">
                <a16:creationId xmlns:a16="http://schemas.microsoft.com/office/drawing/2014/main" id="{FEBE4D04-34F8-C8B3-56FE-B2AA7FAA0946}"/>
              </a:ext>
            </a:extLst>
          </p:cNvPr>
          <p:cNvCxnSpPr>
            <a:cxnSpLocks/>
            <a:stCxn id="1018" idx="1"/>
            <a:endCxn id="1285" idx="6"/>
          </p:cNvCxnSpPr>
          <p:nvPr/>
        </p:nvCxnSpPr>
        <p:spPr>
          <a:xfrm flipH="1">
            <a:off x="8091744" y="3581673"/>
            <a:ext cx="61570" cy="434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3" name="Rectangle 29">
            <a:extLst>
              <a:ext uri="{FF2B5EF4-FFF2-40B4-BE49-F238E27FC236}">
                <a16:creationId xmlns:a16="http://schemas.microsoft.com/office/drawing/2014/main" id="{058B5C8D-17CA-45FB-E951-14182E85F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8939" y="355479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4" name="Straight Arrow Connector 1283">
            <a:extLst>
              <a:ext uri="{FF2B5EF4-FFF2-40B4-BE49-F238E27FC236}">
                <a16:creationId xmlns:a16="http://schemas.microsoft.com/office/drawing/2014/main" id="{6C608D6B-FD4C-0A5E-208A-A89FEC9A5DBA}"/>
              </a:ext>
            </a:extLst>
          </p:cNvPr>
          <p:cNvCxnSpPr>
            <a:cxnSpLocks/>
            <a:stCxn id="1283" idx="2"/>
            <a:endCxn id="1278" idx="3"/>
          </p:cNvCxnSpPr>
          <p:nvPr/>
        </p:nvCxnSpPr>
        <p:spPr>
          <a:xfrm flipH="1">
            <a:off x="7848773" y="3584507"/>
            <a:ext cx="50166" cy="46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5" name="Rectangle 29">
            <a:extLst>
              <a:ext uri="{FF2B5EF4-FFF2-40B4-BE49-F238E27FC236}">
                <a16:creationId xmlns:a16="http://schemas.microsoft.com/office/drawing/2014/main" id="{F51788DE-D0FF-0B35-1C86-CFC0187A1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6662" y="35563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6" name="Straight Arrow Connector 1285">
            <a:extLst>
              <a:ext uri="{FF2B5EF4-FFF2-40B4-BE49-F238E27FC236}">
                <a16:creationId xmlns:a16="http://schemas.microsoft.com/office/drawing/2014/main" id="{25A1F2A0-C567-5ED2-EE61-285D72919CA1}"/>
              </a:ext>
            </a:extLst>
          </p:cNvPr>
          <p:cNvCxnSpPr>
            <a:cxnSpLocks/>
            <a:stCxn id="1018" idx="0"/>
            <a:endCxn id="1104" idx="5"/>
          </p:cNvCxnSpPr>
          <p:nvPr/>
        </p:nvCxnSpPr>
        <p:spPr>
          <a:xfrm flipH="1" flipV="1">
            <a:off x="6756438" y="3227933"/>
            <a:ext cx="1535016" cy="26687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87" name="Group 1286">
            <a:extLst>
              <a:ext uri="{FF2B5EF4-FFF2-40B4-BE49-F238E27FC236}">
                <a16:creationId xmlns:a16="http://schemas.microsoft.com/office/drawing/2014/main" id="{BEA88BE7-C5D1-7EED-34FC-FC43A92C9A10}"/>
              </a:ext>
            </a:extLst>
          </p:cNvPr>
          <p:cNvGrpSpPr/>
          <p:nvPr/>
        </p:nvGrpSpPr>
        <p:grpSpPr>
          <a:xfrm>
            <a:off x="5730192" y="3499658"/>
            <a:ext cx="276281" cy="173735"/>
            <a:chOff x="3417117" y="2447654"/>
            <a:chExt cx="362556" cy="227987"/>
          </a:xfrm>
        </p:grpSpPr>
        <p:sp>
          <p:nvSpPr>
            <p:cNvPr id="1288" name="Rectangle 1287">
              <a:extLst>
                <a:ext uri="{FF2B5EF4-FFF2-40B4-BE49-F238E27FC236}">
                  <a16:creationId xmlns:a16="http://schemas.microsoft.com/office/drawing/2014/main" id="{A11F2B8B-01E8-645E-3F0A-79C6420BB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89" name="Oval 1288">
              <a:extLst>
                <a:ext uri="{FF2B5EF4-FFF2-40B4-BE49-F238E27FC236}">
                  <a16:creationId xmlns:a16="http://schemas.microsoft.com/office/drawing/2014/main" id="{BCF46527-8099-EE74-6288-D8EA453E5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0" name="Trapezoid 613">
              <a:extLst>
                <a:ext uri="{FF2B5EF4-FFF2-40B4-BE49-F238E27FC236}">
                  <a16:creationId xmlns:a16="http://schemas.microsoft.com/office/drawing/2014/main" id="{7C91F9D2-AB7A-99F6-E019-B608A734159F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91" name="Straight Arrow Connector 1290">
            <a:extLst>
              <a:ext uri="{FF2B5EF4-FFF2-40B4-BE49-F238E27FC236}">
                <a16:creationId xmlns:a16="http://schemas.microsoft.com/office/drawing/2014/main" id="{1F15DC0B-BD7B-4A81-65B5-6BC01C85F63B}"/>
              </a:ext>
            </a:extLst>
          </p:cNvPr>
          <p:cNvCxnSpPr>
            <a:cxnSpLocks/>
            <a:endCxn id="1288" idx="3"/>
          </p:cNvCxnSpPr>
          <p:nvPr/>
        </p:nvCxnSpPr>
        <p:spPr>
          <a:xfrm flipH="1" flipV="1">
            <a:off x="600647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1292" name="Group 254">
            <a:extLst>
              <a:ext uri="{FF2B5EF4-FFF2-40B4-BE49-F238E27FC236}">
                <a16:creationId xmlns:a16="http://schemas.microsoft.com/office/drawing/2014/main" id="{D2BCECDC-E530-9C0E-7B1F-4288AF2579DF}"/>
              </a:ext>
            </a:extLst>
          </p:cNvPr>
          <p:cNvGrpSpPr>
            <a:grpSpLocks noChangeAspect="1"/>
          </p:cNvGrpSpPr>
          <p:nvPr/>
        </p:nvGrpSpPr>
        <p:grpSpPr>
          <a:xfrm>
            <a:off x="5726877" y="3867267"/>
            <a:ext cx="280226" cy="161260"/>
            <a:chOff x="8421867" y="1904979"/>
            <a:chExt cx="347879" cy="255573"/>
          </a:xfrm>
        </p:grpSpPr>
        <p:sp>
          <p:nvSpPr>
            <p:cNvPr id="1293" name="Rectangle 60">
              <a:extLst>
                <a:ext uri="{FF2B5EF4-FFF2-40B4-BE49-F238E27FC236}">
                  <a16:creationId xmlns:a16="http://schemas.microsoft.com/office/drawing/2014/main" id="{C52B583A-4457-9B45-ADCE-6DC23E44CB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94" name="Group 719">
              <a:extLst>
                <a:ext uri="{FF2B5EF4-FFF2-40B4-BE49-F238E27FC236}">
                  <a16:creationId xmlns:a16="http://schemas.microsoft.com/office/drawing/2014/main" id="{5C518B37-BCE6-CADB-48C0-95C239589B9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96" name="Straight Connector 1295">
                <a:extLst>
                  <a:ext uri="{FF2B5EF4-FFF2-40B4-BE49-F238E27FC236}">
                    <a16:creationId xmlns:a16="http://schemas.microsoft.com/office/drawing/2014/main" id="{99BABA25-E749-5F53-57EE-F2B41ED5C6F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7" name="Straight Connector 1296">
                <a:extLst>
                  <a:ext uri="{FF2B5EF4-FFF2-40B4-BE49-F238E27FC236}">
                    <a16:creationId xmlns:a16="http://schemas.microsoft.com/office/drawing/2014/main" id="{C3AEFA12-1BF0-97D4-B91D-2CE084E4A66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8" name="Straight Connector 1297">
                <a:extLst>
                  <a:ext uri="{FF2B5EF4-FFF2-40B4-BE49-F238E27FC236}">
                    <a16:creationId xmlns:a16="http://schemas.microsoft.com/office/drawing/2014/main" id="{E65F8B0A-32BF-E735-C8CB-F0789DF58D8A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9" name="Straight Connector 1298">
                <a:extLst>
                  <a:ext uri="{FF2B5EF4-FFF2-40B4-BE49-F238E27FC236}">
                    <a16:creationId xmlns:a16="http://schemas.microsoft.com/office/drawing/2014/main" id="{654E7EBF-3893-6BD7-BE2B-BB65A17CD6E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95" name="Trapezoid 136">
              <a:extLst>
                <a:ext uri="{FF2B5EF4-FFF2-40B4-BE49-F238E27FC236}">
                  <a16:creationId xmlns:a16="http://schemas.microsoft.com/office/drawing/2014/main" id="{E623A95F-E9D5-49FB-40F1-D0FD6DCD82A1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01" name="Group 254">
            <a:extLst>
              <a:ext uri="{FF2B5EF4-FFF2-40B4-BE49-F238E27FC236}">
                <a16:creationId xmlns:a16="http://schemas.microsoft.com/office/drawing/2014/main" id="{74ACDAD8-12D1-83BF-4C18-EE29D2A06C04}"/>
              </a:ext>
            </a:extLst>
          </p:cNvPr>
          <p:cNvGrpSpPr>
            <a:grpSpLocks noChangeAspect="1"/>
          </p:cNvGrpSpPr>
          <p:nvPr/>
        </p:nvGrpSpPr>
        <p:grpSpPr>
          <a:xfrm>
            <a:off x="6294884" y="3838625"/>
            <a:ext cx="280226" cy="161260"/>
            <a:chOff x="8421867" y="1904979"/>
            <a:chExt cx="347879" cy="255573"/>
          </a:xfrm>
        </p:grpSpPr>
        <p:sp>
          <p:nvSpPr>
            <p:cNvPr id="1302" name="Rectangle 60">
              <a:extLst>
                <a:ext uri="{FF2B5EF4-FFF2-40B4-BE49-F238E27FC236}">
                  <a16:creationId xmlns:a16="http://schemas.microsoft.com/office/drawing/2014/main" id="{EDA21F42-1329-70B4-632D-E5AD23BAF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03" name="Group 719">
              <a:extLst>
                <a:ext uri="{FF2B5EF4-FFF2-40B4-BE49-F238E27FC236}">
                  <a16:creationId xmlns:a16="http://schemas.microsoft.com/office/drawing/2014/main" id="{E6AA0D29-20AB-B83C-7063-2A682FC6BD3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05" name="Straight Connector 1304">
                <a:extLst>
                  <a:ext uri="{FF2B5EF4-FFF2-40B4-BE49-F238E27FC236}">
                    <a16:creationId xmlns:a16="http://schemas.microsoft.com/office/drawing/2014/main" id="{7098DCD9-2598-DFFE-D3BF-152C7DB0E13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6" name="Straight Connector 1305">
                <a:extLst>
                  <a:ext uri="{FF2B5EF4-FFF2-40B4-BE49-F238E27FC236}">
                    <a16:creationId xmlns:a16="http://schemas.microsoft.com/office/drawing/2014/main" id="{5666560D-571A-1F46-322E-6FF70E099AF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7" name="Straight Connector 1306">
                <a:extLst>
                  <a:ext uri="{FF2B5EF4-FFF2-40B4-BE49-F238E27FC236}">
                    <a16:creationId xmlns:a16="http://schemas.microsoft.com/office/drawing/2014/main" id="{0D24CEC2-68C9-CF96-06F6-8464B6D9E87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8" name="Straight Connector 1307">
                <a:extLst>
                  <a:ext uri="{FF2B5EF4-FFF2-40B4-BE49-F238E27FC236}">
                    <a16:creationId xmlns:a16="http://schemas.microsoft.com/office/drawing/2014/main" id="{D51D05B9-76A1-CBDB-719E-CC9E4200984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04" name="Trapezoid 798">
              <a:extLst>
                <a:ext uri="{FF2B5EF4-FFF2-40B4-BE49-F238E27FC236}">
                  <a16:creationId xmlns:a16="http://schemas.microsoft.com/office/drawing/2014/main" id="{D3D27655-38D6-AA83-85F9-DC541263A08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09" name="Rectangle 1308">
            <a:extLst>
              <a:ext uri="{FF2B5EF4-FFF2-40B4-BE49-F238E27FC236}">
                <a16:creationId xmlns:a16="http://schemas.microsoft.com/office/drawing/2014/main" id="{02A913FC-3E31-AF03-BBFF-71099273C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159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310" name="Straight Arrow Connector 1309">
            <a:extLst>
              <a:ext uri="{FF2B5EF4-FFF2-40B4-BE49-F238E27FC236}">
                <a16:creationId xmlns:a16="http://schemas.microsoft.com/office/drawing/2014/main" id="{4A211B8D-248E-7B9C-6D63-EBE4B6F41815}"/>
              </a:ext>
            </a:extLst>
          </p:cNvPr>
          <p:cNvCxnSpPr>
            <a:cxnSpLocks/>
            <a:stCxn id="1315" idx="1"/>
            <a:endCxn id="1313" idx="6"/>
          </p:cNvCxnSpPr>
          <p:nvPr/>
        </p:nvCxnSpPr>
        <p:spPr>
          <a:xfrm flipH="1" flipV="1">
            <a:off x="6236808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1" name="Rectangle 29">
            <a:extLst>
              <a:ext uri="{FF2B5EF4-FFF2-40B4-BE49-F238E27FC236}">
                <a16:creationId xmlns:a16="http://schemas.microsoft.com/office/drawing/2014/main" id="{0CD6B8FF-0E54-11C5-6298-1BE1AF272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400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312" name="Straight Arrow Connector 1311">
            <a:extLst>
              <a:ext uri="{FF2B5EF4-FFF2-40B4-BE49-F238E27FC236}">
                <a16:creationId xmlns:a16="http://schemas.microsoft.com/office/drawing/2014/main" id="{4DF8CCED-1E09-CACD-5CE1-5B5F97684DA9}"/>
              </a:ext>
            </a:extLst>
          </p:cNvPr>
          <p:cNvCxnSpPr>
            <a:cxnSpLocks/>
            <a:stCxn id="1311" idx="2"/>
            <a:endCxn id="1288" idx="3"/>
          </p:cNvCxnSpPr>
          <p:nvPr/>
        </p:nvCxnSpPr>
        <p:spPr>
          <a:xfrm flipH="1">
            <a:off x="6006474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3" name="Rectangle 29">
            <a:extLst>
              <a:ext uri="{FF2B5EF4-FFF2-40B4-BE49-F238E27FC236}">
                <a16:creationId xmlns:a16="http://schemas.microsoft.com/office/drawing/2014/main" id="{CDDFFD76-72CA-A896-D6D3-6A76D1B5F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1726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314" name="Group 1313">
            <a:extLst>
              <a:ext uri="{FF2B5EF4-FFF2-40B4-BE49-F238E27FC236}">
                <a16:creationId xmlns:a16="http://schemas.microsoft.com/office/drawing/2014/main" id="{ABEF5135-E639-B6ED-1AD7-9298AEA7ACCA}"/>
              </a:ext>
            </a:extLst>
          </p:cNvPr>
          <p:cNvGrpSpPr/>
          <p:nvPr/>
        </p:nvGrpSpPr>
        <p:grpSpPr>
          <a:xfrm>
            <a:off x="6294938" y="3501234"/>
            <a:ext cx="276281" cy="173735"/>
            <a:chOff x="3417117" y="2447654"/>
            <a:chExt cx="362556" cy="227987"/>
          </a:xfrm>
        </p:grpSpPr>
        <p:sp>
          <p:nvSpPr>
            <p:cNvPr id="1315" name="Rectangle 1314">
              <a:extLst>
                <a:ext uri="{FF2B5EF4-FFF2-40B4-BE49-F238E27FC236}">
                  <a16:creationId xmlns:a16="http://schemas.microsoft.com/office/drawing/2014/main" id="{0728D19F-313B-EA8E-5FDE-66965840EC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316" name="Oval 1315">
              <a:extLst>
                <a:ext uri="{FF2B5EF4-FFF2-40B4-BE49-F238E27FC236}">
                  <a16:creationId xmlns:a16="http://schemas.microsoft.com/office/drawing/2014/main" id="{716B9C72-B0F3-EBCC-DFBF-749A8CCB8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7" name="Trapezoid 849">
              <a:extLst>
                <a:ext uri="{FF2B5EF4-FFF2-40B4-BE49-F238E27FC236}">
                  <a16:creationId xmlns:a16="http://schemas.microsoft.com/office/drawing/2014/main" id="{DC83F832-27EE-EBEB-7332-0F0D074F63D6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30" name="Group 254">
            <a:extLst>
              <a:ext uri="{FF2B5EF4-FFF2-40B4-BE49-F238E27FC236}">
                <a16:creationId xmlns:a16="http://schemas.microsoft.com/office/drawing/2014/main" id="{F1F93716-CA18-BF27-3911-A489264BD8A2}"/>
              </a:ext>
            </a:extLst>
          </p:cNvPr>
          <p:cNvGrpSpPr>
            <a:grpSpLocks noChangeAspect="1"/>
          </p:cNvGrpSpPr>
          <p:nvPr/>
        </p:nvGrpSpPr>
        <p:grpSpPr>
          <a:xfrm>
            <a:off x="3849256" y="2422880"/>
            <a:ext cx="280226" cy="161260"/>
            <a:chOff x="8421867" y="1904979"/>
            <a:chExt cx="347879" cy="255573"/>
          </a:xfrm>
        </p:grpSpPr>
        <p:sp>
          <p:nvSpPr>
            <p:cNvPr id="1331" name="Rectangle 60">
              <a:extLst>
                <a:ext uri="{FF2B5EF4-FFF2-40B4-BE49-F238E27FC236}">
                  <a16:creationId xmlns:a16="http://schemas.microsoft.com/office/drawing/2014/main" id="{C8B46BEC-F949-5796-87C9-B4CA74C6E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32" name="Group 719">
              <a:extLst>
                <a:ext uri="{FF2B5EF4-FFF2-40B4-BE49-F238E27FC236}">
                  <a16:creationId xmlns:a16="http://schemas.microsoft.com/office/drawing/2014/main" id="{A2FD1AF4-6E12-BC2E-ACCA-F25BB1A9413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34" name="Straight Connector 1333">
                <a:extLst>
                  <a:ext uri="{FF2B5EF4-FFF2-40B4-BE49-F238E27FC236}">
                    <a16:creationId xmlns:a16="http://schemas.microsoft.com/office/drawing/2014/main" id="{79B2EF98-1487-5FD9-3E2B-BDD57BF3BED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35" name="Straight Connector 1334">
                <a:extLst>
                  <a:ext uri="{FF2B5EF4-FFF2-40B4-BE49-F238E27FC236}">
                    <a16:creationId xmlns:a16="http://schemas.microsoft.com/office/drawing/2014/main" id="{A941D2FC-5537-369B-1D3F-FF3DBA2F1F2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36" name="Straight Connector 1335">
                <a:extLst>
                  <a:ext uri="{FF2B5EF4-FFF2-40B4-BE49-F238E27FC236}">
                    <a16:creationId xmlns:a16="http://schemas.microsoft.com/office/drawing/2014/main" id="{46F3D8E3-69C7-C181-096A-88CF885D6CC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37" name="Straight Connector 1336">
                <a:extLst>
                  <a:ext uri="{FF2B5EF4-FFF2-40B4-BE49-F238E27FC236}">
                    <a16:creationId xmlns:a16="http://schemas.microsoft.com/office/drawing/2014/main" id="{48A4A56D-9C20-1C7E-41F1-685D434B00D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33" name="Trapezoid 136">
              <a:extLst>
                <a:ext uri="{FF2B5EF4-FFF2-40B4-BE49-F238E27FC236}">
                  <a16:creationId xmlns:a16="http://schemas.microsoft.com/office/drawing/2014/main" id="{6EC1B0B4-9710-0511-9734-E7F81157DE8F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52" name="Rectangle 135">
            <a:extLst>
              <a:ext uri="{FF2B5EF4-FFF2-40B4-BE49-F238E27FC236}">
                <a16:creationId xmlns:a16="http://schemas.microsoft.com/office/drawing/2014/main" id="{2C7AF41B-627C-9244-0C0D-31209A794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131" y="45974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353" name="Rectangle 127">
            <a:extLst>
              <a:ext uri="{FF2B5EF4-FFF2-40B4-BE49-F238E27FC236}">
                <a16:creationId xmlns:a16="http://schemas.microsoft.com/office/drawing/2014/main" id="{CE1C66AA-5998-5105-B263-EC07EF32C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2222" y="469981"/>
            <a:ext cx="3093175" cy="97606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69615" tIns="34806" rIns="69615" bIns="34806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464504" eaLnBrk="1" hangingPunct="1">
              <a:spcBef>
                <a:spcPct val="0"/>
              </a:spcBef>
              <a:buNone/>
              <a:defRPr/>
            </a:pPr>
            <a:endParaRPr lang="en-US" altLang="en-US" sz="686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356" name="Rectangle 135">
            <a:extLst>
              <a:ext uri="{FF2B5EF4-FFF2-40B4-BE49-F238E27FC236}">
                <a16:creationId xmlns:a16="http://schemas.microsoft.com/office/drawing/2014/main" id="{7588EAA0-7E5F-CB50-FAD8-231F12C56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6895" y="45974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CP connection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1357" name="Straight Arrow Connector 1356">
            <a:extLst>
              <a:ext uri="{FF2B5EF4-FFF2-40B4-BE49-F238E27FC236}">
                <a16:creationId xmlns:a16="http://schemas.microsoft.com/office/drawing/2014/main" id="{7EC4DA72-0D4E-CDEF-28C6-EC4F3364CAA1}"/>
              </a:ext>
            </a:extLst>
          </p:cNvPr>
          <p:cNvCxnSpPr>
            <a:cxnSpLocks/>
            <a:stCxn id="1351" idx="5"/>
            <a:endCxn id="1468" idx="0"/>
          </p:cNvCxnSpPr>
          <p:nvPr/>
        </p:nvCxnSpPr>
        <p:spPr>
          <a:xfrm>
            <a:off x="7660892" y="539794"/>
            <a:ext cx="812045" cy="412341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grpSp>
        <p:nvGrpSpPr>
          <p:cNvPr id="1359" name="Group 254">
            <a:extLst>
              <a:ext uri="{FF2B5EF4-FFF2-40B4-BE49-F238E27FC236}">
                <a16:creationId xmlns:a16="http://schemas.microsoft.com/office/drawing/2014/main" id="{31944D12-93A4-43CF-864A-A23426770BC3}"/>
              </a:ext>
            </a:extLst>
          </p:cNvPr>
          <p:cNvGrpSpPr>
            <a:grpSpLocks noChangeAspect="1"/>
          </p:cNvGrpSpPr>
          <p:nvPr/>
        </p:nvGrpSpPr>
        <p:grpSpPr>
          <a:xfrm>
            <a:off x="8139314" y="2428964"/>
            <a:ext cx="280226" cy="161260"/>
            <a:chOff x="8421867" y="1904979"/>
            <a:chExt cx="347879" cy="255573"/>
          </a:xfrm>
        </p:grpSpPr>
        <p:sp>
          <p:nvSpPr>
            <p:cNvPr id="1360" name="Rectangle 60">
              <a:extLst>
                <a:ext uri="{FF2B5EF4-FFF2-40B4-BE49-F238E27FC236}">
                  <a16:creationId xmlns:a16="http://schemas.microsoft.com/office/drawing/2014/main" id="{417C7B6B-9E38-234A-316B-850763245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61" name="Group 719">
              <a:extLst>
                <a:ext uri="{FF2B5EF4-FFF2-40B4-BE49-F238E27FC236}">
                  <a16:creationId xmlns:a16="http://schemas.microsoft.com/office/drawing/2014/main" id="{CBC6B42E-5AEC-EFAB-CFFB-4F354516B4A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63" name="Straight Connector 1362">
                <a:extLst>
                  <a:ext uri="{FF2B5EF4-FFF2-40B4-BE49-F238E27FC236}">
                    <a16:creationId xmlns:a16="http://schemas.microsoft.com/office/drawing/2014/main" id="{E5F529DD-CD44-C200-BC2F-97A308DFAC4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64" name="Straight Connector 1363">
                <a:extLst>
                  <a:ext uri="{FF2B5EF4-FFF2-40B4-BE49-F238E27FC236}">
                    <a16:creationId xmlns:a16="http://schemas.microsoft.com/office/drawing/2014/main" id="{FD00C503-1B84-2CA1-CCE9-D91C3439778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65" name="Straight Connector 1364">
                <a:extLst>
                  <a:ext uri="{FF2B5EF4-FFF2-40B4-BE49-F238E27FC236}">
                    <a16:creationId xmlns:a16="http://schemas.microsoft.com/office/drawing/2014/main" id="{69785F6E-4458-EEC5-D4E0-2AF74A1CE8AA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66" name="Straight Connector 1365">
                <a:extLst>
                  <a:ext uri="{FF2B5EF4-FFF2-40B4-BE49-F238E27FC236}">
                    <a16:creationId xmlns:a16="http://schemas.microsoft.com/office/drawing/2014/main" id="{58B583F2-F0C8-0EDE-7EAB-8E4DAEE7E51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62" name="Trapezoid 494">
              <a:extLst>
                <a:ext uri="{FF2B5EF4-FFF2-40B4-BE49-F238E27FC236}">
                  <a16:creationId xmlns:a16="http://schemas.microsoft.com/office/drawing/2014/main" id="{254C9188-F0FA-290D-A098-199CEF04CF24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467" name="Group 1466">
            <a:extLst>
              <a:ext uri="{FF2B5EF4-FFF2-40B4-BE49-F238E27FC236}">
                <a16:creationId xmlns:a16="http://schemas.microsoft.com/office/drawing/2014/main" id="{FBA928A9-285F-A3D6-FF46-1552A13115C5}"/>
              </a:ext>
            </a:extLst>
          </p:cNvPr>
          <p:cNvGrpSpPr/>
          <p:nvPr/>
        </p:nvGrpSpPr>
        <p:grpSpPr>
          <a:xfrm>
            <a:off x="8334796" y="952135"/>
            <a:ext cx="276281" cy="173735"/>
            <a:chOff x="3417117" y="2447654"/>
            <a:chExt cx="362556" cy="227987"/>
          </a:xfrm>
        </p:grpSpPr>
        <p:sp>
          <p:nvSpPr>
            <p:cNvPr id="1468" name="Rectangle 1467">
              <a:extLst>
                <a:ext uri="{FF2B5EF4-FFF2-40B4-BE49-F238E27FC236}">
                  <a16:creationId xmlns:a16="http://schemas.microsoft.com/office/drawing/2014/main" id="{DDB1DBE6-5E3B-3AD6-4150-0AB4CE665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FF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469" name="Oval 1468">
              <a:extLst>
                <a:ext uri="{FF2B5EF4-FFF2-40B4-BE49-F238E27FC236}">
                  <a16:creationId xmlns:a16="http://schemas.microsoft.com/office/drawing/2014/main" id="{9FE2D3D9-D8CB-ECD6-BDAC-96B1C6C50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70" name="Trapezoid 613">
              <a:extLst>
                <a:ext uri="{FF2B5EF4-FFF2-40B4-BE49-F238E27FC236}">
                  <a16:creationId xmlns:a16="http://schemas.microsoft.com/office/drawing/2014/main" id="{7C54A0C4-C715-B24D-806C-08424F98D57C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476" name="Straight Connector 1475">
            <a:extLst>
              <a:ext uri="{FF2B5EF4-FFF2-40B4-BE49-F238E27FC236}">
                <a16:creationId xmlns:a16="http://schemas.microsoft.com/office/drawing/2014/main" id="{9B4611E2-BE98-8BA3-925D-04798BEBDFCE}"/>
              </a:ext>
            </a:extLst>
          </p:cNvPr>
          <p:cNvCxnSpPr>
            <a:stCxn id="1360" idx="0"/>
            <a:endCxn id="1468" idx="2"/>
          </p:cNvCxnSpPr>
          <p:nvPr/>
        </p:nvCxnSpPr>
        <p:spPr>
          <a:xfrm flipV="1">
            <a:off x="8279427" y="1125870"/>
            <a:ext cx="193510" cy="1303094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520" name="Rectangle 25">
            <a:extLst>
              <a:ext uri="{FF2B5EF4-FFF2-40B4-BE49-F238E27FC236}">
                <a16:creationId xmlns:a16="http://schemas.microsoft.com/office/drawing/2014/main" id="{34CC434B-3B9B-52A3-A47B-E4AB2A00C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127207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1" name="Rectangle 29">
            <a:extLst>
              <a:ext uri="{FF2B5EF4-FFF2-40B4-BE49-F238E27FC236}">
                <a16:creationId xmlns:a16="http://schemas.microsoft.com/office/drawing/2014/main" id="{2D2D730E-51E1-DB4C-AB6B-8EB646FB7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14235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2" name="Rectangle 135">
            <a:extLst>
              <a:ext uri="{FF2B5EF4-FFF2-40B4-BE49-F238E27FC236}">
                <a16:creationId xmlns:a16="http://schemas.microsoft.com/office/drawing/2014/main" id="{D06E2D48-124E-38AB-9FCB-69672110B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112524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3" name="Rectangle 29">
            <a:extLst>
              <a:ext uri="{FF2B5EF4-FFF2-40B4-BE49-F238E27FC236}">
                <a16:creationId xmlns:a16="http://schemas.microsoft.com/office/drawing/2014/main" id="{54BB5EE7-BFDC-96CA-D259-294906D0D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14235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4" name="Rectangle 25">
            <a:extLst>
              <a:ext uri="{FF2B5EF4-FFF2-40B4-BE49-F238E27FC236}">
                <a16:creationId xmlns:a16="http://schemas.microsoft.com/office/drawing/2014/main" id="{463F71E1-5041-5E57-6538-20EFFC3E9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354457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5" name="Rectangle 29">
            <a:extLst>
              <a:ext uri="{FF2B5EF4-FFF2-40B4-BE49-F238E27FC236}">
                <a16:creationId xmlns:a16="http://schemas.microsoft.com/office/drawing/2014/main" id="{DDC79C04-6D5E-4914-25FC-1917471A1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3696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6" name="Rectangle 135">
            <a:extLst>
              <a:ext uri="{FF2B5EF4-FFF2-40B4-BE49-F238E27FC236}">
                <a16:creationId xmlns:a16="http://schemas.microsoft.com/office/drawing/2014/main" id="{B6973C4E-FD2A-6526-E317-67284EDCF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339774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7" name="Rectangle 29">
            <a:extLst>
              <a:ext uri="{FF2B5EF4-FFF2-40B4-BE49-F238E27FC236}">
                <a16:creationId xmlns:a16="http://schemas.microsoft.com/office/drawing/2014/main" id="{4C8E8763-973E-8629-FE29-CB42C1EF5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3696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542" name="Connector: Elbow 1541">
            <a:extLst>
              <a:ext uri="{FF2B5EF4-FFF2-40B4-BE49-F238E27FC236}">
                <a16:creationId xmlns:a16="http://schemas.microsoft.com/office/drawing/2014/main" id="{961D71D3-52D6-7135-B1B4-56E770AE244A}"/>
              </a:ext>
            </a:extLst>
          </p:cNvPr>
          <p:cNvCxnSpPr>
            <a:cxnSpLocks/>
            <a:stCxn id="1331" idx="1"/>
            <a:endCxn id="996" idx="1"/>
          </p:cNvCxnSpPr>
          <p:nvPr/>
        </p:nvCxnSpPr>
        <p:spPr>
          <a:xfrm rot="10800000" flipV="1">
            <a:off x="3849256" y="2503510"/>
            <a:ext cx="9678" cy="1444387"/>
          </a:xfrm>
          <a:prstGeom prst="bentConnector3">
            <a:avLst>
              <a:gd name="adj1" fmla="val 1800000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3" name="Straight Connector 1552">
            <a:extLst>
              <a:ext uri="{FF2B5EF4-FFF2-40B4-BE49-F238E27FC236}">
                <a16:creationId xmlns:a16="http://schemas.microsoft.com/office/drawing/2014/main" id="{88CEAB82-8557-7FEC-CBAF-AE1919E9515A}"/>
              </a:ext>
            </a:extLst>
          </p:cNvPr>
          <p:cNvCxnSpPr>
            <a:cxnSpLocks/>
            <a:endCxn id="1259" idx="0"/>
          </p:cNvCxnSpPr>
          <p:nvPr/>
        </p:nvCxnSpPr>
        <p:spPr>
          <a:xfrm flipH="1">
            <a:off x="4265763" y="3249073"/>
            <a:ext cx="1504720" cy="278004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6" name="Straight Connector 1555">
            <a:extLst>
              <a:ext uri="{FF2B5EF4-FFF2-40B4-BE49-F238E27FC236}">
                <a16:creationId xmlns:a16="http://schemas.microsoft.com/office/drawing/2014/main" id="{16CBC9FB-968F-87FC-3C89-93BBE8FEC9B6}"/>
              </a:ext>
            </a:extLst>
          </p:cNvPr>
          <p:cNvCxnSpPr>
            <a:cxnSpLocks/>
            <a:stCxn id="1281" idx="0"/>
          </p:cNvCxnSpPr>
          <p:nvPr/>
        </p:nvCxnSpPr>
        <p:spPr>
          <a:xfrm flipH="1" flipV="1">
            <a:off x="6442984" y="3249073"/>
            <a:ext cx="1555335" cy="289807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8" name="Straight Connector 1557">
            <a:extLst>
              <a:ext uri="{FF2B5EF4-FFF2-40B4-BE49-F238E27FC236}">
                <a16:creationId xmlns:a16="http://schemas.microsoft.com/office/drawing/2014/main" id="{0A063852-EB9D-06B1-9879-DD6CE797A41B}"/>
              </a:ext>
            </a:extLst>
          </p:cNvPr>
          <p:cNvCxnSpPr>
            <a:cxnSpLocks/>
            <a:stCxn id="1309" idx="0"/>
          </p:cNvCxnSpPr>
          <p:nvPr/>
        </p:nvCxnSpPr>
        <p:spPr>
          <a:xfrm flipH="1" flipV="1">
            <a:off x="6062170" y="3232868"/>
            <a:ext cx="81213" cy="294209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572" name="TextBox 1571">
            <a:extLst>
              <a:ext uri="{FF2B5EF4-FFF2-40B4-BE49-F238E27FC236}">
                <a16:creationId xmlns:a16="http://schemas.microsoft.com/office/drawing/2014/main" id="{2E42CEFF-357C-5048-CB82-359391F4FC18}"/>
              </a:ext>
            </a:extLst>
          </p:cNvPr>
          <p:cNvSpPr txBox="1"/>
          <p:nvPr/>
        </p:nvSpPr>
        <p:spPr>
          <a:xfrm>
            <a:off x="10239757" y="135202"/>
            <a:ext cx="859531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855846"/>
            <a:r>
              <a:rPr lang="en-GB" sz="914" dirty="0">
                <a:solidFill>
                  <a:srgbClr val="000000"/>
                </a:solidFill>
                <a:latin typeface="Arial"/>
              </a:rPr>
              <a:t>View change</a:t>
            </a:r>
          </a:p>
        </p:txBody>
      </p:sp>
      <p:cxnSp>
        <p:nvCxnSpPr>
          <p:cNvPr id="1573" name="Straight Connector 1572">
            <a:extLst>
              <a:ext uri="{FF2B5EF4-FFF2-40B4-BE49-F238E27FC236}">
                <a16:creationId xmlns:a16="http://schemas.microsoft.com/office/drawing/2014/main" id="{8CB53CB2-2FEC-E5E5-EB89-E8C8D0AF74E0}"/>
              </a:ext>
            </a:extLst>
          </p:cNvPr>
          <p:cNvCxnSpPr>
            <a:cxnSpLocks/>
          </p:cNvCxnSpPr>
          <p:nvPr/>
        </p:nvCxnSpPr>
        <p:spPr>
          <a:xfrm flipH="1" flipV="1">
            <a:off x="9802951" y="239203"/>
            <a:ext cx="395205" cy="1541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616555E3-F44B-6445-C447-6CA9D4912A9F}"/>
              </a:ext>
            </a:extLst>
          </p:cNvPr>
          <p:cNvSpPr/>
          <p:nvPr/>
        </p:nvSpPr>
        <p:spPr>
          <a:xfrm>
            <a:off x="3308247" y="5812713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1ECC573-C295-E1E9-7D68-F19EB3C4DDEF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3667021" y="5878748"/>
            <a:ext cx="187817" cy="24085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0A00C76F-C0AF-0B19-057C-E42A46A985EB}"/>
              </a:ext>
            </a:extLst>
          </p:cNvPr>
          <p:cNvSpPr/>
          <p:nvPr/>
        </p:nvSpPr>
        <p:spPr>
          <a:xfrm>
            <a:off x="8588946" y="5878747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098F90-8A09-C718-1A6C-3D117F4A457B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8425121" y="5944782"/>
            <a:ext cx="163825" cy="172244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E67BD89E-B12F-25A6-635A-2DC96DADEDE4}"/>
              </a:ext>
            </a:extLst>
          </p:cNvPr>
          <p:cNvSpPr>
            <a:spLocks noChangeAspect="1"/>
          </p:cNvSpPr>
          <p:nvPr/>
        </p:nvSpPr>
        <p:spPr>
          <a:xfrm>
            <a:off x="2666659" y="2252428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28C0612-59D2-A274-D550-C069723AE34E}"/>
              </a:ext>
            </a:extLst>
          </p:cNvPr>
          <p:cNvSpPr>
            <a:spLocks noChangeAspect="1"/>
          </p:cNvSpPr>
          <p:nvPr/>
        </p:nvSpPr>
        <p:spPr>
          <a:xfrm>
            <a:off x="9335039" y="2273143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2C15557-E08F-CD44-9574-106268CCF438}"/>
              </a:ext>
            </a:extLst>
          </p:cNvPr>
          <p:cNvCxnSpPr>
            <a:cxnSpLocks/>
            <a:stCxn id="9" idx="4"/>
            <a:endCxn id="5" idx="0"/>
          </p:cNvCxnSpPr>
          <p:nvPr/>
        </p:nvCxnSpPr>
        <p:spPr>
          <a:xfrm>
            <a:off x="2841486" y="2389506"/>
            <a:ext cx="646148" cy="3423207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DA3F384-B927-4B85-7AC8-342DA12609C1}"/>
              </a:ext>
            </a:extLst>
          </p:cNvPr>
          <p:cNvCxnSpPr>
            <a:cxnSpLocks/>
            <a:stCxn id="7" idx="0"/>
            <a:endCxn id="10" idx="4"/>
          </p:cNvCxnSpPr>
          <p:nvPr/>
        </p:nvCxnSpPr>
        <p:spPr>
          <a:xfrm flipV="1">
            <a:off x="8768332" y="2410221"/>
            <a:ext cx="741533" cy="346852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13" name="Rectangle 29">
            <a:extLst>
              <a:ext uri="{FF2B5EF4-FFF2-40B4-BE49-F238E27FC236}">
                <a16:creationId xmlns:a16="http://schemas.microsoft.com/office/drawing/2014/main" id="{3D7228F9-7F22-5AA9-98B8-FD0423AFF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490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4" name="Rectangle 29">
            <a:extLst>
              <a:ext uri="{FF2B5EF4-FFF2-40B4-BE49-F238E27FC236}">
                <a16:creationId xmlns:a16="http://schemas.microsoft.com/office/drawing/2014/main" id="{4326B57F-6E87-BF92-EAF5-FABCBD903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0189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" name="Rectangle 135">
            <a:extLst>
              <a:ext uri="{FF2B5EF4-FFF2-40B4-BE49-F238E27FC236}">
                <a16:creationId xmlns:a16="http://schemas.microsoft.com/office/drawing/2014/main" id="{41C64B8D-DBA1-7514-7099-11BC67CDC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978" y="188882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6" name="Rectangle 127">
            <a:extLst>
              <a:ext uri="{FF2B5EF4-FFF2-40B4-BE49-F238E27FC236}">
                <a16:creationId xmlns:a16="http://schemas.microsoft.com/office/drawing/2014/main" id="{1556E11A-EAA8-832A-5E12-0D0FD09A9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2408" y="199118"/>
            <a:ext cx="5565308" cy="97606"/>
          </a:xfrm>
          <a:prstGeom prst="rect">
            <a:avLst/>
          </a:prstGeom>
          <a:solidFill>
            <a:srgbClr val="FFC0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69615" tIns="34806" rIns="69615" bIns="34806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464504" eaLnBrk="1" hangingPunct="1">
              <a:spcBef>
                <a:spcPct val="0"/>
              </a:spcBef>
              <a:buNone/>
              <a:defRPr/>
            </a:pPr>
            <a:endParaRPr lang="en-US" altLang="en-US" sz="686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7" name="Rectangle 29">
            <a:extLst>
              <a:ext uri="{FF2B5EF4-FFF2-40B4-BE49-F238E27FC236}">
                <a16:creationId xmlns:a16="http://schemas.microsoft.com/office/drawing/2014/main" id="{63A8DDEF-1A54-40C9-830B-507F2B684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895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84B40BD5-067F-644E-B071-63FE66CF6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5317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9" name="Rectangle 135">
            <a:extLst>
              <a:ext uri="{FF2B5EF4-FFF2-40B4-BE49-F238E27FC236}">
                <a16:creationId xmlns:a16="http://schemas.microsoft.com/office/drawing/2014/main" id="{83828A0D-FA18-D725-F32C-24E254CF5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226" y="188882"/>
            <a:ext cx="2575184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 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729F85E-A1D9-A6DE-6A95-512602F364A4}"/>
              </a:ext>
            </a:extLst>
          </p:cNvPr>
          <p:cNvCxnSpPr>
            <a:cxnSpLocks/>
            <a:stCxn id="17" idx="3"/>
            <a:endCxn id="9" idx="0"/>
          </p:cNvCxnSpPr>
          <p:nvPr/>
        </p:nvCxnSpPr>
        <p:spPr>
          <a:xfrm flipH="1">
            <a:off x="2841486" y="268931"/>
            <a:ext cx="574940" cy="198349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B5D5710-4C52-0235-EF16-A20ACEABEAE1}"/>
              </a:ext>
            </a:extLst>
          </p:cNvPr>
          <p:cNvCxnSpPr>
            <a:cxnSpLocks/>
            <a:stCxn id="18" idx="5"/>
            <a:endCxn id="10" idx="0"/>
          </p:cNvCxnSpPr>
          <p:nvPr/>
        </p:nvCxnSpPr>
        <p:spPr>
          <a:xfrm>
            <a:off x="8880867" y="268931"/>
            <a:ext cx="628998" cy="200421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225" name="Rectangle 25">
            <a:extLst>
              <a:ext uri="{FF2B5EF4-FFF2-40B4-BE49-F238E27FC236}">
                <a16:creationId xmlns:a16="http://schemas.microsoft.com/office/drawing/2014/main" id="{FB109539-C92D-6F99-188E-6F5A066CC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588" y="835140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r>
              <a:rPr lang="en-US" sz="914" kern="0" dirty="0" err="1">
                <a:solidFill>
                  <a:srgbClr val="000000"/>
                </a:solidFill>
                <a:latin typeface="Calibri" pitchFamily="34" charset="0"/>
              </a:rPr>
              <a:t>PathSet</a:t>
            </a: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2FA783D8-BA8B-170D-CCA6-2A993D15F5F6}"/>
              </a:ext>
            </a:extLst>
          </p:cNvPr>
          <p:cNvCxnSpPr>
            <a:cxnSpLocks/>
          </p:cNvCxnSpPr>
          <p:nvPr/>
        </p:nvCxnSpPr>
        <p:spPr>
          <a:xfrm>
            <a:off x="5398559" y="541645"/>
            <a:ext cx="0" cy="832589"/>
          </a:xfrm>
          <a:prstGeom prst="line">
            <a:avLst/>
          </a:prstGeom>
          <a:ln w="28575">
            <a:solidFill>
              <a:srgbClr val="00B050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5D456221-24FA-64A2-2F1E-6983F22E4E50}"/>
              </a:ext>
            </a:extLst>
          </p:cNvPr>
          <p:cNvCxnSpPr>
            <a:cxnSpLocks/>
            <a:stCxn id="1350" idx="2"/>
            <a:endCxn id="279" idx="0"/>
          </p:cNvCxnSpPr>
          <p:nvPr/>
        </p:nvCxnSpPr>
        <p:spPr>
          <a:xfrm flipH="1">
            <a:off x="3876566" y="518783"/>
            <a:ext cx="783076" cy="206495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55E4BC92-B13F-7172-B550-ED451B0B1BDC}"/>
              </a:ext>
            </a:extLst>
          </p:cNvPr>
          <p:cNvGrpSpPr/>
          <p:nvPr/>
        </p:nvGrpSpPr>
        <p:grpSpPr>
          <a:xfrm>
            <a:off x="3738425" y="725278"/>
            <a:ext cx="276281" cy="173735"/>
            <a:chOff x="3417117" y="2447654"/>
            <a:chExt cx="362556" cy="227987"/>
          </a:xfrm>
        </p:grpSpPr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F6B90BE0-6B9E-3CE0-AB08-B41521E44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FF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98A24B66-801F-99F0-EDE5-980928785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1" name="Trapezoid 613">
              <a:extLst>
                <a:ext uri="{FF2B5EF4-FFF2-40B4-BE49-F238E27FC236}">
                  <a16:creationId xmlns:a16="http://schemas.microsoft.com/office/drawing/2014/main" id="{FFD523DA-84B1-37B0-9257-C34E51270073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4A364FB5-1828-79A7-5EE4-B989483B7245}"/>
              </a:ext>
            </a:extLst>
          </p:cNvPr>
          <p:cNvCxnSpPr>
            <a:cxnSpLocks/>
            <a:stCxn id="1331" idx="0"/>
            <a:endCxn id="279" idx="2"/>
          </p:cNvCxnSpPr>
          <p:nvPr/>
        </p:nvCxnSpPr>
        <p:spPr>
          <a:xfrm flipH="1" flipV="1">
            <a:off x="3876566" y="899013"/>
            <a:ext cx="112803" cy="1523867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AB30B7EC-CE52-F380-3AE9-EB48AB57EDCF}"/>
              </a:ext>
            </a:extLst>
          </p:cNvPr>
          <p:cNvCxnSpPr>
            <a:cxnSpLocks/>
            <a:stCxn id="1356" idx="2"/>
            <a:endCxn id="225" idx="0"/>
          </p:cNvCxnSpPr>
          <p:nvPr/>
        </p:nvCxnSpPr>
        <p:spPr>
          <a:xfrm flipH="1">
            <a:off x="6096001" y="577021"/>
            <a:ext cx="16148" cy="258119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Arrow Connector 373">
            <a:extLst>
              <a:ext uri="{FF2B5EF4-FFF2-40B4-BE49-F238E27FC236}">
                <a16:creationId xmlns:a16="http://schemas.microsoft.com/office/drawing/2014/main" id="{72A5BC82-AD8A-E807-EE39-DFB86BA61FC6}"/>
              </a:ext>
            </a:extLst>
          </p:cNvPr>
          <p:cNvCxnSpPr>
            <a:cxnSpLocks/>
            <a:stCxn id="210" idx="2"/>
            <a:endCxn id="404" idx="0"/>
          </p:cNvCxnSpPr>
          <p:nvPr/>
        </p:nvCxnSpPr>
        <p:spPr>
          <a:xfrm flipH="1">
            <a:off x="5136645" y="2773822"/>
            <a:ext cx="81436" cy="1172527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377">
            <a:extLst>
              <a:ext uri="{FF2B5EF4-FFF2-40B4-BE49-F238E27FC236}">
                <a16:creationId xmlns:a16="http://schemas.microsoft.com/office/drawing/2014/main" id="{BAD8AEF2-968A-7344-F0F1-A43CAFE3BDB1}"/>
              </a:ext>
            </a:extLst>
          </p:cNvPr>
          <p:cNvCxnSpPr>
            <a:cxnSpLocks/>
            <a:stCxn id="58" idx="2"/>
          </p:cNvCxnSpPr>
          <p:nvPr/>
        </p:nvCxnSpPr>
        <p:spPr>
          <a:xfrm flipH="1">
            <a:off x="4656667" y="3047078"/>
            <a:ext cx="95009" cy="771389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Connector 379">
            <a:extLst>
              <a:ext uri="{FF2B5EF4-FFF2-40B4-BE49-F238E27FC236}">
                <a16:creationId xmlns:a16="http://schemas.microsoft.com/office/drawing/2014/main" id="{07B39DEC-0B9A-392D-27F4-CD8C261383F9}"/>
              </a:ext>
            </a:extLst>
          </p:cNvPr>
          <p:cNvCxnSpPr>
            <a:cxnSpLocks/>
            <a:stCxn id="197" idx="2"/>
          </p:cNvCxnSpPr>
          <p:nvPr/>
        </p:nvCxnSpPr>
        <p:spPr>
          <a:xfrm>
            <a:off x="5685068" y="3047078"/>
            <a:ext cx="114599" cy="796789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A9DA8E0F-E091-9C93-A734-F579EB22B5F5}"/>
              </a:ext>
            </a:extLst>
          </p:cNvPr>
          <p:cNvCxnSpPr>
            <a:stCxn id="281" idx="3"/>
            <a:endCxn id="991" idx="1"/>
          </p:cNvCxnSpPr>
          <p:nvPr/>
        </p:nvCxnSpPr>
        <p:spPr>
          <a:xfrm rot="10800000" flipH="1" flipV="1">
            <a:off x="3782614" y="845166"/>
            <a:ext cx="69958" cy="2741360"/>
          </a:xfrm>
          <a:prstGeom prst="bentConnector3">
            <a:avLst>
              <a:gd name="adj1" fmla="val -338736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52D9E9C8-688C-0DF1-7175-EC6355E658EB}"/>
              </a:ext>
            </a:extLst>
          </p:cNvPr>
          <p:cNvCxnSpPr>
            <a:cxnSpLocks/>
            <a:stCxn id="1360" idx="3"/>
            <a:endCxn id="1146" idx="3"/>
          </p:cNvCxnSpPr>
          <p:nvPr/>
        </p:nvCxnSpPr>
        <p:spPr>
          <a:xfrm>
            <a:off x="8419540" y="2509595"/>
            <a:ext cx="9678" cy="1444387"/>
          </a:xfrm>
          <a:prstGeom prst="bentConnector3">
            <a:avLst>
              <a:gd name="adj1" fmla="val 1800000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3CF18294-4D7F-68C2-F6E0-0054D711C798}"/>
              </a:ext>
            </a:extLst>
          </p:cNvPr>
          <p:cNvCxnSpPr>
            <a:cxnSpLocks/>
            <a:stCxn id="1468" idx="3"/>
            <a:endCxn id="1018" idx="3"/>
          </p:cNvCxnSpPr>
          <p:nvPr/>
        </p:nvCxnSpPr>
        <p:spPr>
          <a:xfrm flipH="1">
            <a:off x="8429594" y="1039003"/>
            <a:ext cx="181483" cy="2542671"/>
          </a:xfrm>
          <a:prstGeom prst="bentConnector3">
            <a:avLst>
              <a:gd name="adj1" fmla="val -125962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 254">
            <a:extLst>
              <a:ext uri="{FF2B5EF4-FFF2-40B4-BE49-F238E27FC236}">
                <a16:creationId xmlns:a16="http://schemas.microsoft.com/office/drawing/2014/main" id="{E7B27414-D4D3-5C47-DEA0-5CA2EAC05212}"/>
              </a:ext>
            </a:extLst>
          </p:cNvPr>
          <p:cNvGrpSpPr>
            <a:grpSpLocks noChangeAspect="1"/>
          </p:cNvGrpSpPr>
          <p:nvPr/>
        </p:nvGrpSpPr>
        <p:grpSpPr>
          <a:xfrm>
            <a:off x="4611563" y="2885818"/>
            <a:ext cx="280226" cy="161260"/>
            <a:chOff x="8421867" y="1904979"/>
            <a:chExt cx="347879" cy="255573"/>
          </a:xfrm>
        </p:grpSpPr>
        <p:sp>
          <p:nvSpPr>
            <p:cNvPr id="58" name="Rectangle 60">
              <a:extLst>
                <a:ext uri="{FF2B5EF4-FFF2-40B4-BE49-F238E27FC236}">
                  <a16:creationId xmlns:a16="http://schemas.microsoft.com/office/drawing/2014/main" id="{83FB5C49-F7E9-6CB2-35E7-246A35D51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9" name="Group 719">
              <a:extLst>
                <a:ext uri="{FF2B5EF4-FFF2-40B4-BE49-F238E27FC236}">
                  <a16:creationId xmlns:a16="http://schemas.microsoft.com/office/drawing/2014/main" id="{01BACA39-9EA8-BF20-5BC5-006F62DCAC3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034DBE4F-CFC9-2D33-F751-14E611FB0FB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EDA93FD7-3BD2-3A0B-CE20-D7F4745DA28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B6DF08CC-5E91-DB51-4DA0-6FB1035688E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ED913603-5F1A-93DB-1364-301E6963BC7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0" name="Trapezoid 136">
              <a:extLst>
                <a:ext uri="{FF2B5EF4-FFF2-40B4-BE49-F238E27FC236}">
                  <a16:creationId xmlns:a16="http://schemas.microsoft.com/office/drawing/2014/main" id="{7EE91ABB-D30E-37A2-D0AE-706B90E75B37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6" name="Group 254">
            <a:extLst>
              <a:ext uri="{FF2B5EF4-FFF2-40B4-BE49-F238E27FC236}">
                <a16:creationId xmlns:a16="http://schemas.microsoft.com/office/drawing/2014/main" id="{7542106D-737C-E03E-F53B-BA3BD3CEDB89}"/>
              </a:ext>
            </a:extLst>
          </p:cNvPr>
          <p:cNvGrpSpPr>
            <a:grpSpLocks noChangeAspect="1"/>
          </p:cNvGrpSpPr>
          <p:nvPr/>
        </p:nvGrpSpPr>
        <p:grpSpPr>
          <a:xfrm>
            <a:off x="5544955" y="2885818"/>
            <a:ext cx="280226" cy="161260"/>
            <a:chOff x="8421867" y="1904979"/>
            <a:chExt cx="347879" cy="255573"/>
          </a:xfrm>
        </p:grpSpPr>
        <p:sp>
          <p:nvSpPr>
            <p:cNvPr id="197" name="Rectangle 60">
              <a:extLst>
                <a:ext uri="{FF2B5EF4-FFF2-40B4-BE49-F238E27FC236}">
                  <a16:creationId xmlns:a16="http://schemas.microsoft.com/office/drawing/2014/main" id="{7199710E-797E-C5ED-421A-7DFEB7628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98" name="Group 719">
              <a:extLst>
                <a:ext uri="{FF2B5EF4-FFF2-40B4-BE49-F238E27FC236}">
                  <a16:creationId xmlns:a16="http://schemas.microsoft.com/office/drawing/2014/main" id="{704630D7-478D-4D69-A17D-A6F610232FF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439359EF-156D-D697-8C00-59A5A10D864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B311CB7C-F595-0C2A-01AE-6ECCF341CCB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BA5A1E8E-1DA1-9DBF-839C-11AD20DC502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EA99647F-0932-DC3E-3716-D72988BF42A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99" name="Trapezoid 136">
              <a:extLst>
                <a:ext uri="{FF2B5EF4-FFF2-40B4-BE49-F238E27FC236}">
                  <a16:creationId xmlns:a16="http://schemas.microsoft.com/office/drawing/2014/main" id="{A129A8F2-D33A-2891-9A17-1D41A6716B47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BDD39336-32FD-73B7-1D09-AE13312F6FF6}"/>
              </a:ext>
            </a:extLst>
          </p:cNvPr>
          <p:cNvGrpSpPr/>
          <p:nvPr/>
        </p:nvGrpSpPr>
        <p:grpSpPr>
          <a:xfrm>
            <a:off x="4751676" y="2622607"/>
            <a:ext cx="933392" cy="271678"/>
            <a:chOff x="3560105" y="4920983"/>
            <a:chExt cx="918646" cy="267385"/>
          </a:xfrm>
        </p:grpSpPr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428921C0-1BC1-BE67-29F7-E1899BF46BC6}"/>
                </a:ext>
              </a:extLst>
            </p:cNvPr>
            <p:cNvCxnSpPr>
              <a:cxnSpLocks/>
              <a:stCxn id="211" idx="0"/>
              <a:endCxn id="197" idx="0"/>
            </p:cNvCxnSpPr>
            <p:nvPr/>
          </p:nvCxnSpPr>
          <p:spPr>
            <a:xfrm>
              <a:off x="4288158" y="4974136"/>
              <a:ext cx="190593" cy="21423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293E32D0-C6FE-7600-9F39-82AEA5E1FFB5}"/>
                </a:ext>
              </a:extLst>
            </p:cNvPr>
            <p:cNvCxnSpPr>
              <a:cxnSpLocks/>
              <a:stCxn id="212" idx="1"/>
              <a:endCxn id="58" idx="0"/>
            </p:cNvCxnSpPr>
            <p:nvPr/>
          </p:nvCxnSpPr>
          <p:spPr>
            <a:xfrm flipH="1">
              <a:off x="3560105" y="4994613"/>
              <a:ext cx="175856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88864C51-FD51-DE7E-B770-64E04BEBBCB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10" name="Rectangle 25">
                <a:extLst>
                  <a:ext uri="{FF2B5EF4-FFF2-40B4-BE49-F238E27FC236}">
                    <a16:creationId xmlns:a16="http://schemas.microsoft.com/office/drawing/2014/main" id="{DE1301A0-59DC-6BC4-2434-46290EA61E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1" name="Rectangle 29">
                <a:extLst>
                  <a:ext uri="{FF2B5EF4-FFF2-40B4-BE49-F238E27FC236}">
                    <a16:creationId xmlns:a16="http://schemas.microsoft.com/office/drawing/2014/main" id="{4CA9220D-DCC3-BCEF-6DB3-A183A94494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2" name="Rectangle 29">
                <a:extLst>
                  <a:ext uri="{FF2B5EF4-FFF2-40B4-BE49-F238E27FC236}">
                    <a16:creationId xmlns:a16="http://schemas.microsoft.com/office/drawing/2014/main" id="{D725DC46-347F-3CA8-DAAE-225FEC380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sp>
        <p:nvSpPr>
          <p:cNvPr id="1350" name="Rectangle 29">
            <a:extLst>
              <a:ext uri="{FF2B5EF4-FFF2-40B4-BE49-F238E27FC236}">
                <a16:creationId xmlns:a16="http://schemas.microsoft.com/office/drawing/2014/main" id="{5A7BE955-4DBE-0658-BB42-B2E6D5EAA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9642" y="489067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351" name="Rectangle 29">
            <a:extLst>
              <a:ext uri="{FF2B5EF4-FFF2-40B4-BE49-F238E27FC236}">
                <a16:creationId xmlns:a16="http://schemas.microsoft.com/office/drawing/2014/main" id="{5202ACE2-FFA1-B3E8-73EC-B15875CF9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341" y="489067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B4341BD5-60F0-D426-4BCB-4B8FDDBDDBA7}"/>
              </a:ext>
            </a:extLst>
          </p:cNvPr>
          <p:cNvCxnSpPr>
            <a:cxnSpLocks/>
            <a:stCxn id="322" idx="2"/>
            <a:endCxn id="424" idx="0"/>
          </p:cNvCxnSpPr>
          <p:nvPr/>
        </p:nvCxnSpPr>
        <p:spPr>
          <a:xfrm>
            <a:off x="7092752" y="2773822"/>
            <a:ext cx="25001" cy="1161954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BF366892-3CC7-00AC-DFF2-79BE937848C5}"/>
              </a:ext>
            </a:extLst>
          </p:cNvPr>
          <p:cNvCxnSpPr>
            <a:cxnSpLocks/>
            <a:stCxn id="275" idx="2"/>
          </p:cNvCxnSpPr>
          <p:nvPr/>
        </p:nvCxnSpPr>
        <p:spPr>
          <a:xfrm flipH="1">
            <a:off x="6519333" y="3047078"/>
            <a:ext cx="107013" cy="788322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A6B6A0C2-30A9-2031-009B-F3CA4DDF6661}"/>
              </a:ext>
            </a:extLst>
          </p:cNvPr>
          <p:cNvCxnSpPr>
            <a:cxnSpLocks/>
            <a:stCxn id="300" idx="2"/>
          </p:cNvCxnSpPr>
          <p:nvPr/>
        </p:nvCxnSpPr>
        <p:spPr>
          <a:xfrm>
            <a:off x="7559739" y="3047078"/>
            <a:ext cx="60261" cy="845797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4" name="Group 254">
            <a:extLst>
              <a:ext uri="{FF2B5EF4-FFF2-40B4-BE49-F238E27FC236}">
                <a16:creationId xmlns:a16="http://schemas.microsoft.com/office/drawing/2014/main" id="{29196865-51A5-DD65-010F-CED055A94AC2}"/>
              </a:ext>
            </a:extLst>
          </p:cNvPr>
          <p:cNvGrpSpPr>
            <a:grpSpLocks noChangeAspect="1"/>
          </p:cNvGrpSpPr>
          <p:nvPr/>
        </p:nvGrpSpPr>
        <p:grpSpPr>
          <a:xfrm>
            <a:off x="6486233" y="2885818"/>
            <a:ext cx="280226" cy="161260"/>
            <a:chOff x="8421867" y="1904979"/>
            <a:chExt cx="347879" cy="255573"/>
          </a:xfrm>
        </p:grpSpPr>
        <p:sp>
          <p:nvSpPr>
            <p:cNvPr id="275" name="Rectangle 60">
              <a:extLst>
                <a:ext uri="{FF2B5EF4-FFF2-40B4-BE49-F238E27FC236}">
                  <a16:creationId xmlns:a16="http://schemas.microsoft.com/office/drawing/2014/main" id="{D9002022-589A-6DF8-7869-0BD0E4C8FB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77" name="Group 719">
              <a:extLst>
                <a:ext uri="{FF2B5EF4-FFF2-40B4-BE49-F238E27FC236}">
                  <a16:creationId xmlns:a16="http://schemas.microsoft.com/office/drawing/2014/main" id="{8FA8EA41-16D9-1484-1166-5FE1785CE2EA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3C9AA244-9ECB-04D9-2416-D4341BDF194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AA68DA71-82AE-70B7-A5A3-CC6F43A900B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4214A38D-A5C7-BBED-FA5B-EF61A5B1BE1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7" name="Straight Connector 286">
                <a:extLst>
                  <a:ext uri="{FF2B5EF4-FFF2-40B4-BE49-F238E27FC236}">
                    <a16:creationId xmlns:a16="http://schemas.microsoft.com/office/drawing/2014/main" id="{F6964A25-C781-D472-1019-295FC74D292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83" name="Trapezoid 136">
              <a:extLst>
                <a:ext uri="{FF2B5EF4-FFF2-40B4-BE49-F238E27FC236}">
                  <a16:creationId xmlns:a16="http://schemas.microsoft.com/office/drawing/2014/main" id="{A492162A-A66F-7F4E-3807-5C3B5011FEB8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9" name="Group 254">
            <a:extLst>
              <a:ext uri="{FF2B5EF4-FFF2-40B4-BE49-F238E27FC236}">
                <a16:creationId xmlns:a16="http://schemas.microsoft.com/office/drawing/2014/main" id="{BB5772E3-C4F6-7DA9-A617-7C0F1295ECE5}"/>
              </a:ext>
            </a:extLst>
          </p:cNvPr>
          <p:cNvGrpSpPr>
            <a:grpSpLocks noChangeAspect="1"/>
          </p:cNvGrpSpPr>
          <p:nvPr/>
        </p:nvGrpSpPr>
        <p:grpSpPr>
          <a:xfrm>
            <a:off x="7419626" y="2885818"/>
            <a:ext cx="280226" cy="161260"/>
            <a:chOff x="8421867" y="1904979"/>
            <a:chExt cx="347879" cy="255573"/>
          </a:xfrm>
        </p:grpSpPr>
        <p:sp>
          <p:nvSpPr>
            <p:cNvPr id="300" name="Rectangle 60">
              <a:extLst>
                <a:ext uri="{FF2B5EF4-FFF2-40B4-BE49-F238E27FC236}">
                  <a16:creationId xmlns:a16="http://schemas.microsoft.com/office/drawing/2014/main" id="{5B0DEF85-9F53-A04E-3942-6B14AF1F38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01" name="Group 719">
              <a:extLst>
                <a:ext uri="{FF2B5EF4-FFF2-40B4-BE49-F238E27FC236}">
                  <a16:creationId xmlns:a16="http://schemas.microsoft.com/office/drawing/2014/main" id="{3975B742-51DA-AA51-8577-15C88874CB36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EDF8302A-3D62-7FF2-923B-8A8EDA2A370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B392B5E1-F736-266C-5399-9AD326F62A9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B941A94B-DBC4-1EE4-75F3-0902305D18C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69BB055C-539F-D8FF-2553-1D878CA8A0D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02" name="Trapezoid 136">
              <a:extLst>
                <a:ext uri="{FF2B5EF4-FFF2-40B4-BE49-F238E27FC236}">
                  <a16:creationId xmlns:a16="http://schemas.microsoft.com/office/drawing/2014/main" id="{5A175155-6A52-F422-D5F7-133C7DB37481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42C057E4-62DF-0E59-2112-4622E7AEB720}"/>
              </a:ext>
            </a:extLst>
          </p:cNvPr>
          <p:cNvGrpSpPr/>
          <p:nvPr/>
        </p:nvGrpSpPr>
        <p:grpSpPr>
          <a:xfrm>
            <a:off x="6626346" y="2622607"/>
            <a:ext cx="933393" cy="271678"/>
            <a:chOff x="3560104" y="4920983"/>
            <a:chExt cx="918647" cy="267385"/>
          </a:xfrm>
        </p:grpSpPr>
        <p:cxnSp>
          <p:nvCxnSpPr>
            <p:cNvPr id="319" name="Straight Arrow Connector 318">
              <a:extLst>
                <a:ext uri="{FF2B5EF4-FFF2-40B4-BE49-F238E27FC236}">
                  <a16:creationId xmlns:a16="http://schemas.microsoft.com/office/drawing/2014/main" id="{7F09C9FD-13AA-C7E3-D76B-DA64E7B9A719}"/>
                </a:ext>
              </a:extLst>
            </p:cNvPr>
            <p:cNvCxnSpPr>
              <a:cxnSpLocks/>
              <a:stCxn id="322" idx="1"/>
              <a:endCxn id="300" idx="0"/>
            </p:cNvCxnSpPr>
            <p:nvPr/>
          </p:nvCxnSpPr>
          <p:spPr>
            <a:xfrm>
              <a:off x="4334752" y="4995396"/>
              <a:ext cx="143999" cy="19297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20" name="Straight Arrow Connector 319">
              <a:extLst>
                <a:ext uri="{FF2B5EF4-FFF2-40B4-BE49-F238E27FC236}">
                  <a16:creationId xmlns:a16="http://schemas.microsoft.com/office/drawing/2014/main" id="{AAEB0CC0-C5A3-84ED-1DAE-C81256D448B7}"/>
                </a:ext>
              </a:extLst>
            </p:cNvPr>
            <p:cNvCxnSpPr>
              <a:cxnSpLocks/>
              <a:stCxn id="365" idx="1"/>
              <a:endCxn id="275" idx="0"/>
            </p:cNvCxnSpPr>
            <p:nvPr/>
          </p:nvCxnSpPr>
          <p:spPr>
            <a:xfrm flipH="1">
              <a:off x="3560104" y="4994613"/>
              <a:ext cx="175857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9A1771D8-28E6-9316-B5AE-0DB9BF98092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22" name="Rectangle 25">
                <a:extLst>
                  <a:ext uri="{FF2B5EF4-FFF2-40B4-BE49-F238E27FC236}">
                    <a16:creationId xmlns:a16="http://schemas.microsoft.com/office/drawing/2014/main" id="{8D315066-2183-1B8B-835B-F2153921B9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62" name="Rectangle 29">
                <a:extLst>
                  <a:ext uri="{FF2B5EF4-FFF2-40B4-BE49-F238E27FC236}">
                    <a16:creationId xmlns:a16="http://schemas.microsoft.com/office/drawing/2014/main" id="{3C432BD6-DE02-BF41-2FE0-88CADD178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65" name="Rectangle 29">
                <a:extLst>
                  <a:ext uri="{FF2B5EF4-FFF2-40B4-BE49-F238E27FC236}">
                    <a16:creationId xmlns:a16="http://schemas.microsoft.com/office/drawing/2014/main" id="{BF24AB7D-1A33-AAC4-17CE-2DF61360BF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08" name="Straight Arrow Connector 407">
            <a:extLst>
              <a:ext uri="{FF2B5EF4-FFF2-40B4-BE49-F238E27FC236}">
                <a16:creationId xmlns:a16="http://schemas.microsoft.com/office/drawing/2014/main" id="{284D80C3-B304-B829-1D7B-2337D9F26EE9}"/>
              </a:ext>
            </a:extLst>
          </p:cNvPr>
          <p:cNvCxnSpPr>
            <a:cxnSpLocks/>
            <a:stCxn id="1526" idx="2"/>
            <a:endCxn id="376" idx="0"/>
          </p:cNvCxnSpPr>
          <p:nvPr/>
        </p:nvCxnSpPr>
        <p:spPr>
          <a:xfrm flipH="1">
            <a:off x="5161977" y="1457050"/>
            <a:ext cx="963272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Arrow Connector 411">
            <a:extLst>
              <a:ext uri="{FF2B5EF4-FFF2-40B4-BE49-F238E27FC236}">
                <a16:creationId xmlns:a16="http://schemas.microsoft.com/office/drawing/2014/main" id="{31AEBA22-4AF1-E667-A44D-BCBD5E2699EF}"/>
              </a:ext>
            </a:extLst>
          </p:cNvPr>
          <p:cNvCxnSpPr>
            <a:cxnSpLocks/>
            <a:stCxn id="1526" idx="2"/>
            <a:endCxn id="409" idx="0"/>
          </p:cNvCxnSpPr>
          <p:nvPr/>
        </p:nvCxnSpPr>
        <p:spPr>
          <a:xfrm>
            <a:off x="6125249" y="1457050"/>
            <a:ext cx="911399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Arrow Connector 419">
            <a:extLst>
              <a:ext uri="{FF2B5EF4-FFF2-40B4-BE49-F238E27FC236}">
                <a16:creationId xmlns:a16="http://schemas.microsoft.com/office/drawing/2014/main" id="{5D3017A4-BC8A-849E-F5F2-F5FF5DACF36E}"/>
              </a:ext>
            </a:extLst>
          </p:cNvPr>
          <p:cNvCxnSpPr>
            <a:cxnSpLocks/>
          </p:cNvCxnSpPr>
          <p:nvPr/>
        </p:nvCxnSpPr>
        <p:spPr>
          <a:xfrm flipH="1">
            <a:off x="6522942" y="906639"/>
            <a:ext cx="9169" cy="238383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Arrow Connector 421">
            <a:extLst>
              <a:ext uri="{FF2B5EF4-FFF2-40B4-BE49-F238E27FC236}">
                <a16:creationId xmlns:a16="http://schemas.microsoft.com/office/drawing/2014/main" id="{A487D6B4-5D80-C418-8590-246F7F2119AD}"/>
              </a:ext>
            </a:extLst>
          </p:cNvPr>
          <p:cNvCxnSpPr>
            <a:cxnSpLocks/>
          </p:cNvCxnSpPr>
          <p:nvPr/>
        </p:nvCxnSpPr>
        <p:spPr>
          <a:xfrm>
            <a:off x="5666317" y="903139"/>
            <a:ext cx="4998" cy="452759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Straight Arrow Connector 431">
            <a:extLst>
              <a:ext uri="{FF2B5EF4-FFF2-40B4-BE49-F238E27FC236}">
                <a16:creationId xmlns:a16="http://schemas.microsoft.com/office/drawing/2014/main" id="{F52F69DE-E72D-34F7-A522-477DB2D139A7}"/>
              </a:ext>
            </a:extLst>
          </p:cNvPr>
          <p:cNvCxnSpPr>
            <a:cxnSpLocks/>
          </p:cNvCxnSpPr>
          <p:nvPr/>
        </p:nvCxnSpPr>
        <p:spPr>
          <a:xfrm>
            <a:off x="5525858" y="289892"/>
            <a:ext cx="0" cy="56524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6BDA3A0E-089B-4986-3867-66B8D2DB7EFE}"/>
              </a:ext>
            </a:extLst>
          </p:cNvPr>
          <p:cNvCxnSpPr>
            <a:cxnSpLocks/>
          </p:cNvCxnSpPr>
          <p:nvPr/>
        </p:nvCxnSpPr>
        <p:spPr>
          <a:xfrm>
            <a:off x="6844189" y="301603"/>
            <a:ext cx="32541" cy="206397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FBA4909B-D132-5062-AE9E-732DFBF9DBAE}"/>
              </a:ext>
            </a:extLst>
          </p:cNvPr>
          <p:cNvCxnSpPr>
            <a:cxnSpLocks/>
          </p:cNvCxnSpPr>
          <p:nvPr/>
        </p:nvCxnSpPr>
        <p:spPr>
          <a:xfrm flipH="1">
            <a:off x="5324629" y="3271066"/>
            <a:ext cx="269482" cy="1498093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7653985A-E060-C163-8CDF-E3248143333B}"/>
              </a:ext>
            </a:extLst>
          </p:cNvPr>
          <p:cNvCxnSpPr>
            <a:cxnSpLocks/>
          </p:cNvCxnSpPr>
          <p:nvPr/>
        </p:nvCxnSpPr>
        <p:spPr>
          <a:xfrm>
            <a:off x="6654089" y="3271066"/>
            <a:ext cx="265845" cy="1539980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4" name="Group 254">
            <a:extLst>
              <a:ext uri="{FF2B5EF4-FFF2-40B4-BE49-F238E27FC236}">
                <a16:creationId xmlns:a16="http://schemas.microsoft.com/office/drawing/2014/main" id="{98B9E638-3757-BC9C-6E57-FAAFBAF79561}"/>
              </a:ext>
            </a:extLst>
          </p:cNvPr>
          <p:cNvGrpSpPr>
            <a:grpSpLocks noChangeAspect="1"/>
          </p:cNvGrpSpPr>
          <p:nvPr/>
        </p:nvGrpSpPr>
        <p:grpSpPr>
          <a:xfrm>
            <a:off x="4587124" y="2461803"/>
            <a:ext cx="280226" cy="161260"/>
            <a:chOff x="8421867" y="1904979"/>
            <a:chExt cx="347879" cy="255573"/>
          </a:xfrm>
        </p:grpSpPr>
        <p:sp>
          <p:nvSpPr>
            <p:cNvPr id="22" name="Rectangle 60">
              <a:extLst>
                <a:ext uri="{FF2B5EF4-FFF2-40B4-BE49-F238E27FC236}">
                  <a16:creationId xmlns:a16="http://schemas.microsoft.com/office/drawing/2014/main" id="{373DDCE9-E0A3-A48D-F6C8-56E634E40A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" name="Group 719">
              <a:extLst>
                <a:ext uri="{FF2B5EF4-FFF2-40B4-BE49-F238E27FC236}">
                  <a16:creationId xmlns:a16="http://schemas.microsoft.com/office/drawing/2014/main" id="{9F902246-967E-55EB-6631-31E21F83CF4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53814469-50DD-280B-CDD9-277EC7CFBA7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B529C39A-7492-A491-369C-BBBD72ABB63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5D166383-DEC3-4E77-3EBF-FB6C892579A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0D51C153-5849-CC05-CD98-7494C586EF2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4" name="Trapezoid 136">
              <a:extLst>
                <a:ext uri="{FF2B5EF4-FFF2-40B4-BE49-F238E27FC236}">
                  <a16:creationId xmlns:a16="http://schemas.microsoft.com/office/drawing/2014/main" id="{F450C5FE-B5C7-8F2E-8BFA-84BCF6CBE34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" name="Group 254">
            <a:extLst>
              <a:ext uri="{FF2B5EF4-FFF2-40B4-BE49-F238E27FC236}">
                <a16:creationId xmlns:a16="http://schemas.microsoft.com/office/drawing/2014/main" id="{D0249569-80CC-A7F4-4FF9-F9542FF71F1C}"/>
              </a:ext>
            </a:extLst>
          </p:cNvPr>
          <p:cNvGrpSpPr>
            <a:grpSpLocks noChangeAspect="1"/>
          </p:cNvGrpSpPr>
          <p:nvPr/>
        </p:nvGrpSpPr>
        <p:grpSpPr>
          <a:xfrm>
            <a:off x="5520516" y="2461803"/>
            <a:ext cx="280226" cy="161260"/>
            <a:chOff x="8421867" y="1904979"/>
            <a:chExt cx="347879" cy="255573"/>
          </a:xfrm>
        </p:grpSpPr>
        <p:sp>
          <p:nvSpPr>
            <p:cNvPr id="34" name="Rectangle 60">
              <a:extLst>
                <a:ext uri="{FF2B5EF4-FFF2-40B4-BE49-F238E27FC236}">
                  <a16:creationId xmlns:a16="http://schemas.microsoft.com/office/drawing/2014/main" id="{A3B4402E-A1CE-119B-D456-BB8594816C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1" name="Group 719">
              <a:extLst>
                <a:ext uri="{FF2B5EF4-FFF2-40B4-BE49-F238E27FC236}">
                  <a16:creationId xmlns:a16="http://schemas.microsoft.com/office/drawing/2014/main" id="{3A0D0200-E7EB-6FDA-7CE2-0DDACF29DE5A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3A28ED1B-4531-3A1A-9168-4A4CAA35651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C98A693C-6A10-F011-7B11-EF018EF70DE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0520B3B9-2072-63CC-E6A9-5ECB14DD34E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C69C069D-4EA6-A0AB-6F24-F533E882A51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52" name="Trapezoid 136">
              <a:extLst>
                <a:ext uri="{FF2B5EF4-FFF2-40B4-BE49-F238E27FC236}">
                  <a16:creationId xmlns:a16="http://schemas.microsoft.com/office/drawing/2014/main" id="{78D95108-41E9-B02B-ABB9-E72AB2F7F43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DE259EF8-80C1-261D-894A-E8F3710A10E4}"/>
              </a:ext>
            </a:extLst>
          </p:cNvPr>
          <p:cNvGrpSpPr/>
          <p:nvPr/>
        </p:nvGrpSpPr>
        <p:grpSpPr>
          <a:xfrm>
            <a:off x="4727237" y="2198592"/>
            <a:ext cx="933392" cy="271678"/>
            <a:chOff x="3560105" y="4920983"/>
            <a:chExt cx="918646" cy="267385"/>
          </a:xfrm>
        </p:grpSpPr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AE4506CE-143A-1984-7AE6-C7B19FE970D2}"/>
                </a:ext>
              </a:extLst>
            </p:cNvPr>
            <p:cNvCxnSpPr>
              <a:cxnSpLocks/>
              <a:stCxn id="213" idx="0"/>
              <a:endCxn id="34" idx="0"/>
            </p:cNvCxnSpPr>
            <p:nvPr/>
          </p:nvCxnSpPr>
          <p:spPr>
            <a:xfrm>
              <a:off x="4288158" y="4974136"/>
              <a:ext cx="190593" cy="21423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49815B3B-EC8F-5FAD-4DEE-9E1629DFA63E}"/>
                </a:ext>
              </a:extLst>
            </p:cNvPr>
            <p:cNvCxnSpPr>
              <a:cxnSpLocks/>
              <a:stCxn id="214" idx="1"/>
              <a:endCxn id="22" idx="0"/>
            </p:cNvCxnSpPr>
            <p:nvPr/>
          </p:nvCxnSpPr>
          <p:spPr>
            <a:xfrm flipH="1">
              <a:off x="3560105" y="4994613"/>
              <a:ext cx="175856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DE9A2CB2-2988-21C3-2E09-14E1753281C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05" name="Rectangle 25">
                <a:extLst>
                  <a:ext uri="{FF2B5EF4-FFF2-40B4-BE49-F238E27FC236}">
                    <a16:creationId xmlns:a16="http://schemas.microsoft.com/office/drawing/2014/main" id="{1DC6F079-749A-7297-9CE1-7A5A00528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3" name="Rectangle 29">
                <a:extLst>
                  <a:ext uri="{FF2B5EF4-FFF2-40B4-BE49-F238E27FC236}">
                    <a16:creationId xmlns:a16="http://schemas.microsoft.com/office/drawing/2014/main" id="{D8EAC9F3-827B-51F3-0DB9-666F0AE11D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4" name="Rectangle 29">
                <a:extLst>
                  <a:ext uri="{FF2B5EF4-FFF2-40B4-BE49-F238E27FC236}">
                    <a16:creationId xmlns:a16="http://schemas.microsoft.com/office/drawing/2014/main" id="{28DD69BD-77AF-0D4C-7DDC-6632706FA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15" name="Group 254">
            <a:extLst>
              <a:ext uri="{FF2B5EF4-FFF2-40B4-BE49-F238E27FC236}">
                <a16:creationId xmlns:a16="http://schemas.microsoft.com/office/drawing/2014/main" id="{07015F94-BDA7-2E0F-6124-D5D423C5F5DE}"/>
              </a:ext>
            </a:extLst>
          </p:cNvPr>
          <p:cNvGrpSpPr>
            <a:grpSpLocks noChangeAspect="1"/>
          </p:cNvGrpSpPr>
          <p:nvPr/>
        </p:nvGrpSpPr>
        <p:grpSpPr>
          <a:xfrm>
            <a:off x="6461794" y="2461803"/>
            <a:ext cx="280226" cy="161260"/>
            <a:chOff x="8421867" y="1904979"/>
            <a:chExt cx="347879" cy="255573"/>
          </a:xfrm>
        </p:grpSpPr>
        <p:sp>
          <p:nvSpPr>
            <p:cNvPr id="216" name="Rectangle 60">
              <a:extLst>
                <a:ext uri="{FF2B5EF4-FFF2-40B4-BE49-F238E27FC236}">
                  <a16:creationId xmlns:a16="http://schemas.microsoft.com/office/drawing/2014/main" id="{76FAD4AA-8015-2003-AD8E-881CC401A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17" name="Group 719">
              <a:extLst>
                <a:ext uri="{FF2B5EF4-FFF2-40B4-BE49-F238E27FC236}">
                  <a16:creationId xmlns:a16="http://schemas.microsoft.com/office/drawing/2014/main" id="{242CB03E-A315-94DA-778A-EFE2B3542EC3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27E0BAA4-6BDC-0815-4D1E-707BF4244D9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92196777-43C8-F336-E678-C17CF82A389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1ADFB7EA-8BD5-EF24-4A9F-68ED866BCA5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AAE87B6E-79D4-F644-CE46-DBC55C9AFF0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18" name="Trapezoid 136">
              <a:extLst>
                <a:ext uri="{FF2B5EF4-FFF2-40B4-BE49-F238E27FC236}">
                  <a16:creationId xmlns:a16="http://schemas.microsoft.com/office/drawing/2014/main" id="{519742D7-AF7F-54DA-F50A-23E20AFC651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23" name="Group 254">
            <a:extLst>
              <a:ext uri="{FF2B5EF4-FFF2-40B4-BE49-F238E27FC236}">
                <a16:creationId xmlns:a16="http://schemas.microsoft.com/office/drawing/2014/main" id="{C6E0D648-CAD6-CF97-A963-739E428544FC}"/>
              </a:ext>
            </a:extLst>
          </p:cNvPr>
          <p:cNvGrpSpPr>
            <a:grpSpLocks noChangeAspect="1"/>
          </p:cNvGrpSpPr>
          <p:nvPr/>
        </p:nvGrpSpPr>
        <p:grpSpPr>
          <a:xfrm>
            <a:off x="7395187" y="2461803"/>
            <a:ext cx="280226" cy="161260"/>
            <a:chOff x="8421867" y="1904979"/>
            <a:chExt cx="347879" cy="255573"/>
          </a:xfrm>
        </p:grpSpPr>
        <p:sp>
          <p:nvSpPr>
            <p:cNvPr id="224" name="Rectangle 60">
              <a:extLst>
                <a:ext uri="{FF2B5EF4-FFF2-40B4-BE49-F238E27FC236}">
                  <a16:creationId xmlns:a16="http://schemas.microsoft.com/office/drawing/2014/main" id="{80E47771-07A1-136A-67EE-013F19996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26" name="Group 719">
              <a:extLst>
                <a:ext uri="{FF2B5EF4-FFF2-40B4-BE49-F238E27FC236}">
                  <a16:creationId xmlns:a16="http://schemas.microsoft.com/office/drawing/2014/main" id="{B98DB743-DF65-44BC-2741-2C7594DD035E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F0716765-C981-6347-B321-B81BB215595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6A751A15-E108-FDDE-B4ED-4257B81330A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26D0D5A8-5071-6403-D34B-D766319FA3E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42605AB2-1CBD-0892-E006-F0A84CECE54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27" name="Trapezoid 136">
              <a:extLst>
                <a:ext uri="{FF2B5EF4-FFF2-40B4-BE49-F238E27FC236}">
                  <a16:creationId xmlns:a16="http://schemas.microsoft.com/office/drawing/2014/main" id="{D1ACB27F-261B-4B51-A4CD-46B9FC57E17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C0FD2F18-90C5-72C1-9991-674EB3F392B2}"/>
              </a:ext>
            </a:extLst>
          </p:cNvPr>
          <p:cNvGrpSpPr/>
          <p:nvPr/>
        </p:nvGrpSpPr>
        <p:grpSpPr>
          <a:xfrm>
            <a:off x="6601907" y="2198592"/>
            <a:ext cx="933393" cy="271678"/>
            <a:chOff x="3560104" y="4920983"/>
            <a:chExt cx="918647" cy="267385"/>
          </a:xfrm>
        </p:grpSpPr>
        <p:cxnSp>
          <p:nvCxnSpPr>
            <p:cNvPr id="235" name="Straight Arrow Connector 234">
              <a:extLst>
                <a:ext uri="{FF2B5EF4-FFF2-40B4-BE49-F238E27FC236}">
                  <a16:creationId xmlns:a16="http://schemas.microsoft.com/office/drawing/2014/main" id="{91B98074-E6D8-5E6A-117B-24F4D30261A4}"/>
                </a:ext>
              </a:extLst>
            </p:cNvPr>
            <p:cNvCxnSpPr>
              <a:cxnSpLocks/>
              <a:stCxn id="243" idx="1"/>
              <a:endCxn id="224" idx="0"/>
            </p:cNvCxnSpPr>
            <p:nvPr/>
          </p:nvCxnSpPr>
          <p:spPr>
            <a:xfrm>
              <a:off x="4334752" y="4995396"/>
              <a:ext cx="143999" cy="19297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41" name="Straight Arrow Connector 240">
              <a:extLst>
                <a:ext uri="{FF2B5EF4-FFF2-40B4-BE49-F238E27FC236}">
                  <a16:creationId xmlns:a16="http://schemas.microsoft.com/office/drawing/2014/main" id="{818D011E-77DF-56B2-C138-C56A91B380F1}"/>
                </a:ext>
              </a:extLst>
            </p:cNvPr>
            <p:cNvCxnSpPr>
              <a:cxnSpLocks/>
              <a:stCxn id="245" idx="1"/>
              <a:endCxn id="216" idx="0"/>
            </p:cNvCxnSpPr>
            <p:nvPr/>
          </p:nvCxnSpPr>
          <p:spPr>
            <a:xfrm flipH="1">
              <a:off x="3560104" y="4994613"/>
              <a:ext cx="175857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B03F5679-8EF8-8BE1-F902-1D43BE5E4D5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43" name="Rectangle 25">
                <a:extLst>
                  <a:ext uri="{FF2B5EF4-FFF2-40B4-BE49-F238E27FC236}">
                    <a16:creationId xmlns:a16="http://schemas.microsoft.com/office/drawing/2014/main" id="{2D9DF2D5-A21B-CD4C-F5B4-45FE091D68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44" name="Rectangle 29">
                <a:extLst>
                  <a:ext uri="{FF2B5EF4-FFF2-40B4-BE49-F238E27FC236}">
                    <a16:creationId xmlns:a16="http://schemas.microsoft.com/office/drawing/2014/main" id="{2E74D48C-6E83-57CD-847E-977195C203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45" name="Rectangle 29">
                <a:extLst>
                  <a:ext uri="{FF2B5EF4-FFF2-40B4-BE49-F238E27FC236}">
                    <a16:creationId xmlns:a16="http://schemas.microsoft.com/office/drawing/2014/main" id="{F501C0B4-4148-F73F-812D-57E512C70F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46" name="Group 254">
            <a:extLst>
              <a:ext uri="{FF2B5EF4-FFF2-40B4-BE49-F238E27FC236}">
                <a16:creationId xmlns:a16="http://schemas.microsoft.com/office/drawing/2014/main" id="{BF8BA867-1A12-5E57-B6DB-492225733928}"/>
              </a:ext>
            </a:extLst>
          </p:cNvPr>
          <p:cNvGrpSpPr>
            <a:grpSpLocks noChangeAspect="1"/>
          </p:cNvGrpSpPr>
          <p:nvPr/>
        </p:nvGrpSpPr>
        <p:grpSpPr>
          <a:xfrm>
            <a:off x="4555459" y="1945406"/>
            <a:ext cx="280226" cy="161260"/>
            <a:chOff x="8421867" y="1904979"/>
            <a:chExt cx="347879" cy="255573"/>
          </a:xfrm>
        </p:grpSpPr>
        <p:sp>
          <p:nvSpPr>
            <p:cNvPr id="250" name="Rectangle 60">
              <a:extLst>
                <a:ext uri="{FF2B5EF4-FFF2-40B4-BE49-F238E27FC236}">
                  <a16:creationId xmlns:a16="http://schemas.microsoft.com/office/drawing/2014/main" id="{22881EB4-E6C6-ED57-F5A7-D95EE948B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53" name="Group 719">
              <a:extLst>
                <a:ext uri="{FF2B5EF4-FFF2-40B4-BE49-F238E27FC236}">
                  <a16:creationId xmlns:a16="http://schemas.microsoft.com/office/drawing/2014/main" id="{6F5A1029-20F0-4055-5B94-287393758741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B02DE389-1755-397F-9E2D-A7A81D3F8CF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580C161E-AFA3-B20A-D56E-4CFA9DEE238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4A167271-A29F-5923-34E4-2A776BC6FAF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3E25205C-7EAE-AEBA-BD93-CAD0A4C07E4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54" name="Trapezoid 136">
              <a:extLst>
                <a:ext uri="{FF2B5EF4-FFF2-40B4-BE49-F238E27FC236}">
                  <a16:creationId xmlns:a16="http://schemas.microsoft.com/office/drawing/2014/main" id="{85919393-7521-1CB8-9EBB-2B7667893BF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61" name="Group 254">
            <a:extLst>
              <a:ext uri="{FF2B5EF4-FFF2-40B4-BE49-F238E27FC236}">
                <a16:creationId xmlns:a16="http://schemas.microsoft.com/office/drawing/2014/main" id="{F97C3541-C7D6-374A-8634-763DC6C82683}"/>
              </a:ext>
            </a:extLst>
          </p:cNvPr>
          <p:cNvGrpSpPr>
            <a:grpSpLocks noChangeAspect="1"/>
          </p:cNvGrpSpPr>
          <p:nvPr/>
        </p:nvGrpSpPr>
        <p:grpSpPr>
          <a:xfrm>
            <a:off x="5488851" y="1945406"/>
            <a:ext cx="280226" cy="161260"/>
            <a:chOff x="8421867" y="1904979"/>
            <a:chExt cx="347879" cy="255573"/>
          </a:xfrm>
        </p:grpSpPr>
        <p:sp>
          <p:nvSpPr>
            <p:cNvPr id="262" name="Rectangle 60">
              <a:extLst>
                <a:ext uri="{FF2B5EF4-FFF2-40B4-BE49-F238E27FC236}">
                  <a16:creationId xmlns:a16="http://schemas.microsoft.com/office/drawing/2014/main" id="{3FE219C0-5FEE-9BDC-B0A5-C4E8CFFDE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63" name="Group 719">
              <a:extLst>
                <a:ext uri="{FF2B5EF4-FFF2-40B4-BE49-F238E27FC236}">
                  <a16:creationId xmlns:a16="http://schemas.microsoft.com/office/drawing/2014/main" id="{5B878CBC-48BD-45EA-1FA8-63CBBB71E88E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26A76EB2-9130-659D-F489-7BBE919E889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08E4A9DF-EBDE-353D-B75A-AACA8620018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3B7F1AFC-6BBB-FFC1-484D-6623063BDAB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3" name="Straight Connector 362">
                <a:extLst>
                  <a:ext uri="{FF2B5EF4-FFF2-40B4-BE49-F238E27FC236}">
                    <a16:creationId xmlns:a16="http://schemas.microsoft.com/office/drawing/2014/main" id="{2A09E2AF-5F8C-7816-B22D-23CFC796116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64" name="Trapezoid 136">
              <a:extLst>
                <a:ext uri="{FF2B5EF4-FFF2-40B4-BE49-F238E27FC236}">
                  <a16:creationId xmlns:a16="http://schemas.microsoft.com/office/drawing/2014/main" id="{46182F54-08B6-3CF4-A34F-F340BC57EDA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B78855DE-6DAD-02C2-CDD9-E988177D68C7}"/>
              </a:ext>
            </a:extLst>
          </p:cNvPr>
          <p:cNvGrpSpPr/>
          <p:nvPr/>
        </p:nvGrpSpPr>
        <p:grpSpPr>
          <a:xfrm>
            <a:off x="4695572" y="1682190"/>
            <a:ext cx="933392" cy="263216"/>
            <a:chOff x="3560105" y="4920983"/>
            <a:chExt cx="918646" cy="259057"/>
          </a:xfrm>
        </p:grpSpPr>
        <p:cxnSp>
          <p:nvCxnSpPr>
            <p:cNvPr id="366" name="Straight Arrow Connector 365">
              <a:extLst>
                <a:ext uri="{FF2B5EF4-FFF2-40B4-BE49-F238E27FC236}">
                  <a16:creationId xmlns:a16="http://schemas.microsoft.com/office/drawing/2014/main" id="{EBC7BCC4-92A5-F95B-9474-1B4C3CD183EB}"/>
                </a:ext>
              </a:extLst>
            </p:cNvPr>
            <p:cNvCxnSpPr>
              <a:cxnSpLocks/>
              <a:stCxn id="377" idx="0"/>
              <a:endCxn id="262" idx="0"/>
            </p:cNvCxnSpPr>
            <p:nvPr/>
          </p:nvCxnSpPr>
          <p:spPr>
            <a:xfrm>
              <a:off x="4288158" y="4974136"/>
              <a:ext cx="190593" cy="20590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67" name="Straight Arrow Connector 366">
              <a:extLst>
                <a:ext uri="{FF2B5EF4-FFF2-40B4-BE49-F238E27FC236}">
                  <a16:creationId xmlns:a16="http://schemas.microsoft.com/office/drawing/2014/main" id="{181E3D95-2D90-A527-D20D-8B5D4CDA3E29}"/>
                </a:ext>
              </a:extLst>
            </p:cNvPr>
            <p:cNvCxnSpPr>
              <a:cxnSpLocks/>
              <a:stCxn id="379" idx="1"/>
              <a:endCxn id="250" idx="0"/>
            </p:cNvCxnSpPr>
            <p:nvPr/>
          </p:nvCxnSpPr>
          <p:spPr>
            <a:xfrm flipH="1">
              <a:off x="3560105" y="4994613"/>
              <a:ext cx="175856" cy="17709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200AF17F-EBCD-4772-96E5-A3FF1C47895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76" name="Rectangle 25">
                <a:extLst>
                  <a:ext uri="{FF2B5EF4-FFF2-40B4-BE49-F238E27FC236}">
                    <a16:creationId xmlns:a16="http://schemas.microsoft.com/office/drawing/2014/main" id="{BB2AABBB-1EB9-FD74-C02F-A87864B829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77" name="Rectangle 29">
                <a:extLst>
                  <a:ext uri="{FF2B5EF4-FFF2-40B4-BE49-F238E27FC236}">
                    <a16:creationId xmlns:a16="http://schemas.microsoft.com/office/drawing/2014/main" id="{71475201-AA0C-36E6-18FB-C033023405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79" name="Rectangle 29">
                <a:extLst>
                  <a:ext uri="{FF2B5EF4-FFF2-40B4-BE49-F238E27FC236}">
                    <a16:creationId xmlns:a16="http://schemas.microsoft.com/office/drawing/2014/main" id="{28D3E173-E634-FE19-3618-49149B918F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381" name="Group 254">
            <a:extLst>
              <a:ext uri="{FF2B5EF4-FFF2-40B4-BE49-F238E27FC236}">
                <a16:creationId xmlns:a16="http://schemas.microsoft.com/office/drawing/2014/main" id="{5A4FC200-C08C-361F-391E-BD8AC37462DA}"/>
              </a:ext>
            </a:extLst>
          </p:cNvPr>
          <p:cNvGrpSpPr>
            <a:grpSpLocks noChangeAspect="1"/>
          </p:cNvGrpSpPr>
          <p:nvPr/>
        </p:nvGrpSpPr>
        <p:grpSpPr>
          <a:xfrm>
            <a:off x="6430129" y="1945406"/>
            <a:ext cx="280226" cy="161260"/>
            <a:chOff x="8421867" y="1904979"/>
            <a:chExt cx="347879" cy="255573"/>
          </a:xfrm>
        </p:grpSpPr>
        <p:sp>
          <p:nvSpPr>
            <p:cNvPr id="382" name="Rectangle 60">
              <a:extLst>
                <a:ext uri="{FF2B5EF4-FFF2-40B4-BE49-F238E27FC236}">
                  <a16:creationId xmlns:a16="http://schemas.microsoft.com/office/drawing/2014/main" id="{72733632-D8AA-AD2B-40A4-0B5CC066F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83" name="Group 719">
              <a:extLst>
                <a:ext uri="{FF2B5EF4-FFF2-40B4-BE49-F238E27FC236}">
                  <a16:creationId xmlns:a16="http://schemas.microsoft.com/office/drawing/2014/main" id="{6DE635A0-2FDA-B185-E035-FF7889958FE2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85" name="Straight Connector 384">
                <a:extLst>
                  <a:ext uri="{FF2B5EF4-FFF2-40B4-BE49-F238E27FC236}">
                    <a16:creationId xmlns:a16="http://schemas.microsoft.com/office/drawing/2014/main" id="{4E0CC94B-20EB-5E9E-B15C-9AB8797C36E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37289B08-45EE-714D-3F70-FF633489C5A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F5B6EE5F-0FEB-3E8D-E1EF-D3B332D943D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ED6C8277-2A9A-7C9B-D9E2-FE005D16465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84" name="Trapezoid 136">
              <a:extLst>
                <a:ext uri="{FF2B5EF4-FFF2-40B4-BE49-F238E27FC236}">
                  <a16:creationId xmlns:a16="http://schemas.microsoft.com/office/drawing/2014/main" id="{8DF304D2-3E98-30A6-8097-07BE703A757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94" name="Group 254">
            <a:extLst>
              <a:ext uri="{FF2B5EF4-FFF2-40B4-BE49-F238E27FC236}">
                <a16:creationId xmlns:a16="http://schemas.microsoft.com/office/drawing/2014/main" id="{57E5AC40-39BA-4811-C157-EF68B8C9AAAF}"/>
              </a:ext>
            </a:extLst>
          </p:cNvPr>
          <p:cNvGrpSpPr>
            <a:grpSpLocks noChangeAspect="1"/>
          </p:cNvGrpSpPr>
          <p:nvPr/>
        </p:nvGrpSpPr>
        <p:grpSpPr>
          <a:xfrm>
            <a:off x="7363522" y="1945406"/>
            <a:ext cx="280226" cy="161260"/>
            <a:chOff x="8421867" y="1904979"/>
            <a:chExt cx="347879" cy="255573"/>
          </a:xfrm>
        </p:grpSpPr>
        <p:sp>
          <p:nvSpPr>
            <p:cNvPr id="395" name="Rectangle 60">
              <a:extLst>
                <a:ext uri="{FF2B5EF4-FFF2-40B4-BE49-F238E27FC236}">
                  <a16:creationId xmlns:a16="http://schemas.microsoft.com/office/drawing/2014/main" id="{4B6522C6-CE9F-11B5-6B9B-BE3F0AD2DC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6" name="Group 719">
              <a:extLst>
                <a:ext uri="{FF2B5EF4-FFF2-40B4-BE49-F238E27FC236}">
                  <a16:creationId xmlns:a16="http://schemas.microsoft.com/office/drawing/2014/main" id="{C8EA81A7-45DB-713A-4A87-414DB62D4C6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F6AE44F2-E6B2-33DB-6633-E80E0E7180F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9" name="Straight Connector 398">
                <a:extLst>
                  <a:ext uri="{FF2B5EF4-FFF2-40B4-BE49-F238E27FC236}">
                    <a16:creationId xmlns:a16="http://schemas.microsoft.com/office/drawing/2014/main" id="{D618F525-9F2B-4D6D-4D1F-B971123717C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394F21ED-A8A1-DF60-D3E7-B86F338AE19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FA21434E-3836-34B9-7079-2B429C19637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97" name="Trapezoid 136">
              <a:extLst>
                <a:ext uri="{FF2B5EF4-FFF2-40B4-BE49-F238E27FC236}">
                  <a16:creationId xmlns:a16="http://schemas.microsoft.com/office/drawing/2014/main" id="{1F6417FA-E4F8-0F87-A9E9-8EB5C5F6F54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9928E9E3-E05A-A2B2-6DCE-7808242BB638}"/>
              </a:ext>
            </a:extLst>
          </p:cNvPr>
          <p:cNvGrpSpPr/>
          <p:nvPr/>
        </p:nvGrpSpPr>
        <p:grpSpPr>
          <a:xfrm>
            <a:off x="6570242" y="1682190"/>
            <a:ext cx="933393" cy="263216"/>
            <a:chOff x="3560104" y="4920983"/>
            <a:chExt cx="918647" cy="259057"/>
          </a:xfrm>
        </p:grpSpPr>
        <p:cxnSp>
          <p:nvCxnSpPr>
            <p:cNvPr id="405" name="Straight Arrow Connector 404">
              <a:extLst>
                <a:ext uri="{FF2B5EF4-FFF2-40B4-BE49-F238E27FC236}">
                  <a16:creationId xmlns:a16="http://schemas.microsoft.com/office/drawing/2014/main" id="{6CCE93E0-FD07-8E8C-B27D-CA21C4F51157}"/>
                </a:ext>
              </a:extLst>
            </p:cNvPr>
            <p:cNvCxnSpPr>
              <a:cxnSpLocks/>
              <a:stCxn id="409" idx="1"/>
              <a:endCxn id="395" idx="0"/>
            </p:cNvCxnSpPr>
            <p:nvPr/>
          </p:nvCxnSpPr>
          <p:spPr>
            <a:xfrm>
              <a:off x="4334752" y="4995396"/>
              <a:ext cx="143999" cy="18464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6" name="Straight Arrow Connector 405">
              <a:extLst>
                <a:ext uri="{FF2B5EF4-FFF2-40B4-BE49-F238E27FC236}">
                  <a16:creationId xmlns:a16="http://schemas.microsoft.com/office/drawing/2014/main" id="{E8422AF7-BE3C-9C80-BC31-C062F76C0BD6}"/>
                </a:ext>
              </a:extLst>
            </p:cNvPr>
            <p:cNvCxnSpPr>
              <a:cxnSpLocks/>
              <a:stCxn id="411" idx="1"/>
              <a:endCxn id="382" idx="0"/>
            </p:cNvCxnSpPr>
            <p:nvPr/>
          </p:nvCxnSpPr>
          <p:spPr>
            <a:xfrm flipH="1">
              <a:off x="3560104" y="4994613"/>
              <a:ext cx="175857" cy="17709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407" name="Group 406">
              <a:extLst>
                <a:ext uri="{FF2B5EF4-FFF2-40B4-BE49-F238E27FC236}">
                  <a16:creationId xmlns:a16="http://schemas.microsoft.com/office/drawing/2014/main" id="{0E79C4B5-D408-C157-2F91-84F79D29CD1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409" name="Rectangle 25">
                <a:extLst>
                  <a:ext uri="{FF2B5EF4-FFF2-40B4-BE49-F238E27FC236}">
                    <a16:creationId xmlns:a16="http://schemas.microsoft.com/office/drawing/2014/main" id="{A3FCA540-252E-F0AE-7DC0-227265BE55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410" name="Rectangle 29">
                <a:extLst>
                  <a:ext uri="{FF2B5EF4-FFF2-40B4-BE49-F238E27FC236}">
                    <a16:creationId xmlns:a16="http://schemas.microsoft.com/office/drawing/2014/main" id="{F90914C1-0F17-CC9C-7F47-9E565FACC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411" name="Rectangle 29">
                <a:extLst>
                  <a:ext uri="{FF2B5EF4-FFF2-40B4-BE49-F238E27FC236}">
                    <a16:creationId xmlns:a16="http://schemas.microsoft.com/office/drawing/2014/main" id="{F247FE9D-C6FF-3466-5AC7-646E32AC8D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27" name="Connector: Elbow 426">
            <a:extLst>
              <a:ext uri="{FF2B5EF4-FFF2-40B4-BE49-F238E27FC236}">
                <a16:creationId xmlns:a16="http://schemas.microsoft.com/office/drawing/2014/main" id="{85AB8A45-2929-9071-7FA5-459C13360540}"/>
              </a:ext>
            </a:extLst>
          </p:cNvPr>
          <p:cNvCxnSpPr>
            <a:stCxn id="1525" idx="2"/>
            <a:endCxn id="250" idx="1"/>
          </p:cNvCxnSpPr>
          <p:nvPr/>
        </p:nvCxnSpPr>
        <p:spPr>
          <a:xfrm rot="10800000" flipV="1">
            <a:off x="4555459" y="1399318"/>
            <a:ext cx="639520" cy="626717"/>
          </a:xfrm>
          <a:prstGeom prst="bentConnector3">
            <a:avLst>
              <a:gd name="adj1" fmla="val 135746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29" name="Connector: Elbow 428">
            <a:extLst>
              <a:ext uri="{FF2B5EF4-FFF2-40B4-BE49-F238E27FC236}">
                <a16:creationId xmlns:a16="http://schemas.microsoft.com/office/drawing/2014/main" id="{A1D9E61C-DDF8-B385-3FCB-28EA2C1D7884}"/>
              </a:ext>
            </a:extLst>
          </p:cNvPr>
          <p:cNvCxnSpPr>
            <a:cxnSpLocks/>
            <a:stCxn id="1524" idx="3"/>
            <a:endCxn id="395" idx="3"/>
          </p:cNvCxnSpPr>
          <p:nvPr/>
        </p:nvCxnSpPr>
        <p:spPr>
          <a:xfrm>
            <a:off x="7093585" y="1398433"/>
            <a:ext cx="550163" cy="627603"/>
          </a:xfrm>
          <a:prstGeom prst="bentConnector3">
            <a:avLst>
              <a:gd name="adj1" fmla="val 141551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33" name="Straight Arrow Connector 432">
            <a:extLst>
              <a:ext uri="{FF2B5EF4-FFF2-40B4-BE49-F238E27FC236}">
                <a16:creationId xmlns:a16="http://schemas.microsoft.com/office/drawing/2014/main" id="{3DCC3106-3461-314E-264B-A7842A6D0A47}"/>
              </a:ext>
            </a:extLst>
          </p:cNvPr>
          <p:cNvCxnSpPr>
            <a:stCxn id="376" idx="2"/>
            <a:endCxn id="205" idx="0"/>
          </p:cNvCxnSpPr>
          <p:nvPr/>
        </p:nvCxnSpPr>
        <p:spPr>
          <a:xfrm>
            <a:off x="5161977" y="1833405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Arrow Connector 434">
            <a:extLst>
              <a:ext uri="{FF2B5EF4-FFF2-40B4-BE49-F238E27FC236}">
                <a16:creationId xmlns:a16="http://schemas.microsoft.com/office/drawing/2014/main" id="{4123B53A-402D-A169-BDD1-6BC791A58C0E}"/>
              </a:ext>
            </a:extLst>
          </p:cNvPr>
          <p:cNvCxnSpPr>
            <a:stCxn id="205" idx="2"/>
            <a:endCxn id="210" idx="0"/>
          </p:cNvCxnSpPr>
          <p:nvPr/>
        </p:nvCxnSpPr>
        <p:spPr>
          <a:xfrm>
            <a:off x="5193642" y="2349807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TextBox 439">
            <a:extLst>
              <a:ext uri="{FF2B5EF4-FFF2-40B4-BE49-F238E27FC236}">
                <a16:creationId xmlns:a16="http://schemas.microsoft.com/office/drawing/2014/main" id="{3B51D58E-7E5D-4677-1041-6CE0B22351B9}"/>
              </a:ext>
            </a:extLst>
          </p:cNvPr>
          <p:cNvSpPr txBox="1"/>
          <p:nvPr/>
        </p:nvSpPr>
        <p:spPr>
          <a:xfrm>
            <a:off x="4056656" y="2620690"/>
            <a:ext cx="7312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aggregation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7CEC3A72-D984-AB0E-0A6A-46FDD030D8FC}"/>
              </a:ext>
            </a:extLst>
          </p:cNvPr>
          <p:cNvSpPr txBox="1"/>
          <p:nvPr/>
        </p:nvSpPr>
        <p:spPr>
          <a:xfrm>
            <a:off x="5556364" y="2105977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Partition parallel</a:t>
            </a:r>
          </a:p>
          <a:p>
            <a:r>
              <a:rPr lang="en-GB" sz="800" dirty="0"/>
              <a:t>(decomposition)</a:t>
            </a:r>
          </a:p>
        </p:txBody>
      </p: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5D8AEC5E-AB98-B1F8-CC27-796B200213DC}"/>
              </a:ext>
            </a:extLst>
          </p:cNvPr>
          <p:cNvCxnSpPr/>
          <p:nvPr/>
        </p:nvCxnSpPr>
        <p:spPr>
          <a:xfrm>
            <a:off x="7041577" y="1833405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Straight Arrow Connector 442">
            <a:extLst>
              <a:ext uri="{FF2B5EF4-FFF2-40B4-BE49-F238E27FC236}">
                <a16:creationId xmlns:a16="http://schemas.microsoft.com/office/drawing/2014/main" id="{4A381CEC-BFA6-653B-5825-CEFCD2DF8640}"/>
              </a:ext>
            </a:extLst>
          </p:cNvPr>
          <p:cNvCxnSpPr/>
          <p:nvPr/>
        </p:nvCxnSpPr>
        <p:spPr>
          <a:xfrm>
            <a:off x="7073242" y="2349807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9" name="Straight Connector 1568">
            <a:extLst>
              <a:ext uri="{FF2B5EF4-FFF2-40B4-BE49-F238E27FC236}">
                <a16:creationId xmlns:a16="http://schemas.microsoft.com/office/drawing/2014/main" id="{495CEF3D-9432-A2CD-5B2E-E357DFAF0006}"/>
              </a:ext>
            </a:extLst>
          </p:cNvPr>
          <p:cNvCxnSpPr>
            <a:cxnSpLocks/>
          </p:cNvCxnSpPr>
          <p:nvPr/>
        </p:nvCxnSpPr>
        <p:spPr>
          <a:xfrm flipH="1">
            <a:off x="6412505" y="584200"/>
            <a:ext cx="22492" cy="2576576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7F93340E-6F56-CB20-E720-64E4F3F32427}"/>
              </a:ext>
            </a:extLst>
          </p:cNvPr>
          <p:cNvGrpSpPr/>
          <p:nvPr/>
        </p:nvGrpSpPr>
        <p:grpSpPr>
          <a:xfrm>
            <a:off x="4706505" y="3946349"/>
            <a:ext cx="1029166" cy="71625"/>
            <a:chOff x="3595799" y="4960156"/>
            <a:chExt cx="1012906" cy="7049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1CC6238-FD60-94BE-0342-00F049C21366}"/>
                </a:ext>
              </a:extLst>
            </p:cNvPr>
            <p:cNvCxnSpPr>
              <a:cxnSpLocks/>
              <a:endCxn id="413" idx="3"/>
            </p:cNvCxnSpPr>
            <p:nvPr/>
          </p:nvCxnSpPr>
          <p:spPr>
            <a:xfrm flipH="1">
              <a:off x="4152522" y="4969811"/>
              <a:ext cx="456183" cy="2480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256" name="Straight Arrow Connector 255">
              <a:extLst>
                <a:ext uri="{FF2B5EF4-FFF2-40B4-BE49-F238E27FC236}">
                  <a16:creationId xmlns:a16="http://schemas.microsoft.com/office/drawing/2014/main" id="{5A0ACA19-1B14-EE02-3088-81703D2E6D57}"/>
                </a:ext>
              </a:extLst>
            </p:cNvPr>
            <p:cNvCxnSpPr>
              <a:cxnSpLocks/>
              <a:stCxn id="414" idx="1"/>
            </p:cNvCxnSpPr>
            <p:nvPr/>
          </p:nvCxnSpPr>
          <p:spPr>
            <a:xfrm flipH="1" flipV="1">
              <a:off x="3595799" y="4973354"/>
              <a:ext cx="289632" cy="21266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400" name="Group 399">
              <a:extLst>
                <a:ext uri="{FF2B5EF4-FFF2-40B4-BE49-F238E27FC236}">
                  <a16:creationId xmlns:a16="http://schemas.microsoft.com/office/drawing/2014/main" id="{88CAFA92-3E38-45B3-1E7D-35C44807F8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404" name="Rectangle 25">
                <a:extLst>
                  <a:ext uri="{FF2B5EF4-FFF2-40B4-BE49-F238E27FC236}">
                    <a16:creationId xmlns:a16="http://schemas.microsoft.com/office/drawing/2014/main" id="{CE883655-22E6-1DBC-D353-E48D8E1BA8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413" name="Rectangle 29">
                <a:extLst>
                  <a:ext uri="{FF2B5EF4-FFF2-40B4-BE49-F238E27FC236}">
                    <a16:creationId xmlns:a16="http://schemas.microsoft.com/office/drawing/2014/main" id="{65D17677-EE5D-85C4-67DD-51A4E2AE1A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414" name="Rectangle 29">
                <a:extLst>
                  <a:ext uri="{FF2B5EF4-FFF2-40B4-BE49-F238E27FC236}">
                    <a16:creationId xmlns:a16="http://schemas.microsoft.com/office/drawing/2014/main" id="{80FBB940-8A7C-697F-6D3D-34D8AB8BDB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418" name="Group 417">
            <a:extLst>
              <a:ext uri="{FF2B5EF4-FFF2-40B4-BE49-F238E27FC236}">
                <a16:creationId xmlns:a16="http://schemas.microsoft.com/office/drawing/2014/main" id="{88449B9D-E4DE-E27C-55B2-2236ADBE08EF}"/>
              </a:ext>
            </a:extLst>
          </p:cNvPr>
          <p:cNvGrpSpPr/>
          <p:nvPr/>
        </p:nvGrpSpPr>
        <p:grpSpPr>
          <a:xfrm>
            <a:off x="6580618" y="3935776"/>
            <a:ext cx="1049124" cy="71625"/>
            <a:chOff x="3490493" y="4960156"/>
            <a:chExt cx="1032550" cy="70493"/>
          </a:xfrm>
        </p:grpSpPr>
        <p:cxnSp>
          <p:nvCxnSpPr>
            <p:cNvPr id="419" name="Straight Arrow Connector 418">
              <a:extLst>
                <a:ext uri="{FF2B5EF4-FFF2-40B4-BE49-F238E27FC236}">
                  <a16:creationId xmlns:a16="http://schemas.microsoft.com/office/drawing/2014/main" id="{E7F7682A-EB80-B706-1DE7-FE0E0EBB136A}"/>
                </a:ext>
              </a:extLst>
            </p:cNvPr>
            <p:cNvCxnSpPr>
              <a:cxnSpLocks/>
              <a:endCxn id="425" idx="3"/>
            </p:cNvCxnSpPr>
            <p:nvPr/>
          </p:nvCxnSpPr>
          <p:spPr>
            <a:xfrm flipH="1">
              <a:off x="4152522" y="4986541"/>
              <a:ext cx="370521" cy="807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421" name="Straight Arrow Connector 420">
              <a:extLst>
                <a:ext uri="{FF2B5EF4-FFF2-40B4-BE49-F238E27FC236}">
                  <a16:creationId xmlns:a16="http://schemas.microsoft.com/office/drawing/2014/main" id="{EF025859-2F39-02E8-F8D5-255E3E83BC56}"/>
                </a:ext>
              </a:extLst>
            </p:cNvPr>
            <p:cNvCxnSpPr>
              <a:cxnSpLocks/>
              <a:stCxn id="426" idx="1"/>
            </p:cNvCxnSpPr>
            <p:nvPr/>
          </p:nvCxnSpPr>
          <p:spPr>
            <a:xfrm flipH="1" flipV="1">
              <a:off x="3490493" y="4980219"/>
              <a:ext cx="394937" cy="14401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423" name="Group 422">
              <a:extLst>
                <a:ext uri="{FF2B5EF4-FFF2-40B4-BE49-F238E27FC236}">
                  <a16:creationId xmlns:a16="http://schemas.microsoft.com/office/drawing/2014/main" id="{5C190147-2FCD-FC73-4DEB-6CFC5EA97FB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424" name="Rectangle 25">
                <a:extLst>
                  <a:ext uri="{FF2B5EF4-FFF2-40B4-BE49-F238E27FC236}">
                    <a16:creationId xmlns:a16="http://schemas.microsoft.com/office/drawing/2014/main" id="{01D84A7D-4A17-32C8-97AF-FBA75294D9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425" name="Rectangle 29">
                <a:extLst>
                  <a:ext uri="{FF2B5EF4-FFF2-40B4-BE49-F238E27FC236}">
                    <a16:creationId xmlns:a16="http://schemas.microsoft.com/office/drawing/2014/main" id="{6518863A-A3C4-B6BC-0B33-C39E8A9D2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426" name="Rectangle 29">
                <a:extLst>
                  <a:ext uri="{FF2B5EF4-FFF2-40B4-BE49-F238E27FC236}">
                    <a16:creationId xmlns:a16="http://schemas.microsoft.com/office/drawing/2014/main" id="{F83112B5-C047-CD67-D8F5-35C1390C1B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sp>
        <p:nvSpPr>
          <p:cNvPr id="428" name="TextBox 427">
            <a:extLst>
              <a:ext uri="{FF2B5EF4-FFF2-40B4-BE49-F238E27FC236}">
                <a16:creationId xmlns:a16="http://schemas.microsoft.com/office/drawing/2014/main" id="{FEB60965-3A2D-A25E-0640-7389FA75A2AE}"/>
              </a:ext>
            </a:extLst>
          </p:cNvPr>
          <p:cNvSpPr txBox="1"/>
          <p:nvPr/>
        </p:nvSpPr>
        <p:spPr>
          <a:xfrm>
            <a:off x="3944312" y="2194526"/>
            <a:ext cx="5277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solidFill>
                  <a:srgbClr val="FF0000"/>
                </a:solidFill>
              </a:rPr>
              <a:t>SNPP</a:t>
            </a:r>
          </a:p>
        </p:txBody>
      </p:sp>
      <p:sp>
        <p:nvSpPr>
          <p:cNvPr id="430" name="TextBox 429">
            <a:extLst>
              <a:ext uri="{FF2B5EF4-FFF2-40B4-BE49-F238E27FC236}">
                <a16:creationId xmlns:a16="http://schemas.microsoft.com/office/drawing/2014/main" id="{9B741948-61F8-7AF4-97BE-F755B3DC1B83}"/>
              </a:ext>
            </a:extLst>
          </p:cNvPr>
          <p:cNvSpPr txBox="1"/>
          <p:nvPr/>
        </p:nvSpPr>
        <p:spPr>
          <a:xfrm>
            <a:off x="3999330" y="812858"/>
            <a:ext cx="43313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solidFill>
                  <a:srgbClr val="FF0000"/>
                </a:solidFill>
              </a:rPr>
              <a:t>SNP</a:t>
            </a:r>
          </a:p>
        </p:txBody>
      </p:sp>
      <p:sp>
        <p:nvSpPr>
          <p:cNvPr id="431" name="TextBox 430">
            <a:extLst>
              <a:ext uri="{FF2B5EF4-FFF2-40B4-BE49-F238E27FC236}">
                <a16:creationId xmlns:a16="http://schemas.microsoft.com/office/drawing/2014/main" id="{DE9AE32C-1D36-C1F5-C5A4-0244D72CBD9B}"/>
              </a:ext>
            </a:extLst>
          </p:cNvPr>
          <p:cNvSpPr txBox="1"/>
          <p:nvPr/>
        </p:nvSpPr>
        <p:spPr>
          <a:xfrm>
            <a:off x="5759067" y="0"/>
            <a:ext cx="42030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solidFill>
                  <a:srgbClr val="FF0000"/>
                </a:solidFill>
              </a:rPr>
              <a:t>Call</a:t>
            </a:r>
          </a:p>
        </p:txBody>
      </p:sp>
      <p:sp>
        <p:nvSpPr>
          <p:cNvPr id="434" name="TextBox 433">
            <a:extLst>
              <a:ext uri="{FF2B5EF4-FFF2-40B4-BE49-F238E27FC236}">
                <a16:creationId xmlns:a16="http://schemas.microsoft.com/office/drawing/2014/main" id="{BF6B1BD4-1BA5-CAAB-95A8-F981722576AB}"/>
              </a:ext>
            </a:extLst>
          </p:cNvPr>
          <p:cNvSpPr txBox="1"/>
          <p:nvPr/>
        </p:nvSpPr>
        <p:spPr>
          <a:xfrm>
            <a:off x="6666576" y="539969"/>
            <a:ext cx="86273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solidFill>
                  <a:srgbClr val="FF0000"/>
                </a:solidFill>
              </a:rPr>
              <a:t>Connection</a:t>
            </a:r>
          </a:p>
        </p:txBody>
      </p:sp>
      <p:sp>
        <p:nvSpPr>
          <p:cNvPr id="436" name="TextBox 435">
            <a:extLst>
              <a:ext uri="{FF2B5EF4-FFF2-40B4-BE49-F238E27FC236}">
                <a16:creationId xmlns:a16="http://schemas.microsoft.com/office/drawing/2014/main" id="{BAD76C79-3C28-404E-55A1-0B55C7A95397}"/>
              </a:ext>
            </a:extLst>
          </p:cNvPr>
          <p:cNvSpPr txBox="1"/>
          <p:nvPr/>
        </p:nvSpPr>
        <p:spPr>
          <a:xfrm>
            <a:off x="4505269" y="539969"/>
            <a:ext cx="86273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solidFill>
                  <a:srgbClr val="FF0000"/>
                </a:solidFill>
              </a:rPr>
              <a:t>Connection</a:t>
            </a:r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CC7EF317-4772-BC8E-BD64-A2DF89EB767B}"/>
              </a:ext>
            </a:extLst>
          </p:cNvPr>
          <p:cNvSpPr txBox="1"/>
          <p:nvPr/>
        </p:nvSpPr>
        <p:spPr>
          <a:xfrm>
            <a:off x="4356577" y="1429999"/>
            <a:ext cx="7489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 err="1">
                <a:solidFill>
                  <a:srgbClr val="FF0000"/>
                </a:solidFill>
              </a:rPr>
              <a:t>SNPPLink</a:t>
            </a:r>
            <a:endParaRPr lang="en-GB" sz="105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03224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13753-423E-8387-09EB-B64F1D58A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91E7B-3552-5B8A-7D9B-7FCB3E2BB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3605"/>
          </a:xfrm>
        </p:spPr>
        <p:txBody>
          <a:bodyPr>
            <a:normAutofit fontScale="90000"/>
          </a:bodyPr>
          <a:lstStyle/>
          <a:p>
            <a:r>
              <a:rPr lang="en-GB" dirty="0"/>
              <a:t>Proposal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C01497B-9262-5EFE-1604-3FCD0895BE9D}"/>
              </a:ext>
            </a:extLst>
          </p:cNvPr>
          <p:cNvSpPr/>
          <p:nvPr/>
        </p:nvSpPr>
        <p:spPr>
          <a:xfrm>
            <a:off x="5588272" y="3456935"/>
            <a:ext cx="1119125" cy="2793520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8D7B8ED-03E8-73C6-39BB-CE4B6F0ED386}"/>
              </a:ext>
            </a:extLst>
          </p:cNvPr>
          <p:cNvSpPr/>
          <p:nvPr/>
        </p:nvSpPr>
        <p:spPr>
          <a:xfrm>
            <a:off x="3738425" y="3435973"/>
            <a:ext cx="1049521" cy="28144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7" name="Group 254">
            <a:extLst>
              <a:ext uri="{FF2B5EF4-FFF2-40B4-BE49-F238E27FC236}">
                <a16:creationId xmlns:a16="http://schemas.microsoft.com/office/drawing/2014/main" id="{1267DA77-17EB-2EA6-AED1-B09C05570231}"/>
              </a:ext>
            </a:extLst>
          </p:cNvPr>
          <p:cNvGrpSpPr>
            <a:grpSpLocks noChangeAspect="1"/>
          </p:cNvGrpSpPr>
          <p:nvPr/>
        </p:nvGrpSpPr>
        <p:grpSpPr>
          <a:xfrm>
            <a:off x="3854838" y="6038976"/>
            <a:ext cx="280226" cy="161260"/>
            <a:chOff x="8421867" y="1904979"/>
            <a:chExt cx="347879" cy="255573"/>
          </a:xfrm>
        </p:grpSpPr>
        <p:sp>
          <p:nvSpPr>
            <p:cNvPr id="38" name="Rectangle 60">
              <a:extLst>
                <a:ext uri="{FF2B5EF4-FFF2-40B4-BE49-F238E27FC236}">
                  <a16:creationId xmlns:a16="http://schemas.microsoft.com/office/drawing/2014/main" id="{DB1D9703-75DD-8B66-E0B8-978131E8DB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" name="Group 719">
              <a:extLst>
                <a:ext uri="{FF2B5EF4-FFF2-40B4-BE49-F238E27FC236}">
                  <a16:creationId xmlns:a16="http://schemas.microsoft.com/office/drawing/2014/main" id="{D6A89C03-1979-50F0-4129-A75EBB12688E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EBE06BA-7E4E-F522-0483-4B285C248CF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0E9C04F7-D526-3757-4588-4BE93465331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803361F-5F4F-D66B-BB63-AD16CC3F5BD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77093DDF-F056-66AF-950F-670D4E51151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0" name="Trapezoid 113">
              <a:extLst>
                <a:ext uri="{FF2B5EF4-FFF2-40B4-BE49-F238E27FC236}">
                  <a16:creationId xmlns:a16="http://schemas.microsoft.com/office/drawing/2014/main" id="{5F0061B0-CB00-8457-25F7-15683C25280D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E8D5F8D-DCD8-B489-3D1C-4A85208648EA}"/>
              </a:ext>
            </a:extLst>
          </p:cNvPr>
          <p:cNvGrpSpPr/>
          <p:nvPr/>
        </p:nvGrpSpPr>
        <p:grpSpPr>
          <a:xfrm>
            <a:off x="3855598" y="5675756"/>
            <a:ext cx="276281" cy="173735"/>
            <a:chOff x="3417117" y="2447654"/>
            <a:chExt cx="362556" cy="22798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1304993-07D3-C66F-B7CE-F91C6DFBC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824F7830-B8B1-7D89-604E-3AD184FC0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" name="Trapezoid 110">
              <a:extLst>
                <a:ext uri="{FF2B5EF4-FFF2-40B4-BE49-F238E27FC236}">
                  <a16:creationId xmlns:a16="http://schemas.microsoft.com/office/drawing/2014/main" id="{188810A5-267C-7A5C-B381-0A11A52F9D41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0A36C11-AFDA-3B92-0DD2-257CB01341CA}"/>
              </a:ext>
            </a:extLst>
          </p:cNvPr>
          <p:cNvCxnSpPr>
            <a:cxnSpLocks/>
            <a:stCxn id="46" idx="2"/>
            <a:endCxn id="38" idx="0"/>
          </p:cNvCxnSpPr>
          <p:nvPr/>
        </p:nvCxnSpPr>
        <p:spPr>
          <a:xfrm>
            <a:off x="3993739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50" name="Group 254">
            <a:extLst>
              <a:ext uri="{FF2B5EF4-FFF2-40B4-BE49-F238E27FC236}">
                <a16:creationId xmlns:a16="http://schemas.microsoft.com/office/drawing/2014/main" id="{C1B6FA0B-A7D8-6416-B5C7-52AB6C8EE1B9}"/>
              </a:ext>
            </a:extLst>
          </p:cNvPr>
          <p:cNvGrpSpPr>
            <a:grpSpLocks noChangeAspect="1"/>
          </p:cNvGrpSpPr>
          <p:nvPr/>
        </p:nvGrpSpPr>
        <p:grpSpPr>
          <a:xfrm>
            <a:off x="4426280" y="6038976"/>
            <a:ext cx="280226" cy="161260"/>
            <a:chOff x="8421867" y="1904979"/>
            <a:chExt cx="347879" cy="255573"/>
          </a:xfrm>
        </p:grpSpPr>
        <p:sp>
          <p:nvSpPr>
            <p:cNvPr id="236" name="Rectangle 60">
              <a:extLst>
                <a:ext uri="{FF2B5EF4-FFF2-40B4-BE49-F238E27FC236}">
                  <a16:creationId xmlns:a16="http://schemas.microsoft.com/office/drawing/2014/main" id="{DC05054E-4B27-89EE-C605-952951C1A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7" name="Group 719">
              <a:extLst>
                <a:ext uri="{FF2B5EF4-FFF2-40B4-BE49-F238E27FC236}">
                  <a16:creationId xmlns:a16="http://schemas.microsoft.com/office/drawing/2014/main" id="{896DD2F7-C7D0-5307-11D8-C45603230AB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87A63FF6-627D-E5EA-3C24-ACDEDCA5882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991269AA-6732-33D3-893A-9788F91DE32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8271C182-D923-6EEC-D8AC-85673100A65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B152D55D-FD68-CB60-7F1A-7D4CBA2DF18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38" name="Trapezoid 149">
              <a:extLst>
                <a:ext uri="{FF2B5EF4-FFF2-40B4-BE49-F238E27FC236}">
                  <a16:creationId xmlns:a16="http://schemas.microsoft.com/office/drawing/2014/main" id="{99BB9B2B-5F10-F079-1EEF-8AFF87156D9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6D6AE0C3-517A-8EE6-4A21-75476B8DAB59}"/>
              </a:ext>
            </a:extLst>
          </p:cNvPr>
          <p:cNvCxnSpPr>
            <a:cxnSpLocks/>
            <a:stCxn id="739" idx="2"/>
            <a:endCxn id="236" idx="0"/>
          </p:cNvCxnSpPr>
          <p:nvPr/>
        </p:nvCxnSpPr>
        <p:spPr>
          <a:xfrm>
            <a:off x="4565182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444CA0B6-1F06-3B3F-0D73-789D99D5B2DA}"/>
              </a:ext>
            </a:extLst>
          </p:cNvPr>
          <p:cNvGrpSpPr/>
          <p:nvPr/>
        </p:nvGrpSpPr>
        <p:grpSpPr>
          <a:xfrm>
            <a:off x="4421460" y="4946379"/>
            <a:ext cx="276281" cy="173735"/>
            <a:chOff x="3417117" y="2447654"/>
            <a:chExt cx="362556" cy="227987"/>
          </a:xfrm>
        </p:grpSpPr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13B304CF-5DA5-9FA9-A2B9-7C261D658C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DF6B9455-E045-CA7B-9690-A077D08B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8" name="Trapezoid 170">
              <a:extLst>
                <a:ext uri="{FF2B5EF4-FFF2-40B4-BE49-F238E27FC236}">
                  <a16:creationId xmlns:a16="http://schemas.microsoft.com/office/drawing/2014/main" id="{E15FB8F8-24EF-B20F-6EEF-3916DDCA01A9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346ECB55-DE0F-BD25-94D3-0B15F45FA18A}"/>
              </a:ext>
            </a:extLst>
          </p:cNvPr>
          <p:cNvCxnSpPr>
            <a:cxnSpLocks/>
            <a:stCxn id="252" idx="2"/>
            <a:endCxn id="739" idx="2"/>
          </p:cNvCxnSpPr>
          <p:nvPr/>
        </p:nvCxnSpPr>
        <p:spPr>
          <a:xfrm>
            <a:off x="4559600" y="5120113"/>
            <a:ext cx="5581" cy="72937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72" name="Group 254">
            <a:extLst>
              <a:ext uri="{FF2B5EF4-FFF2-40B4-BE49-F238E27FC236}">
                <a16:creationId xmlns:a16="http://schemas.microsoft.com/office/drawing/2014/main" id="{692F85E6-8188-35AC-00B9-73E8F16288F2}"/>
              </a:ext>
            </a:extLst>
          </p:cNvPr>
          <p:cNvGrpSpPr>
            <a:grpSpLocks noChangeAspect="1"/>
          </p:cNvGrpSpPr>
          <p:nvPr/>
        </p:nvGrpSpPr>
        <p:grpSpPr>
          <a:xfrm>
            <a:off x="5735672" y="6035378"/>
            <a:ext cx="280226" cy="161260"/>
            <a:chOff x="8421867" y="1904979"/>
            <a:chExt cx="347879" cy="255573"/>
          </a:xfrm>
        </p:grpSpPr>
        <p:sp>
          <p:nvSpPr>
            <p:cNvPr id="288" name="Rectangle 60">
              <a:extLst>
                <a:ext uri="{FF2B5EF4-FFF2-40B4-BE49-F238E27FC236}">
                  <a16:creationId xmlns:a16="http://schemas.microsoft.com/office/drawing/2014/main" id="{3586BDFB-85F1-04B0-CE56-0B5ECB39C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89" name="Group 719">
              <a:extLst>
                <a:ext uri="{FF2B5EF4-FFF2-40B4-BE49-F238E27FC236}">
                  <a16:creationId xmlns:a16="http://schemas.microsoft.com/office/drawing/2014/main" id="{F61B95EA-1E51-EAF6-0B8D-4A63B34DFF56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413BD103-7DE3-3AFA-0608-9679A180BEF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C48B1942-5015-5348-35DE-FF44A1B454B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A09E10E6-1753-0F54-C1A7-6B010046AD2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CBDF6C0D-0BD5-3314-0495-C394E473275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90" name="Trapezoid 221">
              <a:extLst>
                <a:ext uri="{FF2B5EF4-FFF2-40B4-BE49-F238E27FC236}">
                  <a16:creationId xmlns:a16="http://schemas.microsoft.com/office/drawing/2014/main" id="{DC9102B1-1A24-11E6-75DD-6B824C1EE21D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E5564B5F-36AE-9790-7211-175216DEFB73}"/>
              </a:ext>
            </a:extLst>
          </p:cNvPr>
          <p:cNvGrpSpPr/>
          <p:nvPr/>
        </p:nvGrpSpPr>
        <p:grpSpPr>
          <a:xfrm>
            <a:off x="5736433" y="5672157"/>
            <a:ext cx="276281" cy="173735"/>
            <a:chOff x="3417117" y="2447654"/>
            <a:chExt cx="362556" cy="227987"/>
          </a:xfrm>
        </p:grpSpPr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5E5B0AE4-AAEC-7673-5488-C56E4EE0DA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1B71E585-098F-27C2-D012-EB201AC83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8" name="Trapezoid 229">
              <a:extLst>
                <a:ext uri="{FF2B5EF4-FFF2-40B4-BE49-F238E27FC236}">
                  <a16:creationId xmlns:a16="http://schemas.microsoft.com/office/drawing/2014/main" id="{EDF6FD30-229F-95D4-D7F8-68CCE2707661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55E40842-F373-8A48-8C2A-D61DA9D55589}"/>
              </a:ext>
            </a:extLst>
          </p:cNvPr>
          <p:cNvCxnSpPr>
            <a:cxnSpLocks/>
            <a:stCxn id="296" idx="2"/>
            <a:endCxn id="288" idx="0"/>
          </p:cNvCxnSpPr>
          <p:nvPr/>
        </p:nvCxnSpPr>
        <p:spPr>
          <a:xfrm>
            <a:off x="5874574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07" name="Group 254">
            <a:extLst>
              <a:ext uri="{FF2B5EF4-FFF2-40B4-BE49-F238E27FC236}">
                <a16:creationId xmlns:a16="http://schemas.microsoft.com/office/drawing/2014/main" id="{B837A143-32A8-D90F-B6FF-014642D52C69}"/>
              </a:ext>
            </a:extLst>
          </p:cNvPr>
          <p:cNvGrpSpPr>
            <a:grpSpLocks noChangeAspect="1"/>
          </p:cNvGrpSpPr>
          <p:nvPr/>
        </p:nvGrpSpPr>
        <p:grpSpPr>
          <a:xfrm>
            <a:off x="5730091" y="5306001"/>
            <a:ext cx="280226" cy="161260"/>
            <a:chOff x="8421867" y="1904979"/>
            <a:chExt cx="347879" cy="255573"/>
          </a:xfrm>
        </p:grpSpPr>
        <p:sp>
          <p:nvSpPr>
            <p:cNvPr id="309" name="Rectangle 60">
              <a:extLst>
                <a:ext uri="{FF2B5EF4-FFF2-40B4-BE49-F238E27FC236}">
                  <a16:creationId xmlns:a16="http://schemas.microsoft.com/office/drawing/2014/main" id="{B970CE17-E6BF-D256-3E0D-5FCF5A825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10" name="Group 719">
              <a:extLst>
                <a:ext uri="{FF2B5EF4-FFF2-40B4-BE49-F238E27FC236}">
                  <a16:creationId xmlns:a16="http://schemas.microsoft.com/office/drawing/2014/main" id="{A1FCD7BB-DBA3-3A37-2A56-7342C9FC7A7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B0C10ED9-F6EF-E2A4-959B-37A55A864C8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06C60197-6B37-9620-6A50-4F907738064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4" name="Straight Connector 313">
                <a:extLst>
                  <a:ext uri="{FF2B5EF4-FFF2-40B4-BE49-F238E27FC236}">
                    <a16:creationId xmlns:a16="http://schemas.microsoft.com/office/drawing/2014/main" id="{EE09C1A8-B2F0-B56B-21B9-92DA9C70E63A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2B395CDF-F336-3BFF-DB55-0198773AC2D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11" name="Trapezoid 243">
              <a:extLst>
                <a:ext uri="{FF2B5EF4-FFF2-40B4-BE49-F238E27FC236}">
                  <a16:creationId xmlns:a16="http://schemas.microsoft.com/office/drawing/2014/main" id="{A25F3718-18B5-A2E9-BE6D-B3B1FAE76CB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480025FF-93E4-53AA-8E2A-5913466B685C}"/>
              </a:ext>
            </a:extLst>
          </p:cNvPr>
          <p:cNvGrpSpPr/>
          <p:nvPr/>
        </p:nvGrpSpPr>
        <p:grpSpPr>
          <a:xfrm>
            <a:off x="5730852" y="4942781"/>
            <a:ext cx="276281" cy="173735"/>
            <a:chOff x="3417117" y="2447654"/>
            <a:chExt cx="362556" cy="227987"/>
          </a:xfrm>
        </p:grpSpPr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DB012504-BDDE-4C27-9D18-1A088B6B8C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3EC0BB0A-7D8B-1477-4445-77136EBE12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4" name="Trapezoid 257">
              <a:extLst>
                <a:ext uri="{FF2B5EF4-FFF2-40B4-BE49-F238E27FC236}">
                  <a16:creationId xmlns:a16="http://schemas.microsoft.com/office/drawing/2014/main" id="{92C1C2CF-13CC-3756-BA81-8C73507D0E8F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9E93458E-BF51-5FFE-32CB-7B3F1644362A}"/>
              </a:ext>
            </a:extLst>
          </p:cNvPr>
          <p:cNvCxnSpPr>
            <a:cxnSpLocks/>
            <a:stCxn id="317" idx="2"/>
            <a:endCxn id="309" idx="0"/>
          </p:cNvCxnSpPr>
          <p:nvPr/>
        </p:nvCxnSpPr>
        <p:spPr>
          <a:xfrm>
            <a:off x="5868993" y="5116515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26" name="Group 254">
            <a:extLst>
              <a:ext uri="{FF2B5EF4-FFF2-40B4-BE49-F238E27FC236}">
                <a16:creationId xmlns:a16="http://schemas.microsoft.com/office/drawing/2014/main" id="{27626E1D-0D91-BC2B-37BC-1C0A05B4139C}"/>
              </a:ext>
            </a:extLst>
          </p:cNvPr>
          <p:cNvGrpSpPr>
            <a:grpSpLocks noChangeAspect="1"/>
          </p:cNvGrpSpPr>
          <p:nvPr/>
        </p:nvGrpSpPr>
        <p:grpSpPr>
          <a:xfrm>
            <a:off x="6300393" y="6035378"/>
            <a:ext cx="280226" cy="161260"/>
            <a:chOff x="8421867" y="1904979"/>
            <a:chExt cx="347879" cy="255573"/>
          </a:xfrm>
        </p:grpSpPr>
        <p:sp>
          <p:nvSpPr>
            <p:cNvPr id="327" name="Rectangle 60">
              <a:extLst>
                <a:ext uri="{FF2B5EF4-FFF2-40B4-BE49-F238E27FC236}">
                  <a16:creationId xmlns:a16="http://schemas.microsoft.com/office/drawing/2014/main" id="{587C0E02-2A02-0667-0052-FE0C00FF20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28" name="Group 719">
              <a:extLst>
                <a:ext uri="{FF2B5EF4-FFF2-40B4-BE49-F238E27FC236}">
                  <a16:creationId xmlns:a16="http://schemas.microsoft.com/office/drawing/2014/main" id="{8202641D-D1F0-1E52-94E7-878A15626AE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E62F90AF-7FF5-76B3-DE68-F96D9D36975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FB2EBF98-E395-5352-6150-234D9D4DA33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BF5F3E91-C9C4-FBD7-54D7-CB0E36A80E0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0DD37386-0513-F3D1-0B7E-4C417721C33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29" name="Trapezoid 275">
              <a:extLst>
                <a:ext uri="{FF2B5EF4-FFF2-40B4-BE49-F238E27FC236}">
                  <a16:creationId xmlns:a16="http://schemas.microsoft.com/office/drawing/2014/main" id="{4112CBB0-5E87-3FA8-A8A9-6F167C6857B4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6892CFAA-A666-4701-45FD-5F1F1B7EE522}"/>
              </a:ext>
            </a:extLst>
          </p:cNvPr>
          <p:cNvGrpSpPr/>
          <p:nvPr/>
        </p:nvGrpSpPr>
        <p:grpSpPr>
          <a:xfrm>
            <a:off x="6301154" y="5672157"/>
            <a:ext cx="276281" cy="173735"/>
            <a:chOff x="3417117" y="2447654"/>
            <a:chExt cx="362556" cy="227987"/>
          </a:xfrm>
        </p:grpSpPr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98A6B107-664D-2D42-0DA9-0901BAD50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FF4B5E9F-5883-CAB2-045A-C3C0C2554A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7" name="Trapezoid 283">
              <a:extLst>
                <a:ext uri="{FF2B5EF4-FFF2-40B4-BE49-F238E27FC236}">
                  <a16:creationId xmlns:a16="http://schemas.microsoft.com/office/drawing/2014/main" id="{1129337E-935E-C274-E7AF-F9DE132B1668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484A953B-3964-CFD6-5B7E-C2E4AD585DA0}"/>
              </a:ext>
            </a:extLst>
          </p:cNvPr>
          <p:cNvCxnSpPr>
            <a:cxnSpLocks/>
            <a:stCxn id="335" idx="2"/>
            <a:endCxn id="327" idx="0"/>
          </p:cNvCxnSpPr>
          <p:nvPr/>
        </p:nvCxnSpPr>
        <p:spPr>
          <a:xfrm>
            <a:off x="6439295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39" name="Rectangle 25">
            <a:extLst>
              <a:ext uri="{FF2B5EF4-FFF2-40B4-BE49-F238E27FC236}">
                <a16:creationId xmlns:a16="http://schemas.microsoft.com/office/drawing/2014/main" id="{CC3580F0-0099-14EA-16BC-EA9A68FD3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2568" y="4810269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40" name="Rectangle 29">
            <a:extLst>
              <a:ext uri="{FF2B5EF4-FFF2-40B4-BE49-F238E27FC236}">
                <a16:creationId xmlns:a16="http://schemas.microsoft.com/office/drawing/2014/main" id="{CB90BF9A-852A-6F17-174E-7E06FDF2C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663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41" name="Rectangle 29">
            <a:extLst>
              <a:ext uri="{FF2B5EF4-FFF2-40B4-BE49-F238E27FC236}">
                <a16:creationId xmlns:a16="http://schemas.microsoft.com/office/drawing/2014/main" id="{42DC4E9B-2E8E-5B29-23FF-47EBA7BAB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55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28F9DB46-CF14-68B6-F75A-7B144D1EA5D3}"/>
              </a:ext>
            </a:extLst>
          </p:cNvPr>
          <p:cNvCxnSpPr>
            <a:cxnSpLocks/>
            <a:stCxn id="340" idx="2"/>
            <a:endCxn id="252" idx="0"/>
          </p:cNvCxnSpPr>
          <p:nvPr/>
        </p:nvCxnSpPr>
        <p:spPr>
          <a:xfrm flipH="1">
            <a:off x="4559599" y="4851095"/>
            <a:ext cx="377039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343" name="Straight Arrow Connector 342">
            <a:extLst>
              <a:ext uri="{FF2B5EF4-FFF2-40B4-BE49-F238E27FC236}">
                <a16:creationId xmlns:a16="http://schemas.microsoft.com/office/drawing/2014/main" id="{9E4EEDDE-9571-5CE6-42BA-F30DEB6AD171}"/>
              </a:ext>
            </a:extLst>
          </p:cNvPr>
          <p:cNvCxnSpPr>
            <a:cxnSpLocks/>
            <a:stCxn id="341" idx="6"/>
            <a:endCxn id="317" idx="0"/>
          </p:cNvCxnSpPr>
          <p:nvPr/>
        </p:nvCxnSpPr>
        <p:spPr>
          <a:xfrm>
            <a:off x="5463641" y="4851094"/>
            <a:ext cx="405352" cy="9168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44" name="Rectangle 135">
            <a:extLst>
              <a:ext uri="{FF2B5EF4-FFF2-40B4-BE49-F238E27FC236}">
                <a16:creationId xmlns:a16="http://schemas.microsoft.com/office/drawing/2014/main" id="{65086993-AFB3-DD86-2B81-A1FC747F9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091" y="4903940"/>
            <a:ext cx="64755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954CF3CC-53D4-0DA6-41A0-9BAB088159E0}"/>
              </a:ext>
            </a:extLst>
          </p:cNvPr>
          <p:cNvSpPr/>
          <p:nvPr/>
        </p:nvSpPr>
        <p:spPr>
          <a:xfrm>
            <a:off x="7483073" y="3441031"/>
            <a:ext cx="1052401" cy="2809424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46" name="Group 254">
            <a:extLst>
              <a:ext uri="{FF2B5EF4-FFF2-40B4-BE49-F238E27FC236}">
                <a16:creationId xmlns:a16="http://schemas.microsoft.com/office/drawing/2014/main" id="{B353C8B2-3A0E-9CA9-000B-B70CD0466189}"/>
              </a:ext>
            </a:extLst>
          </p:cNvPr>
          <p:cNvGrpSpPr>
            <a:grpSpLocks noChangeAspect="1"/>
          </p:cNvGrpSpPr>
          <p:nvPr/>
        </p:nvGrpSpPr>
        <p:grpSpPr>
          <a:xfrm>
            <a:off x="7588243" y="6036396"/>
            <a:ext cx="280226" cy="161260"/>
            <a:chOff x="8421867" y="1904979"/>
            <a:chExt cx="347879" cy="255573"/>
          </a:xfrm>
        </p:grpSpPr>
        <p:sp>
          <p:nvSpPr>
            <p:cNvPr id="347" name="Rectangle 60">
              <a:extLst>
                <a:ext uri="{FF2B5EF4-FFF2-40B4-BE49-F238E27FC236}">
                  <a16:creationId xmlns:a16="http://schemas.microsoft.com/office/drawing/2014/main" id="{B5F68B84-AD23-CEBB-EBBF-D252A00E0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48" name="Group 719">
              <a:extLst>
                <a:ext uri="{FF2B5EF4-FFF2-40B4-BE49-F238E27FC236}">
                  <a16:creationId xmlns:a16="http://schemas.microsoft.com/office/drawing/2014/main" id="{BBAF5E5D-4BB9-8001-354B-8F5B8BEF780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50" name="Straight Connector 349">
                <a:extLst>
                  <a:ext uri="{FF2B5EF4-FFF2-40B4-BE49-F238E27FC236}">
                    <a16:creationId xmlns:a16="http://schemas.microsoft.com/office/drawing/2014/main" id="{F342F416-59CA-DB6C-42D5-286608F8879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1" name="Straight Connector 350">
                <a:extLst>
                  <a:ext uri="{FF2B5EF4-FFF2-40B4-BE49-F238E27FC236}">
                    <a16:creationId xmlns:a16="http://schemas.microsoft.com/office/drawing/2014/main" id="{E8316894-EFAB-6D5A-8485-6FFC4EA6052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2" name="Straight Connector 351">
                <a:extLst>
                  <a:ext uri="{FF2B5EF4-FFF2-40B4-BE49-F238E27FC236}">
                    <a16:creationId xmlns:a16="http://schemas.microsoft.com/office/drawing/2014/main" id="{69186808-5ED8-52CF-BD3F-BF19FF7A11E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CB24B4EF-F60B-768A-4489-C1C72908B4C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49" name="Trapezoid 442">
              <a:extLst>
                <a:ext uri="{FF2B5EF4-FFF2-40B4-BE49-F238E27FC236}">
                  <a16:creationId xmlns:a16="http://schemas.microsoft.com/office/drawing/2014/main" id="{868D8FDE-8463-0590-E2F0-4228F576D304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5DBDEEBE-AA53-E1CA-CA4F-EDBDB3FF1B4B}"/>
              </a:ext>
            </a:extLst>
          </p:cNvPr>
          <p:cNvGrpSpPr/>
          <p:nvPr/>
        </p:nvGrpSpPr>
        <p:grpSpPr>
          <a:xfrm>
            <a:off x="7583423" y="4943798"/>
            <a:ext cx="276281" cy="173735"/>
            <a:chOff x="3417117" y="2447654"/>
            <a:chExt cx="362556" cy="227987"/>
          </a:xfrm>
        </p:grpSpPr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A89A2E09-D64C-C16B-0346-39BA40660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9C7CF298-578E-BDF9-D650-07D1261690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7" name="Trapezoid 463">
              <a:extLst>
                <a:ext uri="{FF2B5EF4-FFF2-40B4-BE49-F238E27FC236}">
                  <a16:creationId xmlns:a16="http://schemas.microsoft.com/office/drawing/2014/main" id="{5D6097A2-01E8-EA9E-510A-638F92947C80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8" name="Group 254">
            <a:extLst>
              <a:ext uri="{FF2B5EF4-FFF2-40B4-BE49-F238E27FC236}">
                <a16:creationId xmlns:a16="http://schemas.microsoft.com/office/drawing/2014/main" id="{209CB876-0BDC-097B-97B9-097FBA9A82C6}"/>
              </a:ext>
            </a:extLst>
          </p:cNvPr>
          <p:cNvGrpSpPr>
            <a:grpSpLocks noChangeAspect="1"/>
          </p:cNvGrpSpPr>
          <p:nvPr/>
        </p:nvGrpSpPr>
        <p:grpSpPr>
          <a:xfrm>
            <a:off x="8144895" y="6036396"/>
            <a:ext cx="280226" cy="161260"/>
            <a:chOff x="8421867" y="1904979"/>
            <a:chExt cx="347879" cy="255573"/>
          </a:xfrm>
        </p:grpSpPr>
        <p:sp>
          <p:nvSpPr>
            <p:cNvPr id="359" name="Rectangle 60">
              <a:extLst>
                <a:ext uri="{FF2B5EF4-FFF2-40B4-BE49-F238E27FC236}">
                  <a16:creationId xmlns:a16="http://schemas.microsoft.com/office/drawing/2014/main" id="{1FDA737D-3C41-DEE4-894E-94C3ADF0AA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60" name="Group 719">
              <a:extLst>
                <a:ext uri="{FF2B5EF4-FFF2-40B4-BE49-F238E27FC236}">
                  <a16:creationId xmlns:a16="http://schemas.microsoft.com/office/drawing/2014/main" id="{BBD1FF38-6865-63CA-49CE-EDBDF2A6B39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68" name="Straight Connector 367">
                <a:extLst>
                  <a:ext uri="{FF2B5EF4-FFF2-40B4-BE49-F238E27FC236}">
                    <a16:creationId xmlns:a16="http://schemas.microsoft.com/office/drawing/2014/main" id="{35C4DA65-05D7-ADDE-2D15-CFE6BAEEEFD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9" name="Straight Connector 368">
                <a:extLst>
                  <a:ext uri="{FF2B5EF4-FFF2-40B4-BE49-F238E27FC236}">
                    <a16:creationId xmlns:a16="http://schemas.microsoft.com/office/drawing/2014/main" id="{CF48AA82-CCA5-EA59-DD20-A0C6B59E82E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61DAD930-77DC-1202-ACCB-727441D06D6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1" name="Straight Connector 370">
                <a:extLst>
                  <a:ext uri="{FF2B5EF4-FFF2-40B4-BE49-F238E27FC236}">
                    <a16:creationId xmlns:a16="http://schemas.microsoft.com/office/drawing/2014/main" id="{80BFCE54-CDBA-4384-7ABC-103C1DC4378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61" name="Trapezoid 481">
              <a:extLst>
                <a:ext uri="{FF2B5EF4-FFF2-40B4-BE49-F238E27FC236}">
                  <a16:creationId xmlns:a16="http://schemas.microsoft.com/office/drawing/2014/main" id="{CC4A9DA8-C384-BACE-A7EE-C44B1C61D5B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18E74FB5-7C40-A46B-098E-498415240838}"/>
              </a:ext>
            </a:extLst>
          </p:cNvPr>
          <p:cNvGrpSpPr/>
          <p:nvPr/>
        </p:nvGrpSpPr>
        <p:grpSpPr>
          <a:xfrm>
            <a:off x="8145656" y="5673174"/>
            <a:ext cx="276281" cy="173735"/>
            <a:chOff x="3417117" y="2447654"/>
            <a:chExt cx="362556" cy="227987"/>
          </a:xfrm>
        </p:grpSpPr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9603B2FC-B442-700B-A705-D0F46C528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C78629D4-9ABF-76A5-F151-FDB2BBAF17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7" name="Trapezoid 489">
              <a:extLst>
                <a:ext uri="{FF2B5EF4-FFF2-40B4-BE49-F238E27FC236}">
                  <a16:creationId xmlns:a16="http://schemas.microsoft.com/office/drawing/2014/main" id="{A3F1F0E7-1DAC-866D-7CB0-F7FA7898DBD3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2CC7F3CC-3F67-E75B-71E2-BF1D3A6DE1BE}"/>
              </a:ext>
            </a:extLst>
          </p:cNvPr>
          <p:cNvCxnSpPr>
            <a:cxnSpLocks/>
            <a:stCxn id="373" idx="2"/>
            <a:endCxn id="359" idx="0"/>
          </p:cNvCxnSpPr>
          <p:nvPr/>
        </p:nvCxnSpPr>
        <p:spPr>
          <a:xfrm>
            <a:off x="8283797" y="584690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89" name="Group 254">
            <a:extLst>
              <a:ext uri="{FF2B5EF4-FFF2-40B4-BE49-F238E27FC236}">
                <a16:creationId xmlns:a16="http://schemas.microsoft.com/office/drawing/2014/main" id="{8CEC14A5-72C1-1A42-9801-0B32F0759EFE}"/>
              </a:ext>
            </a:extLst>
          </p:cNvPr>
          <p:cNvGrpSpPr>
            <a:grpSpLocks noChangeAspect="1"/>
          </p:cNvGrpSpPr>
          <p:nvPr/>
        </p:nvGrpSpPr>
        <p:grpSpPr>
          <a:xfrm>
            <a:off x="6296096" y="5319973"/>
            <a:ext cx="280226" cy="161260"/>
            <a:chOff x="8421867" y="1904979"/>
            <a:chExt cx="347879" cy="255573"/>
          </a:xfrm>
        </p:grpSpPr>
        <p:sp>
          <p:nvSpPr>
            <p:cNvPr id="390" name="Rectangle 60">
              <a:extLst>
                <a:ext uri="{FF2B5EF4-FFF2-40B4-BE49-F238E27FC236}">
                  <a16:creationId xmlns:a16="http://schemas.microsoft.com/office/drawing/2014/main" id="{4025AF90-8F74-6B67-B2AB-17F77E994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415" name="Group 719">
              <a:extLst>
                <a:ext uri="{FF2B5EF4-FFF2-40B4-BE49-F238E27FC236}">
                  <a16:creationId xmlns:a16="http://schemas.microsoft.com/office/drawing/2014/main" id="{258D214C-28F9-BDC1-5FC3-AD0BBB305E94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7" name="Straight Connector 416">
                <a:extLst>
                  <a:ext uri="{FF2B5EF4-FFF2-40B4-BE49-F238E27FC236}">
                    <a16:creationId xmlns:a16="http://schemas.microsoft.com/office/drawing/2014/main" id="{CA7351C6-F025-C7A3-4273-F81793FBE07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8" name="Straight Connector 437">
                <a:extLst>
                  <a:ext uri="{FF2B5EF4-FFF2-40B4-BE49-F238E27FC236}">
                    <a16:creationId xmlns:a16="http://schemas.microsoft.com/office/drawing/2014/main" id="{14004BD4-9EE6-320C-939F-9AE2A43B5CA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52" name="Straight Connector 451">
                <a:extLst>
                  <a:ext uri="{FF2B5EF4-FFF2-40B4-BE49-F238E27FC236}">
                    <a16:creationId xmlns:a16="http://schemas.microsoft.com/office/drawing/2014/main" id="{9635A839-1E4A-8F8D-C420-53CB6FD9855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65" name="Straight Connector 464">
                <a:extLst>
                  <a:ext uri="{FF2B5EF4-FFF2-40B4-BE49-F238E27FC236}">
                    <a16:creationId xmlns:a16="http://schemas.microsoft.com/office/drawing/2014/main" id="{A52A88BF-849E-458F-FBA1-B7D94ACF740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16" name="Trapezoid 513">
              <a:extLst>
                <a:ext uri="{FF2B5EF4-FFF2-40B4-BE49-F238E27FC236}">
                  <a16:creationId xmlns:a16="http://schemas.microsoft.com/office/drawing/2014/main" id="{E8F9182B-C20E-483B-C475-D01507047B1F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CD91CD94-1D77-60EA-ED7D-BDD40F235A54}"/>
              </a:ext>
            </a:extLst>
          </p:cNvPr>
          <p:cNvGrpSpPr/>
          <p:nvPr/>
        </p:nvGrpSpPr>
        <p:grpSpPr>
          <a:xfrm>
            <a:off x="6296856" y="4956753"/>
            <a:ext cx="276281" cy="173735"/>
            <a:chOff x="3417117" y="2447654"/>
            <a:chExt cx="362556" cy="227987"/>
          </a:xfrm>
        </p:grpSpPr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0F019D87-5908-BE7F-01FB-A536E49083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C84D1063-C077-5386-D811-9469D7EDD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7" name="Trapezoid 521">
              <a:extLst>
                <a:ext uri="{FF2B5EF4-FFF2-40B4-BE49-F238E27FC236}">
                  <a16:creationId xmlns:a16="http://schemas.microsoft.com/office/drawing/2014/main" id="{B4166608-5788-5285-8C0F-9A48AA3E2606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3E5A9E78-50E1-A266-4976-6C4B77D8F958}"/>
              </a:ext>
            </a:extLst>
          </p:cNvPr>
          <p:cNvCxnSpPr>
            <a:cxnSpLocks/>
            <a:stCxn id="475" idx="2"/>
            <a:endCxn id="390" idx="0"/>
          </p:cNvCxnSpPr>
          <p:nvPr/>
        </p:nvCxnSpPr>
        <p:spPr>
          <a:xfrm>
            <a:off x="6434998" y="5130486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00" name="Rectangle 25">
            <a:extLst>
              <a:ext uri="{FF2B5EF4-FFF2-40B4-BE49-F238E27FC236}">
                <a16:creationId xmlns:a16="http://schemas.microsoft.com/office/drawing/2014/main" id="{B364B3A8-E40C-C281-8D54-89E20377D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693" y="4820642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45" name="Rectangle 29">
            <a:extLst>
              <a:ext uri="{FF2B5EF4-FFF2-40B4-BE49-F238E27FC236}">
                <a16:creationId xmlns:a16="http://schemas.microsoft.com/office/drawing/2014/main" id="{6081B670-F905-7C2B-2F6E-8031EC91E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764" y="483175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46" name="Rectangle 29">
            <a:extLst>
              <a:ext uri="{FF2B5EF4-FFF2-40B4-BE49-F238E27FC236}">
                <a16:creationId xmlns:a16="http://schemas.microsoft.com/office/drawing/2014/main" id="{978A52C0-5753-2835-1CE2-2ACF45A4D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199" y="483135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47" name="Straight Arrow Connector 546">
            <a:extLst>
              <a:ext uri="{FF2B5EF4-FFF2-40B4-BE49-F238E27FC236}">
                <a16:creationId xmlns:a16="http://schemas.microsoft.com/office/drawing/2014/main" id="{3ECBEED0-046D-7DB9-7A8C-18FC963C4BFC}"/>
              </a:ext>
            </a:extLst>
          </p:cNvPr>
          <p:cNvCxnSpPr>
            <a:cxnSpLocks/>
            <a:stCxn id="545" idx="2"/>
            <a:endCxn id="475" idx="0"/>
          </p:cNvCxnSpPr>
          <p:nvPr/>
        </p:nvCxnSpPr>
        <p:spPr>
          <a:xfrm flipH="1">
            <a:off x="6434997" y="4861468"/>
            <a:ext cx="376767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0C63AEF4-EA49-254B-77C9-8BABD4084C9F}"/>
              </a:ext>
            </a:extLst>
          </p:cNvPr>
          <p:cNvCxnSpPr>
            <a:cxnSpLocks/>
            <a:stCxn id="546" idx="6"/>
            <a:endCxn id="355" idx="0"/>
          </p:cNvCxnSpPr>
          <p:nvPr/>
        </p:nvCxnSpPr>
        <p:spPr>
          <a:xfrm>
            <a:off x="7353280" y="4861066"/>
            <a:ext cx="368284" cy="827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84" name="Rectangle 135">
            <a:extLst>
              <a:ext uri="{FF2B5EF4-FFF2-40B4-BE49-F238E27FC236}">
                <a16:creationId xmlns:a16="http://schemas.microsoft.com/office/drawing/2014/main" id="{A99FFC87-1BE3-E2BC-7BD6-F336A15FC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6446" y="4907581"/>
            <a:ext cx="62031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585" name="Rectangle 25">
            <a:extLst>
              <a:ext uri="{FF2B5EF4-FFF2-40B4-BE49-F238E27FC236}">
                <a16:creationId xmlns:a16="http://schemas.microsoft.com/office/drawing/2014/main" id="{86BEEBFE-3ADE-C12E-5BE0-5B534CF34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6982" y="5540558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86" name="Rectangle 29">
            <a:extLst>
              <a:ext uri="{FF2B5EF4-FFF2-40B4-BE49-F238E27FC236}">
                <a16:creationId xmlns:a16="http://schemas.microsoft.com/office/drawing/2014/main" id="{77218BAF-7C8A-5B0F-C9DC-19C5B1115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1052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87" name="Rectangle 29">
            <a:extLst>
              <a:ext uri="{FF2B5EF4-FFF2-40B4-BE49-F238E27FC236}">
                <a16:creationId xmlns:a16="http://schemas.microsoft.com/office/drawing/2014/main" id="{C3015715-8390-A8B4-2165-573CFFC5B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973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88" name="Straight Arrow Connector 587">
            <a:extLst>
              <a:ext uri="{FF2B5EF4-FFF2-40B4-BE49-F238E27FC236}">
                <a16:creationId xmlns:a16="http://schemas.microsoft.com/office/drawing/2014/main" id="{D72452FD-D3DD-9969-2C7A-C7AFD3D30B89}"/>
              </a:ext>
            </a:extLst>
          </p:cNvPr>
          <p:cNvCxnSpPr>
            <a:cxnSpLocks/>
            <a:stCxn id="586" idx="2"/>
            <a:endCxn id="739" idx="0"/>
          </p:cNvCxnSpPr>
          <p:nvPr/>
        </p:nvCxnSpPr>
        <p:spPr>
          <a:xfrm flipH="1">
            <a:off x="4565182" y="5581382"/>
            <a:ext cx="375871" cy="9437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603" name="Straight Arrow Connector 602">
            <a:extLst>
              <a:ext uri="{FF2B5EF4-FFF2-40B4-BE49-F238E27FC236}">
                <a16:creationId xmlns:a16="http://schemas.microsoft.com/office/drawing/2014/main" id="{C1B75F0B-DD70-A016-0867-8B06444D21E9}"/>
              </a:ext>
            </a:extLst>
          </p:cNvPr>
          <p:cNvCxnSpPr>
            <a:cxnSpLocks/>
            <a:stCxn id="587" idx="6"/>
            <a:endCxn id="296" idx="0"/>
          </p:cNvCxnSpPr>
          <p:nvPr/>
        </p:nvCxnSpPr>
        <p:spPr>
          <a:xfrm>
            <a:off x="5468056" y="5581383"/>
            <a:ext cx="406520" cy="90774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635" name="Rectangle 135">
            <a:extLst>
              <a:ext uri="{FF2B5EF4-FFF2-40B4-BE49-F238E27FC236}">
                <a16:creationId xmlns:a16="http://schemas.microsoft.com/office/drawing/2014/main" id="{AC2B54D6-B875-9E2A-44E1-DD0FCBC62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7350" y="5224423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636" name="Rectangle 25">
            <a:extLst>
              <a:ext uri="{FF2B5EF4-FFF2-40B4-BE49-F238E27FC236}">
                <a16:creationId xmlns:a16="http://schemas.microsoft.com/office/drawing/2014/main" id="{5B658350-CE79-B970-8C02-3B31A92EF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576" y="5547151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37" name="Rectangle 29">
            <a:extLst>
              <a:ext uri="{FF2B5EF4-FFF2-40B4-BE49-F238E27FC236}">
                <a16:creationId xmlns:a16="http://schemas.microsoft.com/office/drawing/2014/main" id="{54964F6E-D2FC-DB08-5234-00104A1B3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648" y="555826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639" name="Rectangle 29">
            <a:extLst>
              <a:ext uri="{FF2B5EF4-FFF2-40B4-BE49-F238E27FC236}">
                <a16:creationId xmlns:a16="http://schemas.microsoft.com/office/drawing/2014/main" id="{41FE4068-4308-909E-1D3E-5EFB4EA61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729" y="556444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717" name="Straight Arrow Connector 716">
            <a:extLst>
              <a:ext uri="{FF2B5EF4-FFF2-40B4-BE49-F238E27FC236}">
                <a16:creationId xmlns:a16="http://schemas.microsoft.com/office/drawing/2014/main" id="{4B6237D1-A503-6DAB-374C-660D8E89747D}"/>
              </a:ext>
            </a:extLst>
          </p:cNvPr>
          <p:cNvCxnSpPr>
            <a:cxnSpLocks/>
            <a:stCxn id="637" idx="2"/>
            <a:endCxn id="335" idx="0"/>
          </p:cNvCxnSpPr>
          <p:nvPr/>
        </p:nvCxnSpPr>
        <p:spPr>
          <a:xfrm flipH="1">
            <a:off x="6439295" y="5587976"/>
            <a:ext cx="372353" cy="8418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18" name="Straight Arrow Connector 717">
            <a:extLst>
              <a:ext uri="{FF2B5EF4-FFF2-40B4-BE49-F238E27FC236}">
                <a16:creationId xmlns:a16="http://schemas.microsoft.com/office/drawing/2014/main" id="{69C81DA4-7027-2131-A07B-CAE871920BAB}"/>
              </a:ext>
            </a:extLst>
          </p:cNvPr>
          <p:cNvCxnSpPr>
            <a:cxnSpLocks/>
            <a:stCxn id="639" idx="6"/>
            <a:endCxn id="760" idx="0"/>
          </p:cNvCxnSpPr>
          <p:nvPr/>
        </p:nvCxnSpPr>
        <p:spPr>
          <a:xfrm>
            <a:off x="7353811" y="5594155"/>
            <a:ext cx="373334" cy="7902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19" name="Rectangle 135">
            <a:extLst>
              <a:ext uri="{FF2B5EF4-FFF2-40B4-BE49-F238E27FC236}">
                <a16:creationId xmlns:a16="http://schemas.microsoft.com/office/drawing/2014/main" id="{2FEE9C74-97BC-7D0C-B21D-713E07CDF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7944" y="5231016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720" name="Straight Arrow Connector 719">
            <a:extLst>
              <a:ext uri="{FF2B5EF4-FFF2-40B4-BE49-F238E27FC236}">
                <a16:creationId xmlns:a16="http://schemas.microsoft.com/office/drawing/2014/main" id="{6F30A043-8EAE-2660-0478-E56FD257D830}"/>
              </a:ext>
            </a:extLst>
          </p:cNvPr>
          <p:cNvCxnSpPr>
            <a:cxnSpLocks/>
            <a:stCxn id="1018" idx="2"/>
            <a:endCxn id="373" idx="0"/>
          </p:cNvCxnSpPr>
          <p:nvPr/>
        </p:nvCxnSpPr>
        <p:spPr>
          <a:xfrm flipH="1">
            <a:off x="8283796" y="3668541"/>
            <a:ext cx="7659" cy="200463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1" name="Straight Arrow Connector 720">
            <a:extLst>
              <a:ext uri="{FF2B5EF4-FFF2-40B4-BE49-F238E27FC236}">
                <a16:creationId xmlns:a16="http://schemas.microsoft.com/office/drawing/2014/main" id="{BEB73749-C26D-2CD6-3EE5-8F8841E3B1BB}"/>
              </a:ext>
            </a:extLst>
          </p:cNvPr>
          <p:cNvCxnSpPr>
            <a:cxnSpLocks/>
            <a:stCxn id="991" idx="2"/>
            <a:endCxn id="46" idx="0"/>
          </p:cNvCxnSpPr>
          <p:nvPr/>
        </p:nvCxnSpPr>
        <p:spPr>
          <a:xfrm>
            <a:off x="3990712" y="3673393"/>
            <a:ext cx="3027" cy="2002362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3" name="Straight Arrow Connector 722">
            <a:extLst>
              <a:ext uri="{FF2B5EF4-FFF2-40B4-BE49-F238E27FC236}">
                <a16:creationId xmlns:a16="http://schemas.microsoft.com/office/drawing/2014/main" id="{075B7D1B-40F3-8849-C513-381090F9E878}"/>
              </a:ext>
            </a:extLst>
          </p:cNvPr>
          <p:cNvCxnSpPr>
            <a:cxnSpLocks/>
            <a:stCxn id="1265" idx="2"/>
            <a:endCxn id="252" idx="0"/>
          </p:cNvCxnSpPr>
          <p:nvPr/>
        </p:nvCxnSpPr>
        <p:spPr>
          <a:xfrm>
            <a:off x="4555459" y="3674969"/>
            <a:ext cx="4142" cy="127141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4" name="Straight Arrow Connector 723">
            <a:extLst>
              <a:ext uri="{FF2B5EF4-FFF2-40B4-BE49-F238E27FC236}">
                <a16:creationId xmlns:a16="http://schemas.microsoft.com/office/drawing/2014/main" id="{7DAF191C-0177-A237-2DEC-F549871C3E46}"/>
              </a:ext>
            </a:extLst>
          </p:cNvPr>
          <p:cNvCxnSpPr>
            <a:cxnSpLocks/>
            <a:stCxn id="1278" idx="2"/>
            <a:endCxn id="355" idx="0"/>
          </p:cNvCxnSpPr>
          <p:nvPr/>
        </p:nvCxnSpPr>
        <p:spPr>
          <a:xfrm>
            <a:off x="7710633" y="3671843"/>
            <a:ext cx="10931" cy="1271955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25" name="Rectangle 135">
            <a:extLst>
              <a:ext uri="{FF2B5EF4-FFF2-40B4-BE49-F238E27FC236}">
                <a16:creationId xmlns:a16="http://schemas.microsoft.com/office/drawing/2014/main" id="{97C9B6D0-43E6-9C84-20F9-E248D676E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9786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ROADM2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6" name="Rectangle 135">
            <a:extLst>
              <a:ext uri="{FF2B5EF4-FFF2-40B4-BE49-F238E27FC236}">
                <a16:creationId xmlns:a16="http://schemas.microsoft.com/office/drawing/2014/main" id="{0ECFE5AF-913B-3E49-CBE7-EFA25B4EB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5234" y="454479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ROADM3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7" name="Rectangle 135">
            <a:extLst>
              <a:ext uri="{FF2B5EF4-FFF2-40B4-BE49-F238E27FC236}">
                <a16:creationId xmlns:a16="http://schemas.microsoft.com/office/drawing/2014/main" id="{DDF6F94A-1064-5122-DA45-77434F696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4533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ROADM1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738" name="Group 737">
            <a:extLst>
              <a:ext uri="{FF2B5EF4-FFF2-40B4-BE49-F238E27FC236}">
                <a16:creationId xmlns:a16="http://schemas.microsoft.com/office/drawing/2014/main" id="{2CC729EC-D30F-5533-F437-47A4092ECBF6}"/>
              </a:ext>
            </a:extLst>
          </p:cNvPr>
          <p:cNvGrpSpPr/>
          <p:nvPr/>
        </p:nvGrpSpPr>
        <p:grpSpPr>
          <a:xfrm>
            <a:off x="4427041" y="5675756"/>
            <a:ext cx="276281" cy="173735"/>
            <a:chOff x="3417117" y="2447654"/>
            <a:chExt cx="362556" cy="227987"/>
          </a:xfrm>
        </p:grpSpPr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E7810184-FA52-0C6E-0FD0-FEDCADACEA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40" name="Oval 739">
              <a:extLst>
                <a:ext uri="{FF2B5EF4-FFF2-40B4-BE49-F238E27FC236}">
                  <a16:creationId xmlns:a16="http://schemas.microsoft.com/office/drawing/2014/main" id="{76EB95F4-3BB5-C05A-D779-A063E41DF1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4" name="Trapezoid 157">
              <a:extLst>
                <a:ext uri="{FF2B5EF4-FFF2-40B4-BE49-F238E27FC236}">
                  <a16:creationId xmlns:a16="http://schemas.microsoft.com/office/drawing/2014/main" id="{F21C253B-73F2-5E4A-7CB8-93C3EC366E8A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758" name="Straight Arrow Connector 757">
            <a:extLst>
              <a:ext uri="{FF2B5EF4-FFF2-40B4-BE49-F238E27FC236}">
                <a16:creationId xmlns:a16="http://schemas.microsoft.com/office/drawing/2014/main" id="{87DAFCE2-D03B-FEAD-10DB-3F5E17386D92}"/>
              </a:ext>
            </a:extLst>
          </p:cNvPr>
          <p:cNvCxnSpPr>
            <a:cxnSpLocks/>
          </p:cNvCxnSpPr>
          <p:nvPr/>
        </p:nvCxnSpPr>
        <p:spPr>
          <a:xfrm>
            <a:off x="7721564" y="5117533"/>
            <a:ext cx="21969" cy="917846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759" name="Group 758">
            <a:extLst>
              <a:ext uri="{FF2B5EF4-FFF2-40B4-BE49-F238E27FC236}">
                <a16:creationId xmlns:a16="http://schemas.microsoft.com/office/drawing/2014/main" id="{7FA9FC10-4E4B-E33F-43E8-88B105335A7F}"/>
              </a:ext>
            </a:extLst>
          </p:cNvPr>
          <p:cNvGrpSpPr/>
          <p:nvPr/>
        </p:nvGrpSpPr>
        <p:grpSpPr>
          <a:xfrm>
            <a:off x="7589004" y="5673174"/>
            <a:ext cx="276281" cy="173735"/>
            <a:chOff x="3417117" y="2447654"/>
            <a:chExt cx="362556" cy="227987"/>
          </a:xfrm>
        </p:grpSpPr>
        <p:sp>
          <p:nvSpPr>
            <p:cNvPr id="760" name="Rectangle 759">
              <a:extLst>
                <a:ext uri="{FF2B5EF4-FFF2-40B4-BE49-F238E27FC236}">
                  <a16:creationId xmlns:a16="http://schemas.microsoft.com/office/drawing/2014/main" id="{0DD163AA-3133-5033-6235-5F31DBDE26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61" name="Oval 760">
              <a:extLst>
                <a:ext uri="{FF2B5EF4-FFF2-40B4-BE49-F238E27FC236}">
                  <a16:creationId xmlns:a16="http://schemas.microsoft.com/office/drawing/2014/main" id="{E7FACC55-945C-D371-5EE2-5780A8FC84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2" name="Trapezoid 450">
              <a:extLst>
                <a:ext uri="{FF2B5EF4-FFF2-40B4-BE49-F238E27FC236}">
                  <a16:creationId xmlns:a16="http://schemas.microsoft.com/office/drawing/2014/main" id="{5C90B99F-3CFE-10E7-C893-A4CED9B5FA28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63" name="Group 254">
            <a:extLst>
              <a:ext uri="{FF2B5EF4-FFF2-40B4-BE49-F238E27FC236}">
                <a16:creationId xmlns:a16="http://schemas.microsoft.com/office/drawing/2014/main" id="{CAD39CAC-8A45-3777-4446-FB8A2A7921CF}"/>
              </a:ext>
            </a:extLst>
          </p:cNvPr>
          <p:cNvGrpSpPr>
            <a:grpSpLocks noChangeAspect="1"/>
          </p:cNvGrpSpPr>
          <p:nvPr/>
        </p:nvGrpSpPr>
        <p:grpSpPr>
          <a:xfrm>
            <a:off x="7582662" y="5307019"/>
            <a:ext cx="280226" cy="161260"/>
            <a:chOff x="8421867" y="1904979"/>
            <a:chExt cx="347879" cy="255573"/>
          </a:xfrm>
        </p:grpSpPr>
        <p:sp>
          <p:nvSpPr>
            <p:cNvPr id="764" name="Rectangle 60">
              <a:extLst>
                <a:ext uri="{FF2B5EF4-FFF2-40B4-BE49-F238E27FC236}">
                  <a16:creationId xmlns:a16="http://schemas.microsoft.com/office/drawing/2014/main" id="{904F3C81-47C7-0902-DFBB-224F983268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766" name="Group 719">
              <a:extLst>
                <a:ext uri="{FF2B5EF4-FFF2-40B4-BE49-F238E27FC236}">
                  <a16:creationId xmlns:a16="http://schemas.microsoft.com/office/drawing/2014/main" id="{8D59D7F6-A42B-D694-49D7-2FC02BAA4EC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768" name="Straight Connector 767">
                <a:extLst>
                  <a:ext uri="{FF2B5EF4-FFF2-40B4-BE49-F238E27FC236}">
                    <a16:creationId xmlns:a16="http://schemas.microsoft.com/office/drawing/2014/main" id="{B309F937-8A6B-B36C-5387-AC36BE8BA26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69" name="Straight Connector 768">
                <a:extLst>
                  <a:ext uri="{FF2B5EF4-FFF2-40B4-BE49-F238E27FC236}">
                    <a16:creationId xmlns:a16="http://schemas.microsoft.com/office/drawing/2014/main" id="{8A051A32-8558-A250-5503-9AA80D3F374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70" name="Straight Connector 769">
                <a:extLst>
                  <a:ext uri="{FF2B5EF4-FFF2-40B4-BE49-F238E27FC236}">
                    <a16:creationId xmlns:a16="http://schemas.microsoft.com/office/drawing/2014/main" id="{A8EB892C-C811-E106-B663-95C79CFC752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04" name="Straight Connector 803">
                <a:extLst>
                  <a:ext uri="{FF2B5EF4-FFF2-40B4-BE49-F238E27FC236}">
                    <a16:creationId xmlns:a16="http://schemas.microsoft.com/office/drawing/2014/main" id="{524764B6-C254-CA74-B209-D2F03AB0C56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767" name="Trapezoid 455">
              <a:extLst>
                <a:ext uri="{FF2B5EF4-FFF2-40B4-BE49-F238E27FC236}">
                  <a16:creationId xmlns:a16="http://schemas.microsoft.com/office/drawing/2014/main" id="{A89F7B12-83B9-0EFA-518E-C7E362A36E0B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805" name="Straight Arrow Connector 804">
            <a:extLst>
              <a:ext uri="{FF2B5EF4-FFF2-40B4-BE49-F238E27FC236}">
                <a16:creationId xmlns:a16="http://schemas.microsoft.com/office/drawing/2014/main" id="{964EB616-D435-E4BF-B006-0D446DA13244}"/>
              </a:ext>
            </a:extLst>
          </p:cNvPr>
          <p:cNvCxnSpPr>
            <a:cxnSpLocks/>
          </p:cNvCxnSpPr>
          <p:nvPr/>
        </p:nvCxnSpPr>
        <p:spPr>
          <a:xfrm>
            <a:off x="5870205" y="548021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06" name="Straight Arrow Connector 805">
            <a:extLst>
              <a:ext uri="{FF2B5EF4-FFF2-40B4-BE49-F238E27FC236}">
                <a16:creationId xmlns:a16="http://schemas.microsoft.com/office/drawing/2014/main" id="{9957271E-B32C-0103-DC0C-565084D6B510}"/>
              </a:ext>
            </a:extLst>
          </p:cNvPr>
          <p:cNvCxnSpPr>
            <a:cxnSpLocks/>
            <a:stCxn id="390" idx="2"/>
            <a:endCxn id="335" idx="0"/>
          </p:cNvCxnSpPr>
          <p:nvPr/>
        </p:nvCxnSpPr>
        <p:spPr>
          <a:xfrm>
            <a:off x="6436207" y="5481234"/>
            <a:ext cx="3087" cy="19092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15" name="Straight Arrow Connector 814">
            <a:extLst>
              <a:ext uri="{FF2B5EF4-FFF2-40B4-BE49-F238E27FC236}">
                <a16:creationId xmlns:a16="http://schemas.microsoft.com/office/drawing/2014/main" id="{9C244D96-3CBC-AAB9-BAF6-C37DBDE9490D}"/>
              </a:ext>
            </a:extLst>
          </p:cNvPr>
          <p:cNvCxnSpPr>
            <a:cxnSpLocks/>
            <a:stCxn id="1288" idx="2"/>
            <a:endCxn id="317" idx="0"/>
          </p:cNvCxnSpPr>
          <p:nvPr/>
        </p:nvCxnSpPr>
        <p:spPr>
          <a:xfrm>
            <a:off x="5868332" y="3673393"/>
            <a:ext cx="660" cy="126938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77" name="Straight Arrow Connector 876">
            <a:extLst>
              <a:ext uri="{FF2B5EF4-FFF2-40B4-BE49-F238E27FC236}">
                <a16:creationId xmlns:a16="http://schemas.microsoft.com/office/drawing/2014/main" id="{50C02396-A941-4F8F-9DB1-C1C866E8787C}"/>
              </a:ext>
            </a:extLst>
          </p:cNvPr>
          <p:cNvCxnSpPr>
            <a:cxnSpLocks/>
            <a:endCxn id="475" idx="0"/>
          </p:cNvCxnSpPr>
          <p:nvPr/>
        </p:nvCxnSpPr>
        <p:spPr>
          <a:xfrm>
            <a:off x="6434997" y="3673393"/>
            <a:ext cx="0" cy="128335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2" name="Rectangle 881">
            <a:extLst>
              <a:ext uri="{FF2B5EF4-FFF2-40B4-BE49-F238E27FC236}">
                <a16:creationId xmlns:a16="http://schemas.microsoft.com/office/drawing/2014/main" id="{8B88C7E6-83C5-91B9-B0C7-6314F51F7898}"/>
              </a:ext>
            </a:extLst>
          </p:cNvPr>
          <p:cNvSpPr/>
          <p:nvPr/>
        </p:nvSpPr>
        <p:spPr>
          <a:xfrm>
            <a:off x="1580161" y="1457068"/>
            <a:ext cx="958020" cy="47947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883" name="Straight Arrow Connector 882">
            <a:extLst>
              <a:ext uri="{FF2B5EF4-FFF2-40B4-BE49-F238E27FC236}">
                <a16:creationId xmlns:a16="http://schemas.microsoft.com/office/drawing/2014/main" id="{1218878C-466D-75C4-8805-277E89F5BBA0}"/>
              </a:ext>
            </a:extLst>
          </p:cNvPr>
          <p:cNvCxnSpPr>
            <a:cxnSpLocks/>
            <a:stCxn id="1050" idx="2"/>
            <a:endCxn id="899" idx="0"/>
          </p:cNvCxnSpPr>
          <p:nvPr/>
        </p:nvCxnSpPr>
        <p:spPr>
          <a:xfrm flipH="1">
            <a:off x="2289377" y="2284296"/>
            <a:ext cx="14150" cy="339259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4" name="Rectangle 135">
            <a:extLst>
              <a:ext uri="{FF2B5EF4-FFF2-40B4-BE49-F238E27FC236}">
                <a16:creationId xmlns:a16="http://schemas.microsoft.com/office/drawing/2014/main" id="{9E86E174-3724-FEEE-DB2C-8FFC79BDA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6059926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srgbClr val="FF0000"/>
              </a:solidFill>
              <a:latin typeface="Calibri"/>
              <a:cs typeface="Arial" charset="0"/>
            </a:endParaRPr>
          </a:p>
        </p:txBody>
      </p:sp>
      <p:sp>
        <p:nvSpPr>
          <p:cNvPr id="885" name="Rectangle 135">
            <a:extLst>
              <a:ext uri="{FF2B5EF4-FFF2-40B4-BE49-F238E27FC236}">
                <a16:creationId xmlns:a16="http://schemas.microsoft.com/office/drawing/2014/main" id="{78401F16-4A37-8339-2E72-850163727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67066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4B4B4B"/>
                </a:solidFill>
                <a:latin typeface="Calibri"/>
                <a:cs typeface="Arial" charset="0"/>
              </a:rPr>
              <a:t>OTS_MEDIA</a:t>
            </a:r>
            <a:endParaRPr lang="en-GB" sz="813" i="1" kern="0" dirty="0">
              <a:solidFill>
                <a:srgbClr val="4B4B4B"/>
              </a:solidFill>
              <a:latin typeface="Calibri"/>
              <a:cs typeface="Arial" charset="0"/>
            </a:endParaRPr>
          </a:p>
        </p:txBody>
      </p:sp>
      <p:sp>
        <p:nvSpPr>
          <p:cNvPr id="886" name="Rectangle 135">
            <a:extLst>
              <a:ext uri="{FF2B5EF4-FFF2-40B4-BE49-F238E27FC236}">
                <a16:creationId xmlns:a16="http://schemas.microsoft.com/office/drawing/2014/main" id="{17715C88-94C1-7F10-E700-F4B6FF814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31601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7" name="Rectangle 135">
            <a:extLst>
              <a:ext uri="{FF2B5EF4-FFF2-40B4-BE49-F238E27FC236}">
                <a16:creationId xmlns:a16="http://schemas.microsoft.com/office/drawing/2014/main" id="{DFBF5336-A3B6-28F5-44EC-98BB9D24E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95662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OMS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8" name="Rectangle 135">
            <a:extLst>
              <a:ext uri="{FF2B5EF4-FFF2-40B4-BE49-F238E27FC236}">
                <a16:creationId xmlns:a16="http://schemas.microsoft.com/office/drawing/2014/main" id="{443D5C7C-0D31-01F9-C549-CAFB7A347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58294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9" name="Rectangle 135">
            <a:extLst>
              <a:ext uri="{FF2B5EF4-FFF2-40B4-BE49-F238E27FC236}">
                <a16:creationId xmlns:a16="http://schemas.microsoft.com/office/drawing/2014/main" id="{A0E17AC6-7AD5-B97F-6599-CFE7A7F4B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21546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0" name="Rectangle 135">
            <a:extLst>
              <a:ext uri="{FF2B5EF4-FFF2-40B4-BE49-F238E27FC236}">
                <a16:creationId xmlns:a16="http://schemas.microsoft.com/office/drawing/2014/main" id="{BE12F40B-672A-19D3-4D68-B7265271C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8928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1" name="Rectangle 135">
            <a:extLst>
              <a:ext uri="{FF2B5EF4-FFF2-40B4-BE49-F238E27FC236}">
                <a16:creationId xmlns:a16="http://schemas.microsoft.com/office/drawing/2014/main" id="{7F1C1D7C-6C5B-FFE5-FFF6-942C06ADB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378518"/>
            <a:ext cx="564826" cy="37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</a:p>
          <a:p>
            <a:pPr algn="ctr" defTabSz="696721">
              <a:defRPr/>
            </a:pPr>
            <a:r>
              <a:rPr lang="pt-BR" sz="813" kern="0" dirty="0">
                <a:solidFill>
                  <a:srgbClr val="000000"/>
                </a:solidFill>
                <a:latin typeface="Calibri"/>
                <a:cs typeface="Arial" charset="0"/>
              </a:rPr>
              <a:t>(+OTSi  if O/E/O)</a:t>
            </a:r>
            <a:endParaRPr lang="en-GB" sz="813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2" name="Rectangle 60">
            <a:extLst>
              <a:ext uri="{FF2B5EF4-FFF2-40B4-BE49-F238E27FC236}">
                <a16:creationId xmlns:a16="http://schemas.microsoft.com/office/drawing/2014/main" id="{4FA16CDD-69FE-C3F9-3B7A-D3B23BD16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475" y="6040107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893" name="Group 719">
            <a:extLst>
              <a:ext uri="{FF2B5EF4-FFF2-40B4-BE49-F238E27FC236}">
                <a16:creationId xmlns:a16="http://schemas.microsoft.com/office/drawing/2014/main" id="{A63E024B-777B-36A4-6402-D21C144CBF23}"/>
              </a:ext>
            </a:extLst>
          </p:cNvPr>
          <p:cNvGrpSpPr/>
          <p:nvPr/>
        </p:nvGrpSpPr>
        <p:grpSpPr>
          <a:xfrm>
            <a:off x="2203600" y="6041415"/>
            <a:ext cx="174014" cy="68682"/>
            <a:chOff x="8553742" y="2601251"/>
            <a:chExt cx="216024" cy="108852"/>
          </a:xfrm>
        </p:grpSpPr>
        <p:cxnSp>
          <p:nvCxnSpPr>
            <p:cNvPr id="894" name="Straight Connector 893">
              <a:extLst>
                <a:ext uri="{FF2B5EF4-FFF2-40B4-BE49-F238E27FC236}">
                  <a16:creationId xmlns:a16="http://schemas.microsoft.com/office/drawing/2014/main" id="{CB152522-D128-6FAD-55D5-A9F7C6926A46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5" name="Straight Connector 894">
              <a:extLst>
                <a:ext uri="{FF2B5EF4-FFF2-40B4-BE49-F238E27FC236}">
                  <a16:creationId xmlns:a16="http://schemas.microsoft.com/office/drawing/2014/main" id="{713B5ACA-FA56-1E95-8C4F-538DE9E3EE55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6" name="Straight Connector 895">
              <a:extLst>
                <a:ext uri="{FF2B5EF4-FFF2-40B4-BE49-F238E27FC236}">
                  <a16:creationId xmlns:a16="http://schemas.microsoft.com/office/drawing/2014/main" id="{3EA3A5E4-0814-4254-8ECE-5EEB61B23BBD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7" name="Straight Connector 896">
              <a:extLst>
                <a:ext uri="{FF2B5EF4-FFF2-40B4-BE49-F238E27FC236}">
                  <a16:creationId xmlns:a16="http://schemas.microsoft.com/office/drawing/2014/main" id="{AEBF77E6-DB5F-DD71-97E3-609ED0F0171E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898" name="Trapezoid 409">
            <a:extLst>
              <a:ext uri="{FF2B5EF4-FFF2-40B4-BE49-F238E27FC236}">
                <a16:creationId xmlns:a16="http://schemas.microsoft.com/office/drawing/2014/main" id="{73002CBA-FB70-0AC6-1562-846FD6B22AA3}"/>
              </a:ext>
            </a:extLst>
          </p:cNvPr>
          <p:cNvSpPr/>
          <p:nvPr/>
        </p:nvSpPr>
        <p:spPr>
          <a:xfrm rot="10800000">
            <a:off x="2185042" y="6110113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D77C128A-6D12-023E-0947-BDAEB08DA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1236" y="5676886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00" name="Oval 899">
            <a:extLst>
              <a:ext uri="{FF2B5EF4-FFF2-40B4-BE49-F238E27FC236}">
                <a16:creationId xmlns:a16="http://schemas.microsoft.com/office/drawing/2014/main" id="{F9C35357-A604-A659-0CDC-EE1F99E73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557" y="5720136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" name="Trapezoid 412">
            <a:extLst>
              <a:ext uri="{FF2B5EF4-FFF2-40B4-BE49-F238E27FC236}">
                <a16:creationId xmlns:a16="http://schemas.microsoft.com/office/drawing/2014/main" id="{E396A93D-AF4D-D410-0843-13C5EE833531}"/>
              </a:ext>
            </a:extLst>
          </p:cNvPr>
          <p:cNvSpPr/>
          <p:nvPr/>
        </p:nvSpPr>
        <p:spPr>
          <a:xfrm rot="10800000">
            <a:off x="2187052" y="5777415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02" name="Straight Arrow Connector 901">
            <a:extLst>
              <a:ext uri="{FF2B5EF4-FFF2-40B4-BE49-F238E27FC236}">
                <a16:creationId xmlns:a16="http://schemas.microsoft.com/office/drawing/2014/main" id="{D6A0D77A-6679-F4EF-5FAB-F8D1E4F5F8DB}"/>
              </a:ext>
            </a:extLst>
          </p:cNvPr>
          <p:cNvCxnSpPr>
            <a:cxnSpLocks/>
            <a:stCxn id="899" idx="2"/>
            <a:endCxn id="892" idx="0"/>
          </p:cNvCxnSpPr>
          <p:nvPr/>
        </p:nvCxnSpPr>
        <p:spPr>
          <a:xfrm>
            <a:off x="2289377" y="585062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03" name="Straight Arrow Connector 902">
            <a:extLst>
              <a:ext uri="{FF2B5EF4-FFF2-40B4-BE49-F238E27FC236}">
                <a16:creationId xmlns:a16="http://schemas.microsoft.com/office/drawing/2014/main" id="{866B5446-15F3-A8CC-8067-FCB86B3C1EC5}"/>
              </a:ext>
            </a:extLst>
          </p:cNvPr>
          <p:cNvCxnSpPr>
            <a:cxnSpLocks/>
            <a:stCxn id="1229" idx="1"/>
            <a:endCxn id="892" idx="3"/>
          </p:cNvCxnSpPr>
          <p:nvPr/>
        </p:nvCxnSpPr>
        <p:spPr>
          <a:xfrm flipH="1">
            <a:off x="2430701" y="6120618"/>
            <a:ext cx="583005" cy="12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04" name="Rectangle 60">
            <a:extLst>
              <a:ext uri="{FF2B5EF4-FFF2-40B4-BE49-F238E27FC236}">
                <a16:creationId xmlns:a16="http://schemas.microsoft.com/office/drawing/2014/main" id="{74DB4FF2-5983-63DB-E0E3-8648CE99C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263" y="4551621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05" name="Group 719">
            <a:extLst>
              <a:ext uri="{FF2B5EF4-FFF2-40B4-BE49-F238E27FC236}">
                <a16:creationId xmlns:a16="http://schemas.microsoft.com/office/drawing/2014/main" id="{31D7B325-55D4-3DF6-2AA6-E1558A150181}"/>
              </a:ext>
            </a:extLst>
          </p:cNvPr>
          <p:cNvGrpSpPr/>
          <p:nvPr/>
        </p:nvGrpSpPr>
        <p:grpSpPr>
          <a:xfrm>
            <a:off x="2202388" y="4552930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06" name="Straight Connector 905">
              <a:extLst>
                <a:ext uri="{FF2B5EF4-FFF2-40B4-BE49-F238E27FC236}">
                  <a16:creationId xmlns:a16="http://schemas.microsoft.com/office/drawing/2014/main" id="{52228E03-3AAA-BAAB-5F60-4D8524F056FA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7" name="Straight Connector 906">
              <a:extLst>
                <a:ext uri="{FF2B5EF4-FFF2-40B4-BE49-F238E27FC236}">
                  <a16:creationId xmlns:a16="http://schemas.microsoft.com/office/drawing/2014/main" id="{49FFA9C8-8AFC-6236-B325-9517F0400174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8" name="Straight Connector 907">
              <a:extLst>
                <a:ext uri="{FF2B5EF4-FFF2-40B4-BE49-F238E27FC236}">
                  <a16:creationId xmlns:a16="http://schemas.microsoft.com/office/drawing/2014/main" id="{240A32C9-CEFB-EA17-E982-E8A70682DE5B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9" name="Straight Connector 908">
              <a:extLst>
                <a:ext uri="{FF2B5EF4-FFF2-40B4-BE49-F238E27FC236}">
                  <a16:creationId xmlns:a16="http://schemas.microsoft.com/office/drawing/2014/main" id="{11A71B01-1BE6-94EF-963E-8C5BD997DB41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10" name="Trapezoid 426">
            <a:extLst>
              <a:ext uri="{FF2B5EF4-FFF2-40B4-BE49-F238E27FC236}">
                <a16:creationId xmlns:a16="http://schemas.microsoft.com/office/drawing/2014/main" id="{E77CD0EA-435D-01CD-C2AE-D40E65FE49A8}"/>
              </a:ext>
            </a:extLst>
          </p:cNvPr>
          <p:cNvSpPr/>
          <p:nvPr/>
        </p:nvSpPr>
        <p:spPr>
          <a:xfrm rot="10800000">
            <a:off x="2183831" y="4621627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1" name="Rectangle 910">
            <a:extLst>
              <a:ext uri="{FF2B5EF4-FFF2-40B4-BE49-F238E27FC236}">
                <a16:creationId xmlns:a16="http://schemas.microsoft.com/office/drawing/2014/main" id="{3081606C-7ADC-0FBF-3BD3-6B5A1DEC5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024" y="4188400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12" name="Oval 911">
            <a:extLst>
              <a:ext uri="{FF2B5EF4-FFF2-40B4-BE49-F238E27FC236}">
                <a16:creationId xmlns:a16="http://schemas.microsoft.com/office/drawing/2014/main" id="{83652C2C-FA79-6547-9E3D-388E391E2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346" y="4231648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3" name="Trapezoid 429">
            <a:extLst>
              <a:ext uri="{FF2B5EF4-FFF2-40B4-BE49-F238E27FC236}">
                <a16:creationId xmlns:a16="http://schemas.microsoft.com/office/drawing/2014/main" id="{4F895157-ADA4-1138-9357-94A5927ABA6A}"/>
              </a:ext>
            </a:extLst>
          </p:cNvPr>
          <p:cNvSpPr/>
          <p:nvPr/>
        </p:nvSpPr>
        <p:spPr>
          <a:xfrm rot="10800000">
            <a:off x="2185841" y="4288928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14" name="Straight Arrow Connector 913">
            <a:extLst>
              <a:ext uri="{FF2B5EF4-FFF2-40B4-BE49-F238E27FC236}">
                <a16:creationId xmlns:a16="http://schemas.microsoft.com/office/drawing/2014/main" id="{B9F8D81F-22CB-E353-854D-9E089A3D1226}"/>
              </a:ext>
            </a:extLst>
          </p:cNvPr>
          <p:cNvCxnSpPr>
            <a:cxnSpLocks/>
            <a:stCxn id="911" idx="2"/>
            <a:endCxn id="904" idx="0"/>
          </p:cNvCxnSpPr>
          <p:nvPr/>
        </p:nvCxnSpPr>
        <p:spPr>
          <a:xfrm>
            <a:off x="2288165" y="4362134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75000"/>
              </a:srgbClr>
            </a:solidFill>
            <a:prstDash val="solid"/>
            <a:tailEnd type="none"/>
          </a:ln>
          <a:effectLst/>
        </p:spPr>
      </p:cxnSp>
      <p:sp>
        <p:nvSpPr>
          <p:cNvPr id="915" name="Rectangle 25">
            <a:extLst>
              <a:ext uri="{FF2B5EF4-FFF2-40B4-BE49-F238E27FC236}">
                <a16:creationId xmlns:a16="http://schemas.microsoft.com/office/drawing/2014/main" id="{487E0B13-2AB9-72E1-26E2-CB247C974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3397" y="5536928"/>
            <a:ext cx="399011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16" name="Rectangle 29">
            <a:extLst>
              <a:ext uri="{FF2B5EF4-FFF2-40B4-BE49-F238E27FC236}">
                <a16:creationId xmlns:a16="http://schemas.microsoft.com/office/drawing/2014/main" id="{6A8A926F-70E6-8C41-A02C-8C54B0A18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176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17" name="Rectangle 29">
            <a:extLst>
              <a:ext uri="{FF2B5EF4-FFF2-40B4-BE49-F238E27FC236}">
                <a16:creationId xmlns:a16="http://schemas.microsoft.com/office/drawing/2014/main" id="{78EBCCB7-6BCA-95DF-CAFB-50B04927D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9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18" name="Straight Arrow Connector 917">
            <a:extLst>
              <a:ext uri="{FF2B5EF4-FFF2-40B4-BE49-F238E27FC236}">
                <a16:creationId xmlns:a16="http://schemas.microsoft.com/office/drawing/2014/main" id="{8E7DE3BE-ECF7-AEDD-8867-84C8D875B5C8}"/>
              </a:ext>
            </a:extLst>
          </p:cNvPr>
          <p:cNvCxnSpPr>
            <a:cxnSpLocks/>
            <a:stCxn id="916" idx="2"/>
            <a:endCxn id="899" idx="0"/>
          </p:cNvCxnSpPr>
          <p:nvPr/>
        </p:nvCxnSpPr>
        <p:spPr>
          <a:xfrm flipH="1">
            <a:off x="2289376" y="5577754"/>
            <a:ext cx="722799" cy="991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19" name="Rectangle 135">
            <a:extLst>
              <a:ext uri="{FF2B5EF4-FFF2-40B4-BE49-F238E27FC236}">
                <a16:creationId xmlns:a16="http://schemas.microsoft.com/office/drawing/2014/main" id="{138A60A5-25B7-F514-3E1B-AC9E52D2E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0029" y="5321504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 </a:t>
            </a:r>
          </a:p>
        </p:txBody>
      </p:sp>
      <p:sp>
        <p:nvSpPr>
          <p:cNvPr id="920" name="Rectangle 135">
            <a:extLst>
              <a:ext uri="{FF2B5EF4-FFF2-40B4-BE49-F238E27FC236}">
                <a16:creationId xmlns:a16="http://schemas.microsoft.com/office/drawing/2014/main" id="{65655970-2ABB-E05E-6D9F-8A4843261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6284" y="133195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Transceiver1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23" name="Oval 922">
            <a:extLst>
              <a:ext uri="{FF2B5EF4-FFF2-40B4-BE49-F238E27FC236}">
                <a16:creationId xmlns:a16="http://schemas.microsoft.com/office/drawing/2014/main" id="{D8CF7DC9-AFF3-93DB-C108-FC2C9DF9BA34}"/>
              </a:ext>
            </a:extLst>
          </p:cNvPr>
          <p:cNvSpPr/>
          <p:nvPr/>
        </p:nvSpPr>
        <p:spPr>
          <a:xfrm>
            <a:off x="2657537" y="5837212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24" name="Straight Connector 923">
            <a:extLst>
              <a:ext uri="{FF2B5EF4-FFF2-40B4-BE49-F238E27FC236}">
                <a16:creationId xmlns:a16="http://schemas.microsoft.com/office/drawing/2014/main" id="{1D02E9CF-9450-CD0D-ADFD-7C30E5A20750}"/>
              </a:ext>
            </a:extLst>
          </p:cNvPr>
          <p:cNvCxnSpPr>
            <a:cxnSpLocks/>
            <a:stCxn id="923" idx="3"/>
            <a:endCxn id="892" idx="3"/>
          </p:cNvCxnSpPr>
          <p:nvPr/>
        </p:nvCxnSpPr>
        <p:spPr>
          <a:xfrm flipH="1">
            <a:off x="2430702" y="5949940"/>
            <a:ext cx="279377" cy="17079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25" name="Rectangle 924">
            <a:extLst>
              <a:ext uri="{FF2B5EF4-FFF2-40B4-BE49-F238E27FC236}">
                <a16:creationId xmlns:a16="http://schemas.microsoft.com/office/drawing/2014/main" id="{533A236B-97F3-26E3-2333-BA328A8FBE9D}"/>
              </a:ext>
            </a:extLst>
          </p:cNvPr>
          <p:cNvSpPr/>
          <p:nvPr/>
        </p:nvSpPr>
        <p:spPr>
          <a:xfrm>
            <a:off x="9921024" y="1482587"/>
            <a:ext cx="958020" cy="4766255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26" name="Straight Arrow Connector 925">
            <a:extLst>
              <a:ext uri="{FF2B5EF4-FFF2-40B4-BE49-F238E27FC236}">
                <a16:creationId xmlns:a16="http://schemas.microsoft.com/office/drawing/2014/main" id="{A13FBA03-C515-19C8-F79B-4504E24FA7A1}"/>
              </a:ext>
            </a:extLst>
          </p:cNvPr>
          <p:cNvCxnSpPr>
            <a:cxnSpLocks/>
            <a:stCxn id="1078" idx="2"/>
            <a:endCxn id="934" idx="0"/>
          </p:cNvCxnSpPr>
          <p:nvPr/>
        </p:nvCxnSpPr>
        <p:spPr>
          <a:xfrm>
            <a:off x="10137097" y="2301766"/>
            <a:ext cx="21669" cy="336563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27" name="Rectangle 60">
            <a:extLst>
              <a:ext uri="{FF2B5EF4-FFF2-40B4-BE49-F238E27FC236}">
                <a16:creationId xmlns:a16="http://schemas.microsoft.com/office/drawing/2014/main" id="{D604D85E-C0E9-3F4D-01E4-08346FB9D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9865" y="6030624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28" name="Group 719">
            <a:extLst>
              <a:ext uri="{FF2B5EF4-FFF2-40B4-BE49-F238E27FC236}">
                <a16:creationId xmlns:a16="http://schemas.microsoft.com/office/drawing/2014/main" id="{36611541-4A87-8725-2AB6-11D8516F2431}"/>
              </a:ext>
            </a:extLst>
          </p:cNvPr>
          <p:cNvGrpSpPr/>
          <p:nvPr/>
        </p:nvGrpSpPr>
        <p:grpSpPr>
          <a:xfrm>
            <a:off x="10072990" y="6031933"/>
            <a:ext cx="174014" cy="68682"/>
            <a:chOff x="8553742" y="2601251"/>
            <a:chExt cx="216024" cy="108852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378EC239-BD5E-3327-47B9-266E6FA13785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AF93DED2-0982-2BDD-1CF3-2B74064DB3C6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5B22CB1D-039E-596B-93A6-020BB2118512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2" name="Straight Connector 931">
              <a:extLst>
                <a:ext uri="{FF2B5EF4-FFF2-40B4-BE49-F238E27FC236}">
                  <a16:creationId xmlns:a16="http://schemas.microsoft.com/office/drawing/2014/main" id="{0DA71E8A-0759-932A-EF91-3783E1DB8A68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933" name="Trapezoid 539">
            <a:extLst>
              <a:ext uri="{FF2B5EF4-FFF2-40B4-BE49-F238E27FC236}">
                <a16:creationId xmlns:a16="http://schemas.microsoft.com/office/drawing/2014/main" id="{DB3BF727-B629-DED1-9904-87D80BDC024F}"/>
              </a:ext>
            </a:extLst>
          </p:cNvPr>
          <p:cNvSpPr/>
          <p:nvPr/>
        </p:nvSpPr>
        <p:spPr>
          <a:xfrm rot="10800000">
            <a:off x="10054432" y="6100630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4" name="Rectangle 933">
            <a:extLst>
              <a:ext uri="{FF2B5EF4-FFF2-40B4-BE49-F238E27FC236}">
                <a16:creationId xmlns:a16="http://schemas.microsoft.com/office/drawing/2014/main" id="{B57DDC0D-6B43-8B37-E72E-E89DFDA6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0626" y="5667404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35" name="Oval 934">
            <a:extLst>
              <a:ext uri="{FF2B5EF4-FFF2-40B4-BE49-F238E27FC236}">
                <a16:creationId xmlns:a16="http://schemas.microsoft.com/office/drawing/2014/main" id="{46DE1AC6-3C97-A094-8EFA-F4C43B523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5946" y="5710653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Trapezoid 542">
            <a:extLst>
              <a:ext uri="{FF2B5EF4-FFF2-40B4-BE49-F238E27FC236}">
                <a16:creationId xmlns:a16="http://schemas.microsoft.com/office/drawing/2014/main" id="{FE8728E3-392B-A976-F950-6400B0854B0E}"/>
              </a:ext>
            </a:extLst>
          </p:cNvPr>
          <p:cNvSpPr/>
          <p:nvPr/>
        </p:nvSpPr>
        <p:spPr>
          <a:xfrm rot="10800000">
            <a:off x="10056441" y="5767932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37" name="Straight Arrow Connector 936">
            <a:extLst>
              <a:ext uri="{FF2B5EF4-FFF2-40B4-BE49-F238E27FC236}">
                <a16:creationId xmlns:a16="http://schemas.microsoft.com/office/drawing/2014/main" id="{079DBC14-C314-C377-6517-630AB4A9AC9E}"/>
              </a:ext>
            </a:extLst>
          </p:cNvPr>
          <p:cNvCxnSpPr>
            <a:cxnSpLocks/>
            <a:stCxn id="934" idx="2"/>
            <a:endCxn id="927" idx="0"/>
          </p:cNvCxnSpPr>
          <p:nvPr/>
        </p:nvCxnSpPr>
        <p:spPr>
          <a:xfrm>
            <a:off x="10158767" y="5841138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38" name="Rectangle 60">
            <a:extLst>
              <a:ext uri="{FF2B5EF4-FFF2-40B4-BE49-F238E27FC236}">
                <a16:creationId xmlns:a16="http://schemas.microsoft.com/office/drawing/2014/main" id="{5B290EBA-5381-B253-7704-D3904C4B7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943" y="4549149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39" name="Group 719">
            <a:extLst>
              <a:ext uri="{FF2B5EF4-FFF2-40B4-BE49-F238E27FC236}">
                <a16:creationId xmlns:a16="http://schemas.microsoft.com/office/drawing/2014/main" id="{25EFBEBE-4906-37C0-0D60-CE5393197679}"/>
              </a:ext>
            </a:extLst>
          </p:cNvPr>
          <p:cNvGrpSpPr/>
          <p:nvPr/>
        </p:nvGrpSpPr>
        <p:grpSpPr>
          <a:xfrm>
            <a:off x="10081068" y="4550458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40" name="Straight Connector 939">
              <a:extLst>
                <a:ext uri="{FF2B5EF4-FFF2-40B4-BE49-F238E27FC236}">
                  <a16:creationId xmlns:a16="http://schemas.microsoft.com/office/drawing/2014/main" id="{9B10113F-B7A2-A91C-C4FD-7AA3938F9F01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0685D107-8B12-CC99-C69E-16AF414E9FED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2" name="Straight Connector 941">
              <a:extLst>
                <a:ext uri="{FF2B5EF4-FFF2-40B4-BE49-F238E27FC236}">
                  <a16:creationId xmlns:a16="http://schemas.microsoft.com/office/drawing/2014/main" id="{7B84EC8B-FBEA-427E-9B7A-30770FA3C6D8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3" name="Straight Connector 942">
              <a:extLst>
                <a:ext uri="{FF2B5EF4-FFF2-40B4-BE49-F238E27FC236}">
                  <a16:creationId xmlns:a16="http://schemas.microsoft.com/office/drawing/2014/main" id="{787FC488-AC2B-86FB-A914-8A93D88654A2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44" name="Trapezoid 566">
            <a:extLst>
              <a:ext uri="{FF2B5EF4-FFF2-40B4-BE49-F238E27FC236}">
                <a16:creationId xmlns:a16="http://schemas.microsoft.com/office/drawing/2014/main" id="{BF4C577B-11CC-6A86-E3FD-E4D008D10364}"/>
              </a:ext>
            </a:extLst>
          </p:cNvPr>
          <p:cNvSpPr/>
          <p:nvPr/>
        </p:nvSpPr>
        <p:spPr>
          <a:xfrm rot="10800000">
            <a:off x="10062510" y="4619155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5" name="Rectangle 944">
            <a:extLst>
              <a:ext uri="{FF2B5EF4-FFF2-40B4-BE49-F238E27FC236}">
                <a16:creationId xmlns:a16="http://schemas.microsoft.com/office/drawing/2014/main" id="{1D77A059-0C50-8D0D-BD1C-495E32870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4" y="4185926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46" name="Oval 945">
            <a:extLst>
              <a:ext uri="{FF2B5EF4-FFF2-40B4-BE49-F238E27FC236}">
                <a16:creationId xmlns:a16="http://schemas.microsoft.com/office/drawing/2014/main" id="{438B09B8-52C7-E373-4DA4-69F59EF70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4025" y="4229176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Trapezoid 571">
            <a:extLst>
              <a:ext uri="{FF2B5EF4-FFF2-40B4-BE49-F238E27FC236}">
                <a16:creationId xmlns:a16="http://schemas.microsoft.com/office/drawing/2014/main" id="{71048FEA-0FB5-7107-5F02-921F7585F0BD}"/>
              </a:ext>
            </a:extLst>
          </p:cNvPr>
          <p:cNvSpPr/>
          <p:nvPr/>
        </p:nvSpPr>
        <p:spPr>
          <a:xfrm rot="10800000">
            <a:off x="10064521" y="4286454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Rectangle 25">
            <a:extLst>
              <a:ext uri="{FF2B5EF4-FFF2-40B4-BE49-F238E27FC236}">
                <a16:creationId xmlns:a16="http://schemas.microsoft.com/office/drawing/2014/main" id="{25C5B1EE-ACB6-1DA7-22AB-D36F313DE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947" y="5539327"/>
            <a:ext cx="370245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49" name="Rectangle 29">
            <a:extLst>
              <a:ext uri="{FF2B5EF4-FFF2-40B4-BE49-F238E27FC236}">
                <a16:creationId xmlns:a16="http://schemas.microsoft.com/office/drawing/2014/main" id="{55AAE3FF-96F9-4322-9692-61143C40A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9390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50" name="Rectangle 29">
            <a:extLst>
              <a:ext uri="{FF2B5EF4-FFF2-40B4-BE49-F238E27FC236}">
                <a16:creationId xmlns:a16="http://schemas.microsoft.com/office/drawing/2014/main" id="{30005A7A-A1F7-676E-74BD-C2C31B019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9375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51" name="Straight Arrow Connector 950">
            <a:extLst>
              <a:ext uri="{FF2B5EF4-FFF2-40B4-BE49-F238E27FC236}">
                <a16:creationId xmlns:a16="http://schemas.microsoft.com/office/drawing/2014/main" id="{52459CDF-470B-F917-C028-F0434B7232D6}"/>
              </a:ext>
            </a:extLst>
          </p:cNvPr>
          <p:cNvCxnSpPr>
            <a:cxnSpLocks/>
            <a:stCxn id="950" idx="6"/>
            <a:endCxn id="934" idx="0"/>
          </p:cNvCxnSpPr>
          <p:nvPr/>
        </p:nvCxnSpPr>
        <p:spPr>
          <a:xfrm>
            <a:off x="9354457" y="5580153"/>
            <a:ext cx="804309" cy="8725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52" name="Rectangle 135">
            <a:extLst>
              <a:ext uri="{FF2B5EF4-FFF2-40B4-BE49-F238E27FC236}">
                <a16:creationId xmlns:a16="http://schemas.microsoft.com/office/drawing/2014/main" id="{1B764947-C192-33ED-4700-4F06057F4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848" y="5315778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</a:t>
            </a:r>
          </a:p>
        </p:txBody>
      </p:sp>
      <p:sp>
        <p:nvSpPr>
          <p:cNvPr id="953" name="Rectangle 135">
            <a:extLst>
              <a:ext uri="{FF2B5EF4-FFF2-40B4-BE49-F238E27FC236}">
                <a16:creationId xmlns:a16="http://schemas.microsoft.com/office/drawing/2014/main" id="{90B5A40B-7870-2445-8256-1CE6B96A5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3016" y="1363872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Transceiver2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56" name="Oval 955">
            <a:extLst>
              <a:ext uri="{FF2B5EF4-FFF2-40B4-BE49-F238E27FC236}">
                <a16:creationId xmlns:a16="http://schemas.microsoft.com/office/drawing/2014/main" id="{2CDA0E90-44AA-4920-6BB8-B8E9BCA45C15}"/>
              </a:ext>
            </a:extLst>
          </p:cNvPr>
          <p:cNvSpPr/>
          <p:nvPr/>
        </p:nvSpPr>
        <p:spPr>
          <a:xfrm>
            <a:off x="9325649" y="5837038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57" name="Straight Connector 956">
            <a:extLst>
              <a:ext uri="{FF2B5EF4-FFF2-40B4-BE49-F238E27FC236}">
                <a16:creationId xmlns:a16="http://schemas.microsoft.com/office/drawing/2014/main" id="{D897633B-D071-3BA1-B982-5EF4AB61E305}"/>
              </a:ext>
            </a:extLst>
          </p:cNvPr>
          <p:cNvCxnSpPr>
            <a:cxnSpLocks/>
            <a:stCxn id="927" idx="1"/>
            <a:endCxn id="956" idx="5"/>
          </p:cNvCxnSpPr>
          <p:nvPr/>
        </p:nvCxnSpPr>
        <p:spPr>
          <a:xfrm flipH="1" flipV="1">
            <a:off x="9631883" y="5949766"/>
            <a:ext cx="387982" cy="161489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58" name="Straight Arrow Connector 957">
            <a:extLst>
              <a:ext uri="{FF2B5EF4-FFF2-40B4-BE49-F238E27FC236}">
                <a16:creationId xmlns:a16="http://schemas.microsoft.com/office/drawing/2014/main" id="{746B4D70-F0A0-9AF0-B92D-F8885F9450A0}"/>
              </a:ext>
            </a:extLst>
          </p:cNvPr>
          <p:cNvCxnSpPr>
            <a:cxnSpLocks/>
            <a:stCxn id="38" idx="1"/>
            <a:endCxn id="1227" idx="3"/>
          </p:cNvCxnSpPr>
          <p:nvPr/>
        </p:nvCxnSpPr>
        <p:spPr>
          <a:xfrm flipH="1">
            <a:off x="3301457" y="6119607"/>
            <a:ext cx="553381" cy="180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59" name="Straight Arrow Connector 958">
            <a:extLst>
              <a:ext uri="{FF2B5EF4-FFF2-40B4-BE49-F238E27FC236}">
                <a16:creationId xmlns:a16="http://schemas.microsoft.com/office/drawing/2014/main" id="{5257D9B4-138D-D5F7-528B-76ECD7A70C16}"/>
              </a:ext>
            </a:extLst>
          </p:cNvPr>
          <p:cNvCxnSpPr>
            <a:cxnSpLocks/>
            <a:stCxn id="373" idx="0"/>
            <a:endCxn id="949" idx="2"/>
          </p:cNvCxnSpPr>
          <p:nvPr/>
        </p:nvCxnSpPr>
        <p:spPr>
          <a:xfrm flipV="1">
            <a:off x="8283796" y="5580153"/>
            <a:ext cx="755595" cy="9302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990" name="Group 989">
            <a:extLst>
              <a:ext uri="{FF2B5EF4-FFF2-40B4-BE49-F238E27FC236}">
                <a16:creationId xmlns:a16="http://schemas.microsoft.com/office/drawing/2014/main" id="{38295D02-F2E7-A126-E925-92605ECB8D88}"/>
              </a:ext>
            </a:extLst>
          </p:cNvPr>
          <p:cNvGrpSpPr/>
          <p:nvPr/>
        </p:nvGrpSpPr>
        <p:grpSpPr>
          <a:xfrm>
            <a:off x="3852572" y="3499658"/>
            <a:ext cx="276281" cy="173735"/>
            <a:chOff x="3417117" y="2447654"/>
            <a:chExt cx="362556" cy="227987"/>
          </a:xfrm>
        </p:grpSpPr>
        <p:sp>
          <p:nvSpPr>
            <p:cNvPr id="991" name="Rectangle 990">
              <a:extLst>
                <a:ext uri="{FF2B5EF4-FFF2-40B4-BE49-F238E27FC236}">
                  <a16:creationId xmlns:a16="http://schemas.microsoft.com/office/drawing/2014/main" id="{4F28395A-6C7E-E332-D6AA-6BD8BCEEB8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992" name="Oval 991">
              <a:extLst>
                <a:ext uri="{FF2B5EF4-FFF2-40B4-BE49-F238E27FC236}">
                  <a16:creationId xmlns:a16="http://schemas.microsoft.com/office/drawing/2014/main" id="{A580FA50-1C4B-9F48-4E6C-A401960D0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93" name="Trapezoid 613">
              <a:extLst>
                <a:ext uri="{FF2B5EF4-FFF2-40B4-BE49-F238E27FC236}">
                  <a16:creationId xmlns:a16="http://schemas.microsoft.com/office/drawing/2014/main" id="{A16BBB08-3CB5-341E-2002-327CFC6B9556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994" name="Straight Arrow Connector 993">
            <a:extLst>
              <a:ext uri="{FF2B5EF4-FFF2-40B4-BE49-F238E27FC236}">
                <a16:creationId xmlns:a16="http://schemas.microsoft.com/office/drawing/2014/main" id="{34A33B1B-DD25-191F-032F-4AD2A80C6B07}"/>
              </a:ext>
            </a:extLst>
          </p:cNvPr>
          <p:cNvCxnSpPr>
            <a:cxnSpLocks/>
            <a:endCxn id="991" idx="3"/>
          </p:cNvCxnSpPr>
          <p:nvPr/>
        </p:nvCxnSpPr>
        <p:spPr>
          <a:xfrm flipH="1" flipV="1">
            <a:off x="412885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995" name="Group 254">
            <a:extLst>
              <a:ext uri="{FF2B5EF4-FFF2-40B4-BE49-F238E27FC236}">
                <a16:creationId xmlns:a16="http://schemas.microsoft.com/office/drawing/2014/main" id="{3D9112EF-98F8-AD9F-7FF4-4DBA68EADB9D}"/>
              </a:ext>
            </a:extLst>
          </p:cNvPr>
          <p:cNvGrpSpPr>
            <a:grpSpLocks noChangeAspect="1"/>
          </p:cNvGrpSpPr>
          <p:nvPr/>
        </p:nvGrpSpPr>
        <p:grpSpPr>
          <a:xfrm>
            <a:off x="3849256" y="3867267"/>
            <a:ext cx="280226" cy="161260"/>
            <a:chOff x="8421867" y="1904979"/>
            <a:chExt cx="347879" cy="255573"/>
          </a:xfrm>
        </p:grpSpPr>
        <p:sp>
          <p:nvSpPr>
            <p:cNvPr id="996" name="Rectangle 60">
              <a:extLst>
                <a:ext uri="{FF2B5EF4-FFF2-40B4-BE49-F238E27FC236}">
                  <a16:creationId xmlns:a16="http://schemas.microsoft.com/office/drawing/2014/main" id="{121CDC83-D1C8-7E69-FD17-2DB1616BF9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997" name="Group 719">
              <a:extLst>
                <a:ext uri="{FF2B5EF4-FFF2-40B4-BE49-F238E27FC236}">
                  <a16:creationId xmlns:a16="http://schemas.microsoft.com/office/drawing/2014/main" id="{E6B76B7D-F48F-8EAB-0F41-113F1FE0D374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999" name="Straight Connector 998">
                <a:extLst>
                  <a:ext uri="{FF2B5EF4-FFF2-40B4-BE49-F238E27FC236}">
                    <a16:creationId xmlns:a16="http://schemas.microsoft.com/office/drawing/2014/main" id="{B012983E-6F6C-F388-195B-10ABA3EEFA2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0" name="Straight Connector 999">
                <a:extLst>
                  <a:ext uri="{FF2B5EF4-FFF2-40B4-BE49-F238E27FC236}">
                    <a16:creationId xmlns:a16="http://schemas.microsoft.com/office/drawing/2014/main" id="{70B34012-AB23-737B-22EC-53729C9F83A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1" name="Straight Connector 1000">
                <a:extLst>
                  <a:ext uri="{FF2B5EF4-FFF2-40B4-BE49-F238E27FC236}">
                    <a16:creationId xmlns:a16="http://schemas.microsoft.com/office/drawing/2014/main" id="{DAD124E3-1834-83C4-CDB3-6A872F0A3F8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2" name="Straight Connector 1001">
                <a:extLst>
                  <a:ext uri="{FF2B5EF4-FFF2-40B4-BE49-F238E27FC236}">
                    <a16:creationId xmlns:a16="http://schemas.microsoft.com/office/drawing/2014/main" id="{6CD7AE12-4623-794A-58B3-B8D532B935A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998" name="Trapezoid 136">
              <a:extLst>
                <a:ext uri="{FF2B5EF4-FFF2-40B4-BE49-F238E27FC236}">
                  <a16:creationId xmlns:a16="http://schemas.microsoft.com/office/drawing/2014/main" id="{EBBD7823-AAC5-927B-3BBD-0C87F561BBC8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15" name="Rectangle 135">
            <a:extLst>
              <a:ext uri="{FF2B5EF4-FFF2-40B4-BE49-F238E27FC236}">
                <a16:creationId xmlns:a16="http://schemas.microsoft.com/office/drawing/2014/main" id="{F1CD1381-176E-9434-B5FA-31CEAF6DE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82" y="31354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17" name="Group 1016">
            <a:extLst>
              <a:ext uri="{FF2B5EF4-FFF2-40B4-BE49-F238E27FC236}">
                <a16:creationId xmlns:a16="http://schemas.microsoft.com/office/drawing/2014/main" id="{89B43DC2-CEAB-EBB7-53B2-6A90CFC4C931}"/>
              </a:ext>
            </a:extLst>
          </p:cNvPr>
          <p:cNvGrpSpPr/>
          <p:nvPr/>
        </p:nvGrpSpPr>
        <p:grpSpPr>
          <a:xfrm>
            <a:off x="8153313" y="3494806"/>
            <a:ext cx="276281" cy="173735"/>
            <a:chOff x="3417117" y="2447654"/>
            <a:chExt cx="362556" cy="227987"/>
          </a:xfrm>
        </p:grpSpPr>
        <p:sp>
          <p:nvSpPr>
            <p:cNvPr id="1018" name="Rectangle 1017">
              <a:extLst>
                <a:ext uri="{FF2B5EF4-FFF2-40B4-BE49-F238E27FC236}">
                  <a16:creationId xmlns:a16="http://schemas.microsoft.com/office/drawing/2014/main" id="{4F866671-35AB-E8D3-9F65-586696F0A9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019" name="Oval 1018">
              <a:extLst>
                <a:ext uri="{FF2B5EF4-FFF2-40B4-BE49-F238E27FC236}">
                  <a16:creationId xmlns:a16="http://schemas.microsoft.com/office/drawing/2014/main" id="{CA271E89-CD66-B1AB-FE92-22EFC065C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0" name="Trapezoid 661">
              <a:extLst>
                <a:ext uri="{FF2B5EF4-FFF2-40B4-BE49-F238E27FC236}">
                  <a16:creationId xmlns:a16="http://schemas.microsoft.com/office/drawing/2014/main" id="{8F21366A-A63A-43FD-8E27-E0E2FA157378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F451AD24-3277-E025-179E-DD864B3DE281}"/>
              </a:ext>
            </a:extLst>
          </p:cNvPr>
          <p:cNvGrpSpPr>
            <a:grpSpLocks noChangeAspect="1"/>
          </p:cNvGrpSpPr>
          <p:nvPr/>
        </p:nvGrpSpPr>
        <p:grpSpPr>
          <a:xfrm>
            <a:off x="2151458" y="3485901"/>
            <a:ext cx="273517" cy="173113"/>
            <a:chOff x="980945" y="1888766"/>
            <a:chExt cx="271916" cy="172099"/>
          </a:xfrm>
        </p:grpSpPr>
        <p:grpSp>
          <p:nvGrpSpPr>
            <p:cNvPr id="1036" name="Group 898">
              <a:extLst>
                <a:ext uri="{FF2B5EF4-FFF2-40B4-BE49-F238E27FC236}">
                  <a16:creationId xmlns:a16="http://schemas.microsoft.com/office/drawing/2014/main" id="{C6C03AA3-705A-AD3C-333D-B1CE4C8AB3DA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38" name="Rectangle 88">
                <a:extLst>
                  <a:ext uri="{FF2B5EF4-FFF2-40B4-BE49-F238E27FC236}">
                    <a16:creationId xmlns:a16="http://schemas.microsoft.com/office/drawing/2014/main" id="{D35FCD9B-B0E0-73DB-9A13-86F2EE022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39" name="Rectangle 88">
                <a:extLst>
                  <a:ext uri="{FF2B5EF4-FFF2-40B4-BE49-F238E27FC236}">
                    <a16:creationId xmlns:a16="http://schemas.microsoft.com/office/drawing/2014/main" id="{E12A256C-0C1C-4198-FCB0-AB02EF9EBC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0" name="Isosceles Triangle 1039">
                <a:extLst>
                  <a:ext uri="{FF2B5EF4-FFF2-40B4-BE49-F238E27FC236}">
                    <a16:creationId xmlns:a16="http://schemas.microsoft.com/office/drawing/2014/main" id="{44D0AE4A-5537-88AB-F70C-F3FA713C0D77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1" name="Oval 341">
                <a:extLst>
                  <a:ext uri="{FF2B5EF4-FFF2-40B4-BE49-F238E27FC236}">
                    <a16:creationId xmlns:a16="http://schemas.microsoft.com/office/drawing/2014/main" id="{2ABE6B81-A76E-F95C-1F93-B0C268B416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37" name="Trapezoid 688">
              <a:extLst>
                <a:ext uri="{FF2B5EF4-FFF2-40B4-BE49-F238E27FC236}">
                  <a16:creationId xmlns:a16="http://schemas.microsoft.com/office/drawing/2014/main" id="{6513E590-2607-905A-E2B5-21FB452496D0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ABA8102D-D6EE-E2BD-BC2F-E4D2C88F7B68}"/>
              </a:ext>
            </a:extLst>
          </p:cNvPr>
          <p:cNvGrpSpPr/>
          <p:nvPr/>
        </p:nvGrpSpPr>
        <p:grpSpPr>
          <a:xfrm>
            <a:off x="2147739" y="3135153"/>
            <a:ext cx="280226" cy="161260"/>
            <a:chOff x="1539943" y="2795561"/>
            <a:chExt cx="367732" cy="211616"/>
          </a:xfrm>
        </p:grpSpPr>
        <p:sp>
          <p:nvSpPr>
            <p:cNvPr id="1043" name="Rectangle 60">
              <a:extLst>
                <a:ext uri="{FF2B5EF4-FFF2-40B4-BE49-F238E27FC236}">
                  <a16:creationId xmlns:a16="http://schemas.microsoft.com/office/drawing/2014/main" id="{350DB402-B802-7189-F299-CDAC860F9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44" name="Group 719">
              <a:extLst>
                <a:ext uri="{FF2B5EF4-FFF2-40B4-BE49-F238E27FC236}">
                  <a16:creationId xmlns:a16="http://schemas.microsoft.com/office/drawing/2014/main" id="{494E341F-8F08-29B3-0058-6CA01B154A60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46" name="Straight Connector 1045">
                <a:extLst>
                  <a:ext uri="{FF2B5EF4-FFF2-40B4-BE49-F238E27FC236}">
                    <a16:creationId xmlns:a16="http://schemas.microsoft.com/office/drawing/2014/main" id="{090B4B35-5F5D-6F87-5BF8-F2C7AF9B73A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7" name="Straight Connector 1046">
                <a:extLst>
                  <a:ext uri="{FF2B5EF4-FFF2-40B4-BE49-F238E27FC236}">
                    <a16:creationId xmlns:a16="http://schemas.microsoft.com/office/drawing/2014/main" id="{AE20D990-5839-6B80-AD66-C119A55F6B7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8" name="Straight Connector 1047">
                <a:extLst>
                  <a:ext uri="{FF2B5EF4-FFF2-40B4-BE49-F238E27FC236}">
                    <a16:creationId xmlns:a16="http://schemas.microsoft.com/office/drawing/2014/main" id="{543E19C1-B450-49DE-2A42-6BDF6C49C30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9" name="Straight Connector 1048">
                <a:extLst>
                  <a:ext uri="{FF2B5EF4-FFF2-40B4-BE49-F238E27FC236}">
                    <a16:creationId xmlns:a16="http://schemas.microsoft.com/office/drawing/2014/main" id="{2E61BDFF-2FE8-2AE7-D7CD-956E008542F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45" name="Trapezoid 696">
              <a:extLst>
                <a:ext uri="{FF2B5EF4-FFF2-40B4-BE49-F238E27FC236}">
                  <a16:creationId xmlns:a16="http://schemas.microsoft.com/office/drawing/2014/main" id="{F6276607-F61A-CB69-738F-395C959C886B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2A406B68-0518-3DF0-4D48-9A825CE86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5386" y="2110561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51" name="Oval 1050">
            <a:extLst>
              <a:ext uri="{FF2B5EF4-FFF2-40B4-BE49-F238E27FC236}">
                <a16:creationId xmlns:a16="http://schemas.microsoft.com/office/drawing/2014/main" id="{F45A7543-D1AB-29B9-8DC0-C80506A0D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0708" y="215381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2" name="Trapezoid 709">
            <a:extLst>
              <a:ext uri="{FF2B5EF4-FFF2-40B4-BE49-F238E27FC236}">
                <a16:creationId xmlns:a16="http://schemas.microsoft.com/office/drawing/2014/main" id="{85297B26-298A-43DC-ECE2-932ED7B03CB2}"/>
              </a:ext>
            </a:extLst>
          </p:cNvPr>
          <p:cNvSpPr/>
          <p:nvPr/>
        </p:nvSpPr>
        <p:spPr>
          <a:xfrm rot="10800000">
            <a:off x="2201203" y="221109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3" name="Rectangle 135">
            <a:extLst>
              <a:ext uri="{FF2B5EF4-FFF2-40B4-BE49-F238E27FC236}">
                <a16:creationId xmlns:a16="http://schemas.microsoft.com/office/drawing/2014/main" id="{3E3D410B-46F0-CF06-F698-C39F9A200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260" y="214236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ODU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75A33E84-885C-4C9C-E018-38FE73C9ED4C}"/>
              </a:ext>
            </a:extLst>
          </p:cNvPr>
          <p:cNvGrpSpPr>
            <a:grpSpLocks noChangeAspect="1"/>
          </p:cNvGrpSpPr>
          <p:nvPr/>
        </p:nvGrpSpPr>
        <p:grpSpPr>
          <a:xfrm>
            <a:off x="9999104" y="3503371"/>
            <a:ext cx="273517" cy="173113"/>
            <a:chOff x="980945" y="1888766"/>
            <a:chExt cx="271916" cy="172099"/>
          </a:xfrm>
        </p:grpSpPr>
        <p:grpSp>
          <p:nvGrpSpPr>
            <p:cNvPr id="1064" name="Group 898">
              <a:extLst>
                <a:ext uri="{FF2B5EF4-FFF2-40B4-BE49-F238E27FC236}">
                  <a16:creationId xmlns:a16="http://schemas.microsoft.com/office/drawing/2014/main" id="{594A41F9-1969-44CF-0828-AEEA9E6A9654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66" name="Rectangle 88">
                <a:extLst>
                  <a:ext uri="{FF2B5EF4-FFF2-40B4-BE49-F238E27FC236}">
                    <a16:creationId xmlns:a16="http://schemas.microsoft.com/office/drawing/2014/main" id="{8FFA01B2-4ACF-8E29-2FF2-AF1E207EE3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7" name="Rectangle 88">
                <a:extLst>
                  <a:ext uri="{FF2B5EF4-FFF2-40B4-BE49-F238E27FC236}">
                    <a16:creationId xmlns:a16="http://schemas.microsoft.com/office/drawing/2014/main" id="{A9E11326-40A8-5DDF-FAB5-F04A1B563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8" name="Isosceles Triangle 1067">
                <a:extLst>
                  <a:ext uri="{FF2B5EF4-FFF2-40B4-BE49-F238E27FC236}">
                    <a16:creationId xmlns:a16="http://schemas.microsoft.com/office/drawing/2014/main" id="{E4F9E944-E604-BEFF-E97C-479DD7EE0AF1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9" name="Oval 341">
                <a:extLst>
                  <a:ext uri="{FF2B5EF4-FFF2-40B4-BE49-F238E27FC236}">
                    <a16:creationId xmlns:a16="http://schemas.microsoft.com/office/drawing/2014/main" id="{4A25200E-E16E-1EC8-1D86-A34355F220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65" name="Trapezoid 778">
              <a:extLst>
                <a:ext uri="{FF2B5EF4-FFF2-40B4-BE49-F238E27FC236}">
                  <a16:creationId xmlns:a16="http://schemas.microsoft.com/office/drawing/2014/main" id="{5AB19845-BB87-A42C-7CB5-8945D12B6771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70" name="Group 1069">
            <a:extLst>
              <a:ext uri="{FF2B5EF4-FFF2-40B4-BE49-F238E27FC236}">
                <a16:creationId xmlns:a16="http://schemas.microsoft.com/office/drawing/2014/main" id="{CDB5DA79-59A4-04E7-7A1D-84DB0956659A}"/>
              </a:ext>
            </a:extLst>
          </p:cNvPr>
          <p:cNvGrpSpPr/>
          <p:nvPr/>
        </p:nvGrpSpPr>
        <p:grpSpPr>
          <a:xfrm>
            <a:off x="9995385" y="3152623"/>
            <a:ext cx="280226" cy="161260"/>
            <a:chOff x="1539943" y="2795561"/>
            <a:chExt cx="367732" cy="211616"/>
          </a:xfrm>
        </p:grpSpPr>
        <p:sp>
          <p:nvSpPr>
            <p:cNvPr id="1071" name="Rectangle 60">
              <a:extLst>
                <a:ext uri="{FF2B5EF4-FFF2-40B4-BE49-F238E27FC236}">
                  <a16:creationId xmlns:a16="http://schemas.microsoft.com/office/drawing/2014/main" id="{3469C18A-8E48-7918-BFAD-79B556152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72" name="Group 719">
              <a:extLst>
                <a:ext uri="{FF2B5EF4-FFF2-40B4-BE49-F238E27FC236}">
                  <a16:creationId xmlns:a16="http://schemas.microsoft.com/office/drawing/2014/main" id="{8E845234-59B3-588A-CCA5-9A37A478E816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74" name="Straight Connector 1073">
                <a:extLst>
                  <a:ext uri="{FF2B5EF4-FFF2-40B4-BE49-F238E27FC236}">
                    <a16:creationId xmlns:a16="http://schemas.microsoft.com/office/drawing/2014/main" id="{0A3E5E84-B6BF-2132-9DB5-5F125FD3E48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5" name="Straight Connector 1074">
                <a:extLst>
                  <a:ext uri="{FF2B5EF4-FFF2-40B4-BE49-F238E27FC236}">
                    <a16:creationId xmlns:a16="http://schemas.microsoft.com/office/drawing/2014/main" id="{0B20F34F-61AA-1A26-6A41-240E74C598C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6" name="Straight Connector 1075">
                <a:extLst>
                  <a:ext uri="{FF2B5EF4-FFF2-40B4-BE49-F238E27FC236}">
                    <a16:creationId xmlns:a16="http://schemas.microsoft.com/office/drawing/2014/main" id="{EC3AC5AD-7F99-120F-6B84-FFB9BCA06FF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4D91FD14-DF7C-27B3-EC9E-47863D8D73B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73" name="Trapezoid 786">
              <a:extLst>
                <a:ext uri="{FF2B5EF4-FFF2-40B4-BE49-F238E27FC236}">
                  <a16:creationId xmlns:a16="http://schemas.microsoft.com/office/drawing/2014/main" id="{9747B1F8-2618-85D0-99B3-79B2D2A38803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6DC2A0CD-8DE2-3BFD-587B-45315BB26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8956" y="2128032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79" name="Oval 1078">
            <a:extLst>
              <a:ext uri="{FF2B5EF4-FFF2-40B4-BE49-F238E27FC236}">
                <a16:creationId xmlns:a16="http://schemas.microsoft.com/office/drawing/2014/main" id="{CAF1FE4F-43F2-EFD1-B990-B6904E089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353" y="217128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0" name="Trapezoid 793">
            <a:extLst>
              <a:ext uri="{FF2B5EF4-FFF2-40B4-BE49-F238E27FC236}">
                <a16:creationId xmlns:a16="http://schemas.microsoft.com/office/drawing/2014/main" id="{7C9DEEA9-6DFC-4465-ABA8-424EED07A1ED}"/>
              </a:ext>
            </a:extLst>
          </p:cNvPr>
          <p:cNvSpPr/>
          <p:nvPr/>
        </p:nvSpPr>
        <p:spPr>
          <a:xfrm rot="10800000">
            <a:off x="10048848" y="222856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89" name="Group 1088">
            <a:extLst>
              <a:ext uri="{FF2B5EF4-FFF2-40B4-BE49-F238E27FC236}">
                <a16:creationId xmlns:a16="http://schemas.microsoft.com/office/drawing/2014/main" id="{24E98449-9ED4-89A2-2110-B7E2C29A7C35}"/>
              </a:ext>
            </a:extLst>
          </p:cNvPr>
          <p:cNvGrpSpPr/>
          <p:nvPr/>
        </p:nvGrpSpPr>
        <p:grpSpPr>
          <a:xfrm>
            <a:off x="10019865" y="3862006"/>
            <a:ext cx="280226" cy="161260"/>
            <a:chOff x="11871597" y="3154592"/>
            <a:chExt cx="367732" cy="211616"/>
          </a:xfrm>
        </p:grpSpPr>
        <p:sp>
          <p:nvSpPr>
            <p:cNvPr id="1090" name="Rectangle 60">
              <a:extLst>
                <a:ext uri="{FF2B5EF4-FFF2-40B4-BE49-F238E27FC236}">
                  <a16:creationId xmlns:a16="http://schemas.microsoft.com/office/drawing/2014/main" id="{09C7C0A7-D310-F9D6-D24B-1CEB72180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1597" y="3154592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91" name="Group 719">
              <a:extLst>
                <a:ext uri="{FF2B5EF4-FFF2-40B4-BE49-F238E27FC236}">
                  <a16:creationId xmlns:a16="http://schemas.microsoft.com/office/drawing/2014/main" id="{AFDD940D-BB9E-0241-FB90-E0A8FFCCAAD1}"/>
                </a:ext>
              </a:extLst>
            </p:cNvPr>
            <p:cNvGrpSpPr/>
            <p:nvPr/>
          </p:nvGrpSpPr>
          <p:grpSpPr>
            <a:xfrm>
              <a:off x="11941310" y="3156308"/>
              <a:ext cx="228353" cy="90129"/>
              <a:chOff x="8553742" y="2601251"/>
              <a:chExt cx="216024" cy="108852"/>
            </a:xfrm>
          </p:grpSpPr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95A74EF8-2A92-0A2C-27D5-B81B3D4C66F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4" name="Straight Connector 1093">
                <a:extLst>
                  <a:ext uri="{FF2B5EF4-FFF2-40B4-BE49-F238E27FC236}">
                    <a16:creationId xmlns:a16="http://schemas.microsoft.com/office/drawing/2014/main" id="{57445137-5E84-5A6D-1085-AED9BE514F1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5" name="Straight Connector 1094">
                <a:extLst>
                  <a:ext uri="{FF2B5EF4-FFF2-40B4-BE49-F238E27FC236}">
                    <a16:creationId xmlns:a16="http://schemas.microsoft.com/office/drawing/2014/main" id="{1D950382-7E87-FD06-C848-3CD7980D81E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6" name="Straight Connector 1095">
                <a:extLst>
                  <a:ext uri="{FF2B5EF4-FFF2-40B4-BE49-F238E27FC236}">
                    <a16:creationId xmlns:a16="http://schemas.microsoft.com/office/drawing/2014/main" id="{CFAD795F-BA64-5B86-9A35-5BCA0D681AD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92" name="Trapezoid 529">
              <a:extLst>
                <a:ext uri="{FF2B5EF4-FFF2-40B4-BE49-F238E27FC236}">
                  <a16:creationId xmlns:a16="http://schemas.microsoft.com/office/drawing/2014/main" id="{7405FBE7-02E7-8B71-EE2C-D0823A1B65C6}"/>
                </a:ext>
              </a:extLst>
            </p:cNvPr>
            <p:cNvSpPr/>
            <p:nvPr/>
          </p:nvSpPr>
          <p:spPr>
            <a:xfrm rot="10800000">
              <a:off x="11916958" y="3246458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01" name="Rectangle 25">
            <a:extLst>
              <a:ext uri="{FF2B5EF4-FFF2-40B4-BE49-F238E27FC236}">
                <a16:creationId xmlns:a16="http://schemas.microsoft.com/office/drawing/2014/main" id="{67F3F399-2817-3A78-E3B5-14D36C39D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3641" y="3162058"/>
            <a:ext cx="1317064" cy="87951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102" name="Rectangle 29">
            <a:extLst>
              <a:ext uri="{FF2B5EF4-FFF2-40B4-BE49-F238E27FC236}">
                <a16:creationId xmlns:a16="http://schemas.microsoft.com/office/drawing/2014/main" id="{FEC760FC-0A34-47CA-D9BC-1F99A49D4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4788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103" name="Rectangle 135">
            <a:extLst>
              <a:ext uri="{FF2B5EF4-FFF2-40B4-BE49-F238E27FC236}">
                <a16:creationId xmlns:a16="http://schemas.microsoft.com/office/drawing/2014/main" id="{8E24F291-798B-C8BE-E853-44C4BF819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314737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Top Connection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104" name="Rectangle 29">
            <a:extLst>
              <a:ext uri="{FF2B5EF4-FFF2-40B4-BE49-F238E27FC236}">
                <a16:creationId xmlns:a16="http://schemas.microsoft.com/office/drawing/2014/main" id="{81483812-FB38-0C4B-90EA-CC372A7F0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0887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129" name="Group 1128">
            <a:extLst>
              <a:ext uri="{FF2B5EF4-FFF2-40B4-BE49-F238E27FC236}">
                <a16:creationId xmlns:a16="http://schemas.microsoft.com/office/drawing/2014/main" id="{A4636D25-D7A4-8492-437C-49489AF1831A}"/>
              </a:ext>
            </a:extLst>
          </p:cNvPr>
          <p:cNvGrpSpPr/>
          <p:nvPr/>
        </p:nvGrpSpPr>
        <p:grpSpPr>
          <a:xfrm>
            <a:off x="2150475" y="3871489"/>
            <a:ext cx="280226" cy="161260"/>
            <a:chOff x="1539943" y="2795561"/>
            <a:chExt cx="367732" cy="211616"/>
          </a:xfrm>
        </p:grpSpPr>
        <p:sp>
          <p:nvSpPr>
            <p:cNvPr id="1130" name="Rectangle 60">
              <a:extLst>
                <a:ext uri="{FF2B5EF4-FFF2-40B4-BE49-F238E27FC236}">
                  <a16:creationId xmlns:a16="http://schemas.microsoft.com/office/drawing/2014/main" id="{4EEA24CF-E5A7-3C55-A6DA-E73FFC9C0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1" name="Group 719">
              <a:extLst>
                <a:ext uri="{FF2B5EF4-FFF2-40B4-BE49-F238E27FC236}">
                  <a16:creationId xmlns:a16="http://schemas.microsoft.com/office/drawing/2014/main" id="{D2D803F0-C0B3-95A3-C581-01F18815B5D3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133" name="Straight Connector 1132">
                <a:extLst>
                  <a:ext uri="{FF2B5EF4-FFF2-40B4-BE49-F238E27FC236}">
                    <a16:creationId xmlns:a16="http://schemas.microsoft.com/office/drawing/2014/main" id="{0B05BA7E-9A45-1451-B46D-D58897511E9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4" name="Straight Connector 1133">
                <a:extLst>
                  <a:ext uri="{FF2B5EF4-FFF2-40B4-BE49-F238E27FC236}">
                    <a16:creationId xmlns:a16="http://schemas.microsoft.com/office/drawing/2014/main" id="{9BEAC242-E053-6BE7-7B4D-37F0783FD89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5" name="Straight Connector 1134">
                <a:extLst>
                  <a:ext uri="{FF2B5EF4-FFF2-40B4-BE49-F238E27FC236}">
                    <a16:creationId xmlns:a16="http://schemas.microsoft.com/office/drawing/2014/main" id="{47715E4C-E346-C640-865F-815E50C5464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6" name="Straight Connector 1135">
                <a:extLst>
                  <a:ext uri="{FF2B5EF4-FFF2-40B4-BE49-F238E27FC236}">
                    <a16:creationId xmlns:a16="http://schemas.microsoft.com/office/drawing/2014/main" id="{2FD0B2DE-2AB5-A4E5-D96F-53B67C7C57B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32" name="Trapezoid 384">
              <a:extLst>
                <a:ext uri="{FF2B5EF4-FFF2-40B4-BE49-F238E27FC236}">
                  <a16:creationId xmlns:a16="http://schemas.microsoft.com/office/drawing/2014/main" id="{901E286C-0DC8-A624-855F-B1F024948E1E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37" name="Group 254">
            <a:extLst>
              <a:ext uri="{FF2B5EF4-FFF2-40B4-BE49-F238E27FC236}">
                <a16:creationId xmlns:a16="http://schemas.microsoft.com/office/drawing/2014/main" id="{53A1774D-8E01-B113-8F29-7595F17B98F0}"/>
              </a:ext>
            </a:extLst>
          </p:cNvPr>
          <p:cNvGrpSpPr>
            <a:grpSpLocks noChangeAspect="1"/>
          </p:cNvGrpSpPr>
          <p:nvPr/>
        </p:nvGrpSpPr>
        <p:grpSpPr>
          <a:xfrm>
            <a:off x="4420699" y="5309600"/>
            <a:ext cx="280226" cy="161260"/>
            <a:chOff x="8421867" y="1904979"/>
            <a:chExt cx="347879" cy="255573"/>
          </a:xfrm>
        </p:grpSpPr>
        <p:sp>
          <p:nvSpPr>
            <p:cNvPr id="1138" name="Rectangle 60">
              <a:extLst>
                <a:ext uri="{FF2B5EF4-FFF2-40B4-BE49-F238E27FC236}">
                  <a16:creationId xmlns:a16="http://schemas.microsoft.com/office/drawing/2014/main" id="{0B1E142F-0857-0607-0235-02E681022A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9" name="Group 719">
              <a:extLst>
                <a:ext uri="{FF2B5EF4-FFF2-40B4-BE49-F238E27FC236}">
                  <a16:creationId xmlns:a16="http://schemas.microsoft.com/office/drawing/2014/main" id="{DD63877D-7893-0BC3-731A-D4628E8A634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1" name="Straight Connector 1140">
                <a:extLst>
                  <a:ext uri="{FF2B5EF4-FFF2-40B4-BE49-F238E27FC236}">
                    <a16:creationId xmlns:a16="http://schemas.microsoft.com/office/drawing/2014/main" id="{EF53951A-734C-8C79-5450-F1B912D1086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2" name="Straight Connector 1141">
                <a:extLst>
                  <a:ext uri="{FF2B5EF4-FFF2-40B4-BE49-F238E27FC236}">
                    <a16:creationId xmlns:a16="http://schemas.microsoft.com/office/drawing/2014/main" id="{48112339-7AB7-10B3-50CD-4A773776B07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3" name="Straight Connector 1142">
                <a:extLst>
                  <a:ext uri="{FF2B5EF4-FFF2-40B4-BE49-F238E27FC236}">
                    <a16:creationId xmlns:a16="http://schemas.microsoft.com/office/drawing/2014/main" id="{D598E8F1-DBD4-3A63-168C-43A690F7356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4" name="Straight Connector 1143">
                <a:extLst>
                  <a:ext uri="{FF2B5EF4-FFF2-40B4-BE49-F238E27FC236}">
                    <a16:creationId xmlns:a16="http://schemas.microsoft.com/office/drawing/2014/main" id="{C3FAB288-F1ED-05B6-8272-41458DF912E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0" name="Trapezoid 162">
              <a:extLst>
                <a:ext uri="{FF2B5EF4-FFF2-40B4-BE49-F238E27FC236}">
                  <a16:creationId xmlns:a16="http://schemas.microsoft.com/office/drawing/2014/main" id="{E4D61632-5193-FFFA-1744-C095562C7A6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45" name="Group 254">
            <a:extLst>
              <a:ext uri="{FF2B5EF4-FFF2-40B4-BE49-F238E27FC236}">
                <a16:creationId xmlns:a16="http://schemas.microsoft.com/office/drawing/2014/main" id="{D98E1C96-11F1-5D38-8CEC-2A14087A3D21}"/>
              </a:ext>
            </a:extLst>
          </p:cNvPr>
          <p:cNvGrpSpPr>
            <a:grpSpLocks noChangeAspect="1"/>
          </p:cNvGrpSpPr>
          <p:nvPr/>
        </p:nvGrpSpPr>
        <p:grpSpPr>
          <a:xfrm>
            <a:off x="8139314" y="3873352"/>
            <a:ext cx="280226" cy="161260"/>
            <a:chOff x="8421867" y="1904979"/>
            <a:chExt cx="347879" cy="255573"/>
          </a:xfrm>
        </p:grpSpPr>
        <p:sp>
          <p:nvSpPr>
            <p:cNvPr id="1146" name="Rectangle 60">
              <a:extLst>
                <a:ext uri="{FF2B5EF4-FFF2-40B4-BE49-F238E27FC236}">
                  <a16:creationId xmlns:a16="http://schemas.microsoft.com/office/drawing/2014/main" id="{9143CA34-3737-ACE2-451E-696997A2B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47" name="Group 719">
              <a:extLst>
                <a:ext uri="{FF2B5EF4-FFF2-40B4-BE49-F238E27FC236}">
                  <a16:creationId xmlns:a16="http://schemas.microsoft.com/office/drawing/2014/main" id="{4F81A4A2-BBD5-083A-FD50-DD09FB1E195E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9" name="Straight Connector 1148">
                <a:extLst>
                  <a:ext uri="{FF2B5EF4-FFF2-40B4-BE49-F238E27FC236}">
                    <a16:creationId xmlns:a16="http://schemas.microsoft.com/office/drawing/2014/main" id="{BF89CD44-E894-3E39-8450-D14DADDCC23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0" name="Straight Connector 1149">
                <a:extLst>
                  <a:ext uri="{FF2B5EF4-FFF2-40B4-BE49-F238E27FC236}">
                    <a16:creationId xmlns:a16="http://schemas.microsoft.com/office/drawing/2014/main" id="{B3CE34E9-9EF2-1D99-3A08-D4F39637124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1" name="Straight Connector 1150">
                <a:extLst>
                  <a:ext uri="{FF2B5EF4-FFF2-40B4-BE49-F238E27FC236}">
                    <a16:creationId xmlns:a16="http://schemas.microsoft.com/office/drawing/2014/main" id="{20709B2E-1CD4-E0B8-0828-5FA543DBCBE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2" name="Straight Connector 1151">
                <a:extLst>
                  <a:ext uri="{FF2B5EF4-FFF2-40B4-BE49-F238E27FC236}">
                    <a16:creationId xmlns:a16="http://schemas.microsoft.com/office/drawing/2014/main" id="{3F6C6A20-C5F2-E663-55D1-DE7EFF00A4D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8" name="Trapezoid 494">
              <a:extLst>
                <a:ext uri="{FF2B5EF4-FFF2-40B4-BE49-F238E27FC236}">
                  <a16:creationId xmlns:a16="http://schemas.microsoft.com/office/drawing/2014/main" id="{4C110FE7-3028-DFC8-ADEA-AE745AED4DC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165" name="Straight Arrow Connector 1164">
            <a:extLst>
              <a:ext uri="{FF2B5EF4-FFF2-40B4-BE49-F238E27FC236}">
                <a16:creationId xmlns:a16="http://schemas.microsoft.com/office/drawing/2014/main" id="{9CACC8A7-08A5-1064-CE77-BD88D15D901A}"/>
              </a:ext>
            </a:extLst>
          </p:cNvPr>
          <p:cNvCxnSpPr>
            <a:cxnSpLocks/>
            <a:stCxn id="46" idx="0"/>
            <a:endCxn id="917" idx="6"/>
          </p:cNvCxnSpPr>
          <p:nvPr/>
        </p:nvCxnSpPr>
        <p:spPr>
          <a:xfrm flipH="1" flipV="1">
            <a:off x="3313112" y="5577755"/>
            <a:ext cx="680628" cy="9800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196" name="Group 1195">
            <a:extLst>
              <a:ext uri="{FF2B5EF4-FFF2-40B4-BE49-F238E27FC236}">
                <a16:creationId xmlns:a16="http://schemas.microsoft.com/office/drawing/2014/main" id="{CAD489DC-2958-8BAE-C102-DB6CDB648DB5}"/>
              </a:ext>
            </a:extLst>
          </p:cNvPr>
          <p:cNvGrpSpPr>
            <a:grpSpLocks noChangeAspect="1"/>
          </p:cNvGrpSpPr>
          <p:nvPr/>
        </p:nvGrpSpPr>
        <p:grpSpPr>
          <a:xfrm>
            <a:off x="2159941" y="2768012"/>
            <a:ext cx="273517" cy="173113"/>
            <a:chOff x="980945" y="1888766"/>
            <a:chExt cx="271916" cy="172099"/>
          </a:xfrm>
        </p:grpSpPr>
        <p:grpSp>
          <p:nvGrpSpPr>
            <p:cNvPr id="1197" name="Group 898">
              <a:extLst>
                <a:ext uri="{FF2B5EF4-FFF2-40B4-BE49-F238E27FC236}">
                  <a16:creationId xmlns:a16="http://schemas.microsoft.com/office/drawing/2014/main" id="{9036AEAF-6FC6-8B12-C08F-5246D3E6B548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199" name="Rectangle 88">
                <a:extLst>
                  <a:ext uri="{FF2B5EF4-FFF2-40B4-BE49-F238E27FC236}">
                    <a16:creationId xmlns:a16="http://schemas.microsoft.com/office/drawing/2014/main" id="{489F5935-0EF7-F26D-72E0-060B09659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0" name="Isosceles Triangle 1199">
                <a:extLst>
                  <a:ext uri="{FF2B5EF4-FFF2-40B4-BE49-F238E27FC236}">
                    <a16:creationId xmlns:a16="http://schemas.microsoft.com/office/drawing/2014/main" id="{7CADD655-465A-86D4-A953-3F1519AFBBEE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1" name="Oval 341">
                <a:extLst>
                  <a:ext uri="{FF2B5EF4-FFF2-40B4-BE49-F238E27FC236}">
                    <a16:creationId xmlns:a16="http://schemas.microsoft.com/office/drawing/2014/main" id="{6EF73BED-D475-3358-B360-0510CA6AC6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198" name="Trapezoid 624">
              <a:extLst>
                <a:ext uri="{FF2B5EF4-FFF2-40B4-BE49-F238E27FC236}">
                  <a16:creationId xmlns:a16="http://schemas.microsoft.com/office/drawing/2014/main" id="{FBF77E28-6598-08DA-44F3-FB33A3786D99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02" name="Group 1201">
            <a:extLst>
              <a:ext uri="{FF2B5EF4-FFF2-40B4-BE49-F238E27FC236}">
                <a16:creationId xmlns:a16="http://schemas.microsoft.com/office/drawing/2014/main" id="{02DF2E9D-7257-EF56-906B-472870CDBB20}"/>
              </a:ext>
            </a:extLst>
          </p:cNvPr>
          <p:cNvGrpSpPr/>
          <p:nvPr/>
        </p:nvGrpSpPr>
        <p:grpSpPr>
          <a:xfrm>
            <a:off x="2156221" y="2453557"/>
            <a:ext cx="280226" cy="161260"/>
            <a:chOff x="1539943" y="2795561"/>
            <a:chExt cx="367732" cy="211616"/>
          </a:xfrm>
        </p:grpSpPr>
        <p:sp>
          <p:nvSpPr>
            <p:cNvPr id="1203" name="Rectangle 60">
              <a:extLst>
                <a:ext uri="{FF2B5EF4-FFF2-40B4-BE49-F238E27FC236}">
                  <a16:creationId xmlns:a16="http://schemas.microsoft.com/office/drawing/2014/main" id="{A4BF7DCE-872E-34FC-201B-1AE8FBE2B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04" name="Group 719">
              <a:extLst>
                <a:ext uri="{FF2B5EF4-FFF2-40B4-BE49-F238E27FC236}">
                  <a16:creationId xmlns:a16="http://schemas.microsoft.com/office/drawing/2014/main" id="{1008B1F1-7F84-DB7D-B588-EC19F2145D39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06" name="Straight Connector 1205">
                <a:extLst>
                  <a:ext uri="{FF2B5EF4-FFF2-40B4-BE49-F238E27FC236}">
                    <a16:creationId xmlns:a16="http://schemas.microsoft.com/office/drawing/2014/main" id="{A65E90F4-C4FB-2B73-3BE2-51329BA8F66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7" name="Straight Connector 1206">
                <a:extLst>
                  <a:ext uri="{FF2B5EF4-FFF2-40B4-BE49-F238E27FC236}">
                    <a16:creationId xmlns:a16="http://schemas.microsoft.com/office/drawing/2014/main" id="{6B10B884-4F02-8321-D7BD-A782EF7AFC5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8" name="Straight Connector 1207">
                <a:extLst>
                  <a:ext uri="{FF2B5EF4-FFF2-40B4-BE49-F238E27FC236}">
                    <a16:creationId xmlns:a16="http://schemas.microsoft.com/office/drawing/2014/main" id="{7D405432-9891-3D82-F3C0-BB164AF7ADC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9" name="Straight Connector 1208">
                <a:extLst>
                  <a:ext uri="{FF2B5EF4-FFF2-40B4-BE49-F238E27FC236}">
                    <a16:creationId xmlns:a16="http://schemas.microsoft.com/office/drawing/2014/main" id="{5A2CFD9C-B5EA-B16E-FC67-42FECF77FD9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05" name="Trapezoid 640">
              <a:extLst>
                <a:ext uri="{FF2B5EF4-FFF2-40B4-BE49-F238E27FC236}">
                  <a16:creationId xmlns:a16="http://schemas.microsoft.com/office/drawing/2014/main" id="{BFA7CCC5-6025-14B4-2B8F-1E8BF3717AE3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10" name="Rectangle 135">
            <a:extLst>
              <a:ext uri="{FF2B5EF4-FFF2-40B4-BE49-F238E27FC236}">
                <a16:creationId xmlns:a16="http://schemas.microsoft.com/office/drawing/2014/main" id="{C62489C9-0AAF-6FF5-D987-9BAD105D48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281" y="2477043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211" name="Rectangle 135">
            <a:extLst>
              <a:ext uri="{FF2B5EF4-FFF2-40B4-BE49-F238E27FC236}">
                <a16:creationId xmlns:a16="http://schemas.microsoft.com/office/drawing/2014/main" id="{E1751499-6FD1-A881-0998-BF1F58B3A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578" y="2804029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212" name="Group 1211">
            <a:extLst>
              <a:ext uri="{FF2B5EF4-FFF2-40B4-BE49-F238E27FC236}">
                <a16:creationId xmlns:a16="http://schemas.microsoft.com/office/drawing/2014/main" id="{4D114730-26FF-AB09-C466-CA97124873BC}"/>
              </a:ext>
            </a:extLst>
          </p:cNvPr>
          <p:cNvGrpSpPr>
            <a:grpSpLocks noChangeAspect="1"/>
          </p:cNvGrpSpPr>
          <p:nvPr/>
        </p:nvGrpSpPr>
        <p:grpSpPr>
          <a:xfrm>
            <a:off x="9999077" y="2767159"/>
            <a:ext cx="273517" cy="173113"/>
            <a:chOff x="980945" y="1888766"/>
            <a:chExt cx="271916" cy="172099"/>
          </a:xfrm>
        </p:grpSpPr>
        <p:grpSp>
          <p:nvGrpSpPr>
            <p:cNvPr id="1213" name="Group 898">
              <a:extLst>
                <a:ext uri="{FF2B5EF4-FFF2-40B4-BE49-F238E27FC236}">
                  <a16:creationId xmlns:a16="http://schemas.microsoft.com/office/drawing/2014/main" id="{BDEDB3A7-741A-84CB-3811-B48C8D0DFA77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215" name="Rectangle 88">
                <a:extLst>
                  <a:ext uri="{FF2B5EF4-FFF2-40B4-BE49-F238E27FC236}">
                    <a16:creationId xmlns:a16="http://schemas.microsoft.com/office/drawing/2014/main" id="{F243E79F-780D-C321-A4AB-982290D779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6" name="Isosceles Triangle 1215">
                <a:extLst>
                  <a:ext uri="{FF2B5EF4-FFF2-40B4-BE49-F238E27FC236}">
                    <a16:creationId xmlns:a16="http://schemas.microsoft.com/office/drawing/2014/main" id="{A4785E9B-4874-0F76-4B0F-B266ADC7639C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7" name="Oval 341">
                <a:extLst>
                  <a:ext uri="{FF2B5EF4-FFF2-40B4-BE49-F238E27FC236}">
                    <a16:creationId xmlns:a16="http://schemas.microsoft.com/office/drawing/2014/main" id="{2FE2E1F4-3D0F-E999-49E4-C3F2F2D830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214" name="Trapezoid 655">
              <a:extLst>
                <a:ext uri="{FF2B5EF4-FFF2-40B4-BE49-F238E27FC236}">
                  <a16:creationId xmlns:a16="http://schemas.microsoft.com/office/drawing/2014/main" id="{8898A1E4-C23A-3646-878A-B9363E96E29C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18" name="Group 1217">
            <a:extLst>
              <a:ext uri="{FF2B5EF4-FFF2-40B4-BE49-F238E27FC236}">
                <a16:creationId xmlns:a16="http://schemas.microsoft.com/office/drawing/2014/main" id="{229BB892-714E-AB82-E1A2-11A3400884AB}"/>
              </a:ext>
            </a:extLst>
          </p:cNvPr>
          <p:cNvGrpSpPr/>
          <p:nvPr/>
        </p:nvGrpSpPr>
        <p:grpSpPr>
          <a:xfrm>
            <a:off x="9995358" y="2452703"/>
            <a:ext cx="280226" cy="161260"/>
            <a:chOff x="1539943" y="2795561"/>
            <a:chExt cx="367732" cy="211616"/>
          </a:xfrm>
        </p:grpSpPr>
        <p:sp>
          <p:nvSpPr>
            <p:cNvPr id="1219" name="Rectangle 60">
              <a:extLst>
                <a:ext uri="{FF2B5EF4-FFF2-40B4-BE49-F238E27FC236}">
                  <a16:creationId xmlns:a16="http://schemas.microsoft.com/office/drawing/2014/main" id="{532CAD51-1DA2-C41A-A140-7629C3FA18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20" name="Group 719">
              <a:extLst>
                <a:ext uri="{FF2B5EF4-FFF2-40B4-BE49-F238E27FC236}">
                  <a16:creationId xmlns:a16="http://schemas.microsoft.com/office/drawing/2014/main" id="{9518206C-7A09-2AEA-0F9D-DB92BDE79B42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22" name="Straight Connector 1221">
                <a:extLst>
                  <a:ext uri="{FF2B5EF4-FFF2-40B4-BE49-F238E27FC236}">
                    <a16:creationId xmlns:a16="http://schemas.microsoft.com/office/drawing/2014/main" id="{0221B137-2EB4-BF7E-6733-ACF2E3EB21C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3" name="Straight Connector 1222">
                <a:extLst>
                  <a:ext uri="{FF2B5EF4-FFF2-40B4-BE49-F238E27FC236}">
                    <a16:creationId xmlns:a16="http://schemas.microsoft.com/office/drawing/2014/main" id="{8D7478AF-5E29-F5DE-A58B-5D7A2A77F3E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4" name="Straight Connector 1223">
                <a:extLst>
                  <a:ext uri="{FF2B5EF4-FFF2-40B4-BE49-F238E27FC236}">
                    <a16:creationId xmlns:a16="http://schemas.microsoft.com/office/drawing/2014/main" id="{0264F1A8-1460-0B77-AC6D-628C4A01568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5" name="Straight Connector 1224">
                <a:extLst>
                  <a:ext uri="{FF2B5EF4-FFF2-40B4-BE49-F238E27FC236}">
                    <a16:creationId xmlns:a16="http://schemas.microsoft.com/office/drawing/2014/main" id="{ECDBE844-DCB8-4FF2-EB10-D12FA21B946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21" name="Trapezoid 666">
              <a:extLst>
                <a:ext uri="{FF2B5EF4-FFF2-40B4-BE49-F238E27FC236}">
                  <a16:creationId xmlns:a16="http://schemas.microsoft.com/office/drawing/2014/main" id="{C7411826-0F57-91D3-7B69-E836CA20178C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26" name="Group 1225">
            <a:extLst>
              <a:ext uri="{FF2B5EF4-FFF2-40B4-BE49-F238E27FC236}">
                <a16:creationId xmlns:a16="http://schemas.microsoft.com/office/drawing/2014/main" id="{B7689302-2204-D9D2-0B25-CA083EC04FEB}"/>
              </a:ext>
            </a:extLst>
          </p:cNvPr>
          <p:cNvGrpSpPr>
            <a:grpSpLocks noChangeAspect="1"/>
          </p:cNvGrpSpPr>
          <p:nvPr/>
        </p:nvGrpSpPr>
        <p:grpSpPr>
          <a:xfrm>
            <a:off x="2997672" y="6085601"/>
            <a:ext cx="303785" cy="71625"/>
            <a:chOff x="3526822" y="4206320"/>
            <a:chExt cx="567386" cy="133776"/>
          </a:xfrm>
        </p:grpSpPr>
        <p:sp>
          <p:nvSpPr>
            <p:cNvPr id="1227" name="Rectangle 25">
              <a:extLst>
                <a:ext uri="{FF2B5EF4-FFF2-40B4-BE49-F238E27FC236}">
                  <a16:creationId xmlns:a16="http://schemas.microsoft.com/office/drawing/2014/main" id="{841D9CAB-C797-7168-96B5-7829F76B9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6822" y="4206320"/>
              <a:ext cx="567386" cy="133776"/>
            </a:xfrm>
            <a:prstGeom prst="rect">
              <a:avLst/>
            </a:prstGeom>
            <a:solidFill>
              <a:srgbClr val="FFAF00">
                <a:lumMod val="75000"/>
              </a:srgbClr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69681" tIns="34840" rIns="69681" bIns="34840" numCol="1" anchor="ctr" anchorCtr="0" compatLnSpc="1">
              <a:prstTxWarp prst="textNoShape">
                <a:avLst/>
              </a:prstTxWarp>
            </a:bodyPr>
            <a:lstStyle/>
            <a:p>
              <a:pPr algn="ctr" defTabSz="464492">
                <a:defRPr/>
              </a:pPr>
              <a:endParaRPr lang="en-US" sz="813" kern="0">
                <a:solidFill>
                  <a:srgbClr val="4B4B4B">
                    <a:lumMod val="50000"/>
                  </a:srgbClr>
                </a:solidFill>
                <a:latin typeface="Calibri"/>
              </a:endParaRPr>
            </a:p>
          </p:txBody>
        </p:sp>
        <p:sp>
          <p:nvSpPr>
            <p:cNvPr id="1228" name="Rectangle 29">
              <a:extLst>
                <a:ext uri="{FF2B5EF4-FFF2-40B4-BE49-F238E27FC236}">
                  <a16:creationId xmlns:a16="http://schemas.microsoft.com/office/drawing/2014/main" id="{2789EB35-C53F-84A0-AFD9-29E3737D7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7763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  <p:sp>
          <p:nvSpPr>
            <p:cNvPr id="1229" name="Rectangle 29">
              <a:extLst>
                <a:ext uri="{FF2B5EF4-FFF2-40B4-BE49-F238E27FC236}">
                  <a16:creationId xmlns:a16="http://schemas.microsoft.com/office/drawing/2014/main" id="{0C4179A9-3415-6949-B4CE-9A8F19D10E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769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</p:grpSp>
      <p:grpSp>
        <p:nvGrpSpPr>
          <p:cNvPr id="1230" name="Group 1229">
            <a:extLst>
              <a:ext uri="{FF2B5EF4-FFF2-40B4-BE49-F238E27FC236}">
                <a16:creationId xmlns:a16="http://schemas.microsoft.com/office/drawing/2014/main" id="{1F32F3E8-6C1C-5FE9-EC58-9818F9865E50}"/>
              </a:ext>
            </a:extLst>
          </p:cNvPr>
          <p:cNvGrpSpPr/>
          <p:nvPr/>
        </p:nvGrpSpPr>
        <p:grpSpPr>
          <a:xfrm>
            <a:off x="4706505" y="6106196"/>
            <a:ext cx="1029166" cy="71625"/>
            <a:chOff x="3595799" y="4960156"/>
            <a:chExt cx="1012906" cy="70493"/>
          </a:xfrm>
        </p:grpSpPr>
        <p:cxnSp>
          <p:nvCxnSpPr>
            <p:cNvPr id="1231" name="Straight Arrow Connector 1230">
              <a:extLst>
                <a:ext uri="{FF2B5EF4-FFF2-40B4-BE49-F238E27FC236}">
                  <a16:creationId xmlns:a16="http://schemas.microsoft.com/office/drawing/2014/main" id="{382D2B8D-4596-2210-F463-19067A51923A}"/>
                </a:ext>
              </a:extLst>
            </p:cNvPr>
            <p:cNvCxnSpPr>
              <a:cxnSpLocks/>
              <a:stCxn id="288" idx="1"/>
              <a:endCxn id="1235" idx="3"/>
            </p:cNvCxnSpPr>
            <p:nvPr/>
          </p:nvCxnSpPr>
          <p:spPr>
            <a:xfrm flipH="1">
              <a:off x="4152522" y="4969811"/>
              <a:ext cx="456183" cy="2480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2" name="Straight Arrow Connector 1231">
              <a:extLst>
                <a:ext uri="{FF2B5EF4-FFF2-40B4-BE49-F238E27FC236}">
                  <a16:creationId xmlns:a16="http://schemas.microsoft.com/office/drawing/2014/main" id="{CF1FCB36-0388-8ABE-73C2-3202A1513DB2}"/>
                </a:ext>
              </a:extLst>
            </p:cNvPr>
            <p:cNvCxnSpPr>
              <a:cxnSpLocks/>
              <a:stCxn id="1236" idx="1"/>
              <a:endCxn id="236" idx="3"/>
            </p:cNvCxnSpPr>
            <p:nvPr/>
          </p:nvCxnSpPr>
          <p:spPr>
            <a:xfrm flipH="1" flipV="1">
              <a:off x="3595799" y="4973354"/>
              <a:ext cx="289632" cy="21266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33" name="Group 1232">
              <a:extLst>
                <a:ext uri="{FF2B5EF4-FFF2-40B4-BE49-F238E27FC236}">
                  <a16:creationId xmlns:a16="http://schemas.microsoft.com/office/drawing/2014/main" id="{AF5914BC-DD4C-E860-E2F7-8E1D14FCBC6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34" name="Rectangle 25">
                <a:extLst>
                  <a:ext uri="{FF2B5EF4-FFF2-40B4-BE49-F238E27FC236}">
                    <a16:creationId xmlns:a16="http://schemas.microsoft.com/office/drawing/2014/main" id="{D6AFFD49-6BB7-A4BF-D829-29BAC6FE2F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35" name="Rectangle 29">
                <a:extLst>
                  <a:ext uri="{FF2B5EF4-FFF2-40B4-BE49-F238E27FC236}">
                    <a16:creationId xmlns:a16="http://schemas.microsoft.com/office/drawing/2014/main" id="{5E7A7907-301A-93C2-5413-B49F3AD112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36" name="Rectangle 29">
                <a:extLst>
                  <a:ext uri="{FF2B5EF4-FFF2-40B4-BE49-F238E27FC236}">
                    <a16:creationId xmlns:a16="http://schemas.microsoft.com/office/drawing/2014/main" id="{0F094276-85DC-5527-531A-09594AA128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37" name="Group 1236">
            <a:extLst>
              <a:ext uri="{FF2B5EF4-FFF2-40B4-BE49-F238E27FC236}">
                <a16:creationId xmlns:a16="http://schemas.microsoft.com/office/drawing/2014/main" id="{B3660AAB-9A70-3248-4CBF-894E9C08CF1D}"/>
              </a:ext>
            </a:extLst>
          </p:cNvPr>
          <p:cNvGrpSpPr/>
          <p:nvPr/>
        </p:nvGrpSpPr>
        <p:grpSpPr>
          <a:xfrm>
            <a:off x="6580618" y="6095623"/>
            <a:ext cx="1049124" cy="71625"/>
            <a:chOff x="3490493" y="4960156"/>
            <a:chExt cx="1032550" cy="70493"/>
          </a:xfrm>
        </p:grpSpPr>
        <p:cxnSp>
          <p:nvCxnSpPr>
            <p:cNvPr id="1238" name="Straight Arrow Connector 1237">
              <a:extLst>
                <a:ext uri="{FF2B5EF4-FFF2-40B4-BE49-F238E27FC236}">
                  <a16:creationId xmlns:a16="http://schemas.microsoft.com/office/drawing/2014/main" id="{C760FCB7-213F-6611-7F30-E5BD11B1E64A}"/>
                </a:ext>
              </a:extLst>
            </p:cNvPr>
            <p:cNvCxnSpPr>
              <a:cxnSpLocks/>
              <a:stCxn id="349" idx="3"/>
              <a:endCxn id="1242" idx="3"/>
            </p:cNvCxnSpPr>
            <p:nvPr/>
          </p:nvCxnSpPr>
          <p:spPr>
            <a:xfrm flipH="1">
              <a:off x="4152522" y="4986541"/>
              <a:ext cx="370521" cy="807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9" name="Straight Arrow Connector 1238">
              <a:extLst>
                <a:ext uri="{FF2B5EF4-FFF2-40B4-BE49-F238E27FC236}">
                  <a16:creationId xmlns:a16="http://schemas.microsoft.com/office/drawing/2014/main" id="{308F5051-7D51-3B05-851E-B5BBB5FB11CA}"/>
                </a:ext>
              </a:extLst>
            </p:cNvPr>
            <p:cNvCxnSpPr>
              <a:cxnSpLocks/>
              <a:stCxn id="1243" idx="1"/>
              <a:endCxn id="327" idx="3"/>
            </p:cNvCxnSpPr>
            <p:nvPr/>
          </p:nvCxnSpPr>
          <p:spPr>
            <a:xfrm flipH="1" flipV="1">
              <a:off x="3490493" y="4980219"/>
              <a:ext cx="394937" cy="14401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0" name="Group 1239">
              <a:extLst>
                <a:ext uri="{FF2B5EF4-FFF2-40B4-BE49-F238E27FC236}">
                  <a16:creationId xmlns:a16="http://schemas.microsoft.com/office/drawing/2014/main" id="{8D6CEFD5-77B2-44C0-EF95-A239E2E41FF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1" name="Rectangle 25">
                <a:extLst>
                  <a:ext uri="{FF2B5EF4-FFF2-40B4-BE49-F238E27FC236}">
                    <a16:creationId xmlns:a16="http://schemas.microsoft.com/office/drawing/2014/main" id="{2DD281FA-57A0-4818-DC3C-21243C8755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2" name="Rectangle 29">
                <a:extLst>
                  <a:ext uri="{FF2B5EF4-FFF2-40B4-BE49-F238E27FC236}">
                    <a16:creationId xmlns:a16="http://schemas.microsoft.com/office/drawing/2014/main" id="{3F1A80AE-A594-BDBE-8BD8-40CB6B8476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43" name="Rectangle 29">
                <a:extLst>
                  <a:ext uri="{FF2B5EF4-FFF2-40B4-BE49-F238E27FC236}">
                    <a16:creationId xmlns:a16="http://schemas.microsoft.com/office/drawing/2014/main" id="{56E07E12-2832-8E6E-C23E-2F7538809C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44" name="Group 1243">
            <a:extLst>
              <a:ext uri="{FF2B5EF4-FFF2-40B4-BE49-F238E27FC236}">
                <a16:creationId xmlns:a16="http://schemas.microsoft.com/office/drawing/2014/main" id="{FD534796-B629-0292-0085-9B0BA5839BAF}"/>
              </a:ext>
            </a:extLst>
          </p:cNvPr>
          <p:cNvGrpSpPr/>
          <p:nvPr/>
        </p:nvGrpSpPr>
        <p:grpSpPr>
          <a:xfrm>
            <a:off x="8425121" y="6109337"/>
            <a:ext cx="1594744" cy="71625"/>
            <a:chOff x="3602868" y="4960156"/>
            <a:chExt cx="1569549" cy="70493"/>
          </a:xfrm>
        </p:grpSpPr>
        <p:cxnSp>
          <p:nvCxnSpPr>
            <p:cNvPr id="1245" name="Straight Arrow Connector 1244">
              <a:extLst>
                <a:ext uri="{FF2B5EF4-FFF2-40B4-BE49-F238E27FC236}">
                  <a16:creationId xmlns:a16="http://schemas.microsoft.com/office/drawing/2014/main" id="{F461D4E6-9CA9-5B61-E189-4C17C0A1C4B9}"/>
                </a:ext>
              </a:extLst>
            </p:cNvPr>
            <p:cNvCxnSpPr>
              <a:cxnSpLocks/>
              <a:stCxn id="927" idx="1"/>
              <a:endCxn id="1249" idx="3"/>
            </p:cNvCxnSpPr>
            <p:nvPr/>
          </p:nvCxnSpPr>
          <p:spPr>
            <a:xfrm flipH="1">
              <a:off x="4152522" y="4962044"/>
              <a:ext cx="1019895" cy="3257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46" name="Straight Arrow Connector 1245">
              <a:extLst>
                <a:ext uri="{FF2B5EF4-FFF2-40B4-BE49-F238E27FC236}">
                  <a16:creationId xmlns:a16="http://schemas.microsoft.com/office/drawing/2014/main" id="{FD63026B-F23A-23BD-3E18-F26B37ED70A0}"/>
                </a:ext>
              </a:extLst>
            </p:cNvPr>
            <p:cNvCxnSpPr>
              <a:cxnSpLocks/>
              <a:stCxn id="1250" idx="1"/>
              <a:endCxn id="359" idx="3"/>
            </p:cNvCxnSpPr>
            <p:nvPr/>
          </p:nvCxnSpPr>
          <p:spPr>
            <a:xfrm flipH="1" flipV="1">
              <a:off x="3602868" y="4967725"/>
              <a:ext cx="282563" cy="2689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7" name="Group 1246">
              <a:extLst>
                <a:ext uri="{FF2B5EF4-FFF2-40B4-BE49-F238E27FC236}">
                  <a16:creationId xmlns:a16="http://schemas.microsoft.com/office/drawing/2014/main" id="{4C5AA6FC-0EC6-C64C-89CF-376A45850C2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8" name="Rectangle 25">
                <a:extLst>
                  <a:ext uri="{FF2B5EF4-FFF2-40B4-BE49-F238E27FC236}">
                    <a16:creationId xmlns:a16="http://schemas.microsoft.com/office/drawing/2014/main" id="{10531FC6-A126-C89F-597D-80D36280DD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9" name="Rectangle 29">
                <a:extLst>
                  <a:ext uri="{FF2B5EF4-FFF2-40B4-BE49-F238E27FC236}">
                    <a16:creationId xmlns:a16="http://schemas.microsoft.com/office/drawing/2014/main" id="{9CD82098-9B56-D01B-2563-0801DC2F31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50" name="Rectangle 29">
                <a:extLst>
                  <a:ext uri="{FF2B5EF4-FFF2-40B4-BE49-F238E27FC236}">
                    <a16:creationId xmlns:a16="http://schemas.microsoft.com/office/drawing/2014/main" id="{61F47499-C96E-2C4A-C665-74688B640E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51" name="Group 254">
            <a:extLst>
              <a:ext uri="{FF2B5EF4-FFF2-40B4-BE49-F238E27FC236}">
                <a16:creationId xmlns:a16="http://schemas.microsoft.com/office/drawing/2014/main" id="{4EDBD6D9-1D12-AF6A-8767-568EDF8C070E}"/>
              </a:ext>
            </a:extLst>
          </p:cNvPr>
          <p:cNvGrpSpPr>
            <a:grpSpLocks noChangeAspect="1"/>
          </p:cNvGrpSpPr>
          <p:nvPr/>
        </p:nvGrpSpPr>
        <p:grpSpPr>
          <a:xfrm>
            <a:off x="4417264" y="3838625"/>
            <a:ext cx="280226" cy="161260"/>
            <a:chOff x="8421867" y="1904979"/>
            <a:chExt cx="347879" cy="255573"/>
          </a:xfrm>
        </p:grpSpPr>
        <p:sp>
          <p:nvSpPr>
            <p:cNvPr id="1252" name="Rectangle 60">
              <a:extLst>
                <a:ext uri="{FF2B5EF4-FFF2-40B4-BE49-F238E27FC236}">
                  <a16:creationId xmlns:a16="http://schemas.microsoft.com/office/drawing/2014/main" id="{0C845BC4-3BC7-2038-5C62-2DA930ABF3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53" name="Group 719">
              <a:extLst>
                <a:ext uri="{FF2B5EF4-FFF2-40B4-BE49-F238E27FC236}">
                  <a16:creationId xmlns:a16="http://schemas.microsoft.com/office/drawing/2014/main" id="{60253DB3-BD25-7C05-390F-49C915B7B6B9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55" name="Straight Connector 1254">
                <a:extLst>
                  <a:ext uri="{FF2B5EF4-FFF2-40B4-BE49-F238E27FC236}">
                    <a16:creationId xmlns:a16="http://schemas.microsoft.com/office/drawing/2014/main" id="{594A5444-3157-7C65-51B2-2AB15E56564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6" name="Straight Connector 1255">
                <a:extLst>
                  <a:ext uri="{FF2B5EF4-FFF2-40B4-BE49-F238E27FC236}">
                    <a16:creationId xmlns:a16="http://schemas.microsoft.com/office/drawing/2014/main" id="{D3951A58-1B5A-85B7-D3C7-1163A92C611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7" name="Straight Connector 1256">
                <a:extLst>
                  <a:ext uri="{FF2B5EF4-FFF2-40B4-BE49-F238E27FC236}">
                    <a16:creationId xmlns:a16="http://schemas.microsoft.com/office/drawing/2014/main" id="{A262BEA1-18BB-AAB6-D9AB-0577330BDDF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8" name="Straight Connector 1257">
                <a:extLst>
                  <a:ext uri="{FF2B5EF4-FFF2-40B4-BE49-F238E27FC236}">
                    <a16:creationId xmlns:a16="http://schemas.microsoft.com/office/drawing/2014/main" id="{A0C92A05-3E3E-5A80-E561-961A84EA400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54" name="Trapezoid 798">
              <a:extLst>
                <a:ext uri="{FF2B5EF4-FFF2-40B4-BE49-F238E27FC236}">
                  <a16:creationId xmlns:a16="http://schemas.microsoft.com/office/drawing/2014/main" id="{6C740CE5-3F5B-30F7-CF2B-4C05AFD76DD7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59" name="Rectangle 25">
            <a:extLst>
              <a:ext uri="{FF2B5EF4-FFF2-40B4-BE49-F238E27FC236}">
                <a16:creationId xmlns:a16="http://schemas.microsoft.com/office/drawing/2014/main" id="{3B80D558-791B-BE78-4DB4-5BE457C31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397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60" name="Straight Arrow Connector 1259">
            <a:extLst>
              <a:ext uri="{FF2B5EF4-FFF2-40B4-BE49-F238E27FC236}">
                <a16:creationId xmlns:a16="http://schemas.microsoft.com/office/drawing/2014/main" id="{0E7EB224-9E04-C27B-BBDF-206BDF4E329E}"/>
              </a:ext>
            </a:extLst>
          </p:cNvPr>
          <p:cNvCxnSpPr>
            <a:cxnSpLocks/>
            <a:stCxn id="1265" idx="1"/>
            <a:endCxn id="1263" idx="6"/>
          </p:cNvCxnSpPr>
          <p:nvPr/>
        </p:nvCxnSpPr>
        <p:spPr>
          <a:xfrm flipH="1" flipV="1">
            <a:off x="4359187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1" name="Rectangle 29">
            <a:extLst>
              <a:ext uri="{FF2B5EF4-FFF2-40B4-BE49-F238E27FC236}">
                <a16:creationId xmlns:a16="http://schemas.microsoft.com/office/drawing/2014/main" id="{FC9413EA-C860-6BCA-056C-24AED7EE4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638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62" name="Straight Arrow Connector 1261">
            <a:extLst>
              <a:ext uri="{FF2B5EF4-FFF2-40B4-BE49-F238E27FC236}">
                <a16:creationId xmlns:a16="http://schemas.microsoft.com/office/drawing/2014/main" id="{D291370C-0DD3-5D3C-1DE2-EA7648C59E83}"/>
              </a:ext>
            </a:extLst>
          </p:cNvPr>
          <p:cNvCxnSpPr>
            <a:cxnSpLocks/>
            <a:stCxn id="1261" idx="2"/>
            <a:endCxn id="991" idx="3"/>
          </p:cNvCxnSpPr>
          <p:nvPr/>
        </p:nvCxnSpPr>
        <p:spPr>
          <a:xfrm flipH="1">
            <a:off x="4128853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3" name="Rectangle 29">
            <a:extLst>
              <a:ext uri="{FF2B5EF4-FFF2-40B4-BE49-F238E27FC236}">
                <a16:creationId xmlns:a16="http://schemas.microsoft.com/office/drawing/2014/main" id="{3E7A4BEC-807C-9E5F-5EFD-427A0C07B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105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264" name="Group 1263">
            <a:extLst>
              <a:ext uri="{FF2B5EF4-FFF2-40B4-BE49-F238E27FC236}">
                <a16:creationId xmlns:a16="http://schemas.microsoft.com/office/drawing/2014/main" id="{82189779-3018-DC9A-7241-C43C6A7BF4E7}"/>
              </a:ext>
            </a:extLst>
          </p:cNvPr>
          <p:cNvGrpSpPr/>
          <p:nvPr/>
        </p:nvGrpSpPr>
        <p:grpSpPr>
          <a:xfrm>
            <a:off x="4417318" y="3501234"/>
            <a:ext cx="276281" cy="173735"/>
            <a:chOff x="3417117" y="2447654"/>
            <a:chExt cx="362556" cy="227987"/>
          </a:xfrm>
        </p:grpSpPr>
        <p:sp>
          <p:nvSpPr>
            <p:cNvPr id="1265" name="Rectangle 1264">
              <a:extLst>
                <a:ext uri="{FF2B5EF4-FFF2-40B4-BE49-F238E27FC236}">
                  <a16:creationId xmlns:a16="http://schemas.microsoft.com/office/drawing/2014/main" id="{914F953F-F2E2-E245-6C6E-EC51B8960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66" name="Oval 1265">
              <a:extLst>
                <a:ext uri="{FF2B5EF4-FFF2-40B4-BE49-F238E27FC236}">
                  <a16:creationId xmlns:a16="http://schemas.microsoft.com/office/drawing/2014/main" id="{35941239-0497-853C-460F-423D09A00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7" name="Trapezoid 849">
              <a:extLst>
                <a:ext uri="{FF2B5EF4-FFF2-40B4-BE49-F238E27FC236}">
                  <a16:creationId xmlns:a16="http://schemas.microsoft.com/office/drawing/2014/main" id="{3CFC272D-B4DD-D9AE-A514-FB8A536D75C9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68" name="Straight Arrow Connector 1267">
            <a:extLst>
              <a:ext uri="{FF2B5EF4-FFF2-40B4-BE49-F238E27FC236}">
                <a16:creationId xmlns:a16="http://schemas.microsoft.com/office/drawing/2014/main" id="{C92E9788-4E7D-D576-7897-523EF885113C}"/>
              </a:ext>
            </a:extLst>
          </p:cNvPr>
          <p:cNvCxnSpPr>
            <a:cxnSpLocks/>
            <a:stCxn id="1102" idx="3"/>
            <a:endCxn id="991" idx="0"/>
          </p:cNvCxnSpPr>
          <p:nvPr/>
        </p:nvCxnSpPr>
        <p:spPr>
          <a:xfrm flipH="1">
            <a:off x="3990712" y="3227932"/>
            <a:ext cx="1493606" cy="27172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69" name="Group 254">
            <a:extLst>
              <a:ext uri="{FF2B5EF4-FFF2-40B4-BE49-F238E27FC236}">
                <a16:creationId xmlns:a16="http://schemas.microsoft.com/office/drawing/2014/main" id="{E46193FF-B4E7-D4CD-F892-48B859BD61D3}"/>
              </a:ext>
            </a:extLst>
          </p:cNvPr>
          <p:cNvGrpSpPr>
            <a:grpSpLocks noChangeAspect="1"/>
          </p:cNvGrpSpPr>
          <p:nvPr/>
        </p:nvGrpSpPr>
        <p:grpSpPr>
          <a:xfrm>
            <a:off x="7575569" y="3850494"/>
            <a:ext cx="280226" cy="161260"/>
            <a:chOff x="8421867" y="1904979"/>
            <a:chExt cx="347879" cy="255573"/>
          </a:xfrm>
        </p:grpSpPr>
        <p:sp>
          <p:nvSpPr>
            <p:cNvPr id="1270" name="Rectangle 60">
              <a:extLst>
                <a:ext uri="{FF2B5EF4-FFF2-40B4-BE49-F238E27FC236}">
                  <a16:creationId xmlns:a16="http://schemas.microsoft.com/office/drawing/2014/main" id="{237603BE-A69F-89D6-376E-CF6FBB931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71" name="Group 719">
              <a:extLst>
                <a:ext uri="{FF2B5EF4-FFF2-40B4-BE49-F238E27FC236}">
                  <a16:creationId xmlns:a16="http://schemas.microsoft.com/office/drawing/2014/main" id="{4F1587C1-D9E0-984D-582A-CE8EAFE3F99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73" name="Straight Connector 1272">
                <a:extLst>
                  <a:ext uri="{FF2B5EF4-FFF2-40B4-BE49-F238E27FC236}">
                    <a16:creationId xmlns:a16="http://schemas.microsoft.com/office/drawing/2014/main" id="{FE6DE1A3-4625-9B60-D302-EA42482F4AE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4" name="Straight Connector 1273">
                <a:extLst>
                  <a:ext uri="{FF2B5EF4-FFF2-40B4-BE49-F238E27FC236}">
                    <a16:creationId xmlns:a16="http://schemas.microsoft.com/office/drawing/2014/main" id="{09A5D0CC-6D1E-7254-94E0-24F8B669DD0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5" name="Straight Connector 1274">
                <a:extLst>
                  <a:ext uri="{FF2B5EF4-FFF2-40B4-BE49-F238E27FC236}">
                    <a16:creationId xmlns:a16="http://schemas.microsoft.com/office/drawing/2014/main" id="{60A2A8E4-81A8-12E7-D65A-A07C333B5FE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6" name="Straight Connector 1275">
                <a:extLst>
                  <a:ext uri="{FF2B5EF4-FFF2-40B4-BE49-F238E27FC236}">
                    <a16:creationId xmlns:a16="http://schemas.microsoft.com/office/drawing/2014/main" id="{7A040E63-BF97-18B9-D82C-C7CD8C0F5D6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72" name="Trapezoid 853">
              <a:extLst>
                <a:ext uri="{FF2B5EF4-FFF2-40B4-BE49-F238E27FC236}">
                  <a16:creationId xmlns:a16="http://schemas.microsoft.com/office/drawing/2014/main" id="{0AC95DF8-F35E-4DDB-DE28-30E01D1CB03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77" name="Group 1276">
            <a:extLst>
              <a:ext uri="{FF2B5EF4-FFF2-40B4-BE49-F238E27FC236}">
                <a16:creationId xmlns:a16="http://schemas.microsoft.com/office/drawing/2014/main" id="{194B8F16-6D9F-2F7C-50BF-AB1F7AC7D0A4}"/>
              </a:ext>
            </a:extLst>
          </p:cNvPr>
          <p:cNvGrpSpPr/>
          <p:nvPr/>
        </p:nvGrpSpPr>
        <p:grpSpPr>
          <a:xfrm>
            <a:off x="7572492" y="3498108"/>
            <a:ext cx="276281" cy="173735"/>
            <a:chOff x="3417117" y="2447654"/>
            <a:chExt cx="362556" cy="227987"/>
          </a:xfrm>
        </p:grpSpPr>
        <p:sp>
          <p:nvSpPr>
            <p:cNvPr id="1278" name="Rectangle 1277">
              <a:extLst>
                <a:ext uri="{FF2B5EF4-FFF2-40B4-BE49-F238E27FC236}">
                  <a16:creationId xmlns:a16="http://schemas.microsoft.com/office/drawing/2014/main" id="{6F6FA6F5-8F54-66C8-F982-B3585B363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79" name="Oval 1278">
              <a:extLst>
                <a:ext uri="{FF2B5EF4-FFF2-40B4-BE49-F238E27FC236}">
                  <a16:creationId xmlns:a16="http://schemas.microsoft.com/office/drawing/2014/main" id="{382065BF-CE96-15E8-4B46-C8B75B489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80" name="Trapezoid 861">
              <a:extLst>
                <a:ext uri="{FF2B5EF4-FFF2-40B4-BE49-F238E27FC236}">
                  <a16:creationId xmlns:a16="http://schemas.microsoft.com/office/drawing/2014/main" id="{399027EB-4FB2-39ED-A510-69F207072B54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81" name="Rectangle 25">
            <a:extLst>
              <a:ext uri="{FF2B5EF4-FFF2-40B4-BE49-F238E27FC236}">
                <a16:creationId xmlns:a16="http://schemas.microsoft.com/office/drawing/2014/main" id="{25C2FF57-186F-A572-F213-D6D17C242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6526" y="3538880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82" name="Straight Arrow Connector 1281">
            <a:extLst>
              <a:ext uri="{FF2B5EF4-FFF2-40B4-BE49-F238E27FC236}">
                <a16:creationId xmlns:a16="http://schemas.microsoft.com/office/drawing/2014/main" id="{D3FE43DC-E3B8-57A4-3869-5D5AC2E0876E}"/>
              </a:ext>
            </a:extLst>
          </p:cNvPr>
          <p:cNvCxnSpPr>
            <a:cxnSpLocks/>
            <a:stCxn id="1018" idx="1"/>
            <a:endCxn id="1285" idx="6"/>
          </p:cNvCxnSpPr>
          <p:nvPr/>
        </p:nvCxnSpPr>
        <p:spPr>
          <a:xfrm flipH="1">
            <a:off x="8091744" y="3581673"/>
            <a:ext cx="61570" cy="434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3" name="Rectangle 29">
            <a:extLst>
              <a:ext uri="{FF2B5EF4-FFF2-40B4-BE49-F238E27FC236}">
                <a16:creationId xmlns:a16="http://schemas.microsoft.com/office/drawing/2014/main" id="{0D3FC3EE-DD45-B9ED-A374-844DD4667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8939" y="355479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4" name="Straight Arrow Connector 1283">
            <a:extLst>
              <a:ext uri="{FF2B5EF4-FFF2-40B4-BE49-F238E27FC236}">
                <a16:creationId xmlns:a16="http://schemas.microsoft.com/office/drawing/2014/main" id="{0AA79DED-A53D-1181-FA07-94EAEE3EB1E1}"/>
              </a:ext>
            </a:extLst>
          </p:cNvPr>
          <p:cNvCxnSpPr>
            <a:cxnSpLocks/>
            <a:stCxn id="1283" idx="2"/>
            <a:endCxn id="1278" idx="3"/>
          </p:cNvCxnSpPr>
          <p:nvPr/>
        </p:nvCxnSpPr>
        <p:spPr>
          <a:xfrm flipH="1">
            <a:off x="7848773" y="3584507"/>
            <a:ext cx="50166" cy="46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5" name="Rectangle 29">
            <a:extLst>
              <a:ext uri="{FF2B5EF4-FFF2-40B4-BE49-F238E27FC236}">
                <a16:creationId xmlns:a16="http://schemas.microsoft.com/office/drawing/2014/main" id="{2BDBCDC4-BE9A-F2A7-B9EF-C07709AEB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6662" y="35563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6" name="Straight Arrow Connector 1285">
            <a:extLst>
              <a:ext uri="{FF2B5EF4-FFF2-40B4-BE49-F238E27FC236}">
                <a16:creationId xmlns:a16="http://schemas.microsoft.com/office/drawing/2014/main" id="{376F9457-C99E-E038-7EDB-7B0A343722A6}"/>
              </a:ext>
            </a:extLst>
          </p:cNvPr>
          <p:cNvCxnSpPr>
            <a:cxnSpLocks/>
            <a:stCxn id="1018" idx="0"/>
            <a:endCxn id="1104" idx="5"/>
          </p:cNvCxnSpPr>
          <p:nvPr/>
        </p:nvCxnSpPr>
        <p:spPr>
          <a:xfrm flipH="1" flipV="1">
            <a:off x="6756438" y="3227933"/>
            <a:ext cx="1535016" cy="26687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87" name="Group 1286">
            <a:extLst>
              <a:ext uri="{FF2B5EF4-FFF2-40B4-BE49-F238E27FC236}">
                <a16:creationId xmlns:a16="http://schemas.microsoft.com/office/drawing/2014/main" id="{6F9351B0-8992-9682-B752-3B3AE0540CBB}"/>
              </a:ext>
            </a:extLst>
          </p:cNvPr>
          <p:cNvGrpSpPr/>
          <p:nvPr/>
        </p:nvGrpSpPr>
        <p:grpSpPr>
          <a:xfrm>
            <a:off x="5730192" y="3499658"/>
            <a:ext cx="276281" cy="173735"/>
            <a:chOff x="3417117" y="2447654"/>
            <a:chExt cx="362556" cy="227987"/>
          </a:xfrm>
        </p:grpSpPr>
        <p:sp>
          <p:nvSpPr>
            <p:cNvPr id="1288" name="Rectangle 1287">
              <a:extLst>
                <a:ext uri="{FF2B5EF4-FFF2-40B4-BE49-F238E27FC236}">
                  <a16:creationId xmlns:a16="http://schemas.microsoft.com/office/drawing/2014/main" id="{CCF41726-4313-D0F0-1F6F-E8EB73D3D8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89" name="Oval 1288">
              <a:extLst>
                <a:ext uri="{FF2B5EF4-FFF2-40B4-BE49-F238E27FC236}">
                  <a16:creationId xmlns:a16="http://schemas.microsoft.com/office/drawing/2014/main" id="{3C0AAFDC-E06B-7CB9-6000-DA1ED8EEC9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0" name="Trapezoid 613">
              <a:extLst>
                <a:ext uri="{FF2B5EF4-FFF2-40B4-BE49-F238E27FC236}">
                  <a16:creationId xmlns:a16="http://schemas.microsoft.com/office/drawing/2014/main" id="{6F2B54AD-B8D0-1BCA-C8E2-3E01E5141B62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91" name="Straight Arrow Connector 1290">
            <a:extLst>
              <a:ext uri="{FF2B5EF4-FFF2-40B4-BE49-F238E27FC236}">
                <a16:creationId xmlns:a16="http://schemas.microsoft.com/office/drawing/2014/main" id="{F585E01F-D9AC-0562-795A-E59356AC46AF}"/>
              </a:ext>
            </a:extLst>
          </p:cNvPr>
          <p:cNvCxnSpPr>
            <a:cxnSpLocks/>
            <a:endCxn id="1288" idx="3"/>
          </p:cNvCxnSpPr>
          <p:nvPr/>
        </p:nvCxnSpPr>
        <p:spPr>
          <a:xfrm flipH="1" flipV="1">
            <a:off x="600647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1292" name="Group 254">
            <a:extLst>
              <a:ext uri="{FF2B5EF4-FFF2-40B4-BE49-F238E27FC236}">
                <a16:creationId xmlns:a16="http://schemas.microsoft.com/office/drawing/2014/main" id="{4CE2FD0A-FF38-D916-F81D-3800A1AED9D9}"/>
              </a:ext>
            </a:extLst>
          </p:cNvPr>
          <p:cNvGrpSpPr>
            <a:grpSpLocks noChangeAspect="1"/>
          </p:cNvGrpSpPr>
          <p:nvPr/>
        </p:nvGrpSpPr>
        <p:grpSpPr>
          <a:xfrm>
            <a:off x="5726877" y="3867267"/>
            <a:ext cx="280226" cy="161260"/>
            <a:chOff x="8421867" y="1904979"/>
            <a:chExt cx="347879" cy="255573"/>
          </a:xfrm>
        </p:grpSpPr>
        <p:sp>
          <p:nvSpPr>
            <p:cNvPr id="1293" name="Rectangle 60">
              <a:extLst>
                <a:ext uri="{FF2B5EF4-FFF2-40B4-BE49-F238E27FC236}">
                  <a16:creationId xmlns:a16="http://schemas.microsoft.com/office/drawing/2014/main" id="{555AF56F-6A54-E651-688A-5CFAF5D46D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94" name="Group 719">
              <a:extLst>
                <a:ext uri="{FF2B5EF4-FFF2-40B4-BE49-F238E27FC236}">
                  <a16:creationId xmlns:a16="http://schemas.microsoft.com/office/drawing/2014/main" id="{F9706306-3569-1ED1-D1F3-F8BFD648BEB3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96" name="Straight Connector 1295">
                <a:extLst>
                  <a:ext uri="{FF2B5EF4-FFF2-40B4-BE49-F238E27FC236}">
                    <a16:creationId xmlns:a16="http://schemas.microsoft.com/office/drawing/2014/main" id="{C46C7B1B-80A1-B022-B85A-2547A975328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7" name="Straight Connector 1296">
                <a:extLst>
                  <a:ext uri="{FF2B5EF4-FFF2-40B4-BE49-F238E27FC236}">
                    <a16:creationId xmlns:a16="http://schemas.microsoft.com/office/drawing/2014/main" id="{37909252-990C-73D4-F51B-09C9D4F09EE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8" name="Straight Connector 1297">
                <a:extLst>
                  <a:ext uri="{FF2B5EF4-FFF2-40B4-BE49-F238E27FC236}">
                    <a16:creationId xmlns:a16="http://schemas.microsoft.com/office/drawing/2014/main" id="{AB89D41A-D661-21A2-B3E7-B4ADA96E419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9" name="Straight Connector 1298">
                <a:extLst>
                  <a:ext uri="{FF2B5EF4-FFF2-40B4-BE49-F238E27FC236}">
                    <a16:creationId xmlns:a16="http://schemas.microsoft.com/office/drawing/2014/main" id="{1AC87A2A-FB32-6A01-8B2E-AFFA23348A9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95" name="Trapezoid 136">
              <a:extLst>
                <a:ext uri="{FF2B5EF4-FFF2-40B4-BE49-F238E27FC236}">
                  <a16:creationId xmlns:a16="http://schemas.microsoft.com/office/drawing/2014/main" id="{C0459C2F-9C3C-A107-F19A-D379B14336AD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01" name="Group 254">
            <a:extLst>
              <a:ext uri="{FF2B5EF4-FFF2-40B4-BE49-F238E27FC236}">
                <a16:creationId xmlns:a16="http://schemas.microsoft.com/office/drawing/2014/main" id="{0B7C5220-0126-43D1-47CD-5439102C5209}"/>
              </a:ext>
            </a:extLst>
          </p:cNvPr>
          <p:cNvGrpSpPr>
            <a:grpSpLocks noChangeAspect="1"/>
          </p:cNvGrpSpPr>
          <p:nvPr/>
        </p:nvGrpSpPr>
        <p:grpSpPr>
          <a:xfrm>
            <a:off x="6294884" y="3838625"/>
            <a:ext cx="280226" cy="161260"/>
            <a:chOff x="8421867" y="1904979"/>
            <a:chExt cx="347879" cy="255573"/>
          </a:xfrm>
        </p:grpSpPr>
        <p:sp>
          <p:nvSpPr>
            <p:cNvPr id="1302" name="Rectangle 60">
              <a:extLst>
                <a:ext uri="{FF2B5EF4-FFF2-40B4-BE49-F238E27FC236}">
                  <a16:creationId xmlns:a16="http://schemas.microsoft.com/office/drawing/2014/main" id="{0FD17D95-53A5-48E4-1AB6-9530C8B0A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03" name="Group 719">
              <a:extLst>
                <a:ext uri="{FF2B5EF4-FFF2-40B4-BE49-F238E27FC236}">
                  <a16:creationId xmlns:a16="http://schemas.microsoft.com/office/drawing/2014/main" id="{CF0384D9-8689-AEA5-5AD3-4522FE69106B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05" name="Straight Connector 1304">
                <a:extLst>
                  <a:ext uri="{FF2B5EF4-FFF2-40B4-BE49-F238E27FC236}">
                    <a16:creationId xmlns:a16="http://schemas.microsoft.com/office/drawing/2014/main" id="{59DB6262-907E-10C2-DB26-00B745682C7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6" name="Straight Connector 1305">
                <a:extLst>
                  <a:ext uri="{FF2B5EF4-FFF2-40B4-BE49-F238E27FC236}">
                    <a16:creationId xmlns:a16="http://schemas.microsoft.com/office/drawing/2014/main" id="{068052FC-5B5F-B420-CCC1-31C70287025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7" name="Straight Connector 1306">
                <a:extLst>
                  <a:ext uri="{FF2B5EF4-FFF2-40B4-BE49-F238E27FC236}">
                    <a16:creationId xmlns:a16="http://schemas.microsoft.com/office/drawing/2014/main" id="{6DD37C31-CCDA-B70E-7CC6-557AF8A3D21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8" name="Straight Connector 1307">
                <a:extLst>
                  <a:ext uri="{FF2B5EF4-FFF2-40B4-BE49-F238E27FC236}">
                    <a16:creationId xmlns:a16="http://schemas.microsoft.com/office/drawing/2014/main" id="{C64237BF-8D6E-987F-02AC-5F206E1A663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04" name="Trapezoid 798">
              <a:extLst>
                <a:ext uri="{FF2B5EF4-FFF2-40B4-BE49-F238E27FC236}">
                  <a16:creationId xmlns:a16="http://schemas.microsoft.com/office/drawing/2014/main" id="{37F5AA1A-8FAC-8FA2-405E-FCEBF7530B0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09" name="Rectangle 1308">
            <a:extLst>
              <a:ext uri="{FF2B5EF4-FFF2-40B4-BE49-F238E27FC236}">
                <a16:creationId xmlns:a16="http://schemas.microsoft.com/office/drawing/2014/main" id="{3DBC08BC-7C25-939E-E45F-C738C263D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159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310" name="Straight Arrow Connector 1309">
            <a:extLst>
              <a:ext uri="{FF2B5EF4-FFF2-40B4-BE49-F238E27FC236}">
                <a16:creationId xmlns:a16="http://schemas.microsoft.com/office/drawing/2014/main" id="{EB21D950-F728-86D4-D088-352130A748F7}"/>
              </a:ext>
            </a:extLst>
          </p:cNvPr>
          <p:cNvCxnSpPr>
            <a:cxnSpLocks/>
            <a:stCxn id="1315" idx="1"/>
            <a:endCxn id="1313" idx="6"/>
          </p:cNvCxnSpPr>
          <p:nvPr/>
        </p:nvCxnSpPr>
        <p:spPr>
          <a:xfrm flipH="1" flipV="1">
            <a:off x="6236808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1" name="Rectangle 29">
            <a:extLst>
              <a:ext uri="{FF2B5EF4-FFF2-40B4-BE49-F238E27FC236}">
                <a16:creationId xmlns:a16="http://schemas.microsoft.com/office/drawing/2014/main" id="{ECF5BE78-E082-C17A-D123-FB03C9400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400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312" name="Straight Arrow Connector 1311">
            <a:extLst>
              <a:ext uri="{FF2B5EF4-FFF2-40B4-BE49-F238E27FC236}">
                <a16:creationId xmlns:a16="http://schemas.microsoft.com/office/drawing/2014/main" id="{0CD3E003-D3FD-CAC3-A62E-1F19C0B43B56}"/>
              </a:ext>
            </a:extLst>
          </p:cNvPr>
          <p:cNvCxnSpPr>
            <a:cxnSpLocks/>
            <a:stCxn id="1311" idx="2"/>
            <a:endCxn id="1288" idx="3"/>
          </p:cNvCxnSpPr>
          <p:nvPr/>
        </p:nvCxnSpPr>
        <p:spPr>
          <a:xfrm flipH="1">
            <a:off x="6006474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3" name="Rectangle 29">
            <a:extLst>
              <a:ext uri="{FF2B5EF4-FFF2-40B4-BE49-F238E27FC236}">
                <a16:creationId xmlns:a16="http://schemas.microsoft.com/office/drawing/2014/main" id="{55FC11B3-1676-1499-F4E6-1D4D2AD87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1726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314" name="Group 1313">
            <a:extLst>
              <a:ext uri="{FF2B5EF4-FFF2-40B4-BE49-F238E27FC236}">
                <a16:creationId xmlns:a16="http://schemas.microsoft.com/office/drawing/2014/main" id="{FF90FF3D-10CA-CBE3-9727-F2E962835FA0}"/>
              </a:ext>
            </a:extLst>
          </p:cNvPr>
          <p:cNvGrpSpPr/>
          <p:nvPr/>
        </p:nvGrpSpPr>
        <p:grpSpPr>
          <a:xfrm>
            <a:off x="6294938" y="3501234"/>
            <a:ext cx="276281" cy="173735"/>
            <a:chOff x="3417117" y="2447654"/>
            <a:chExt cx="362556" cy="227987"/>
          </a:xfrm>
        </p:grpSpPr>
        <p:sp>
          <p:nvSpPr>
            <p:cNvPr id="1315" name="Rectangle 1314">
              <a:extLst>
                <a:ext uri="{FF2B5EF4-FFF2-40B4-BE49-F238E27FC236}">
                  <a16:creationId xmlns:a16="http://schemas.microsoft.com/office/drawing/2014/main" id="{4DB42830-609B-6EE3-C637-E0D2F896DA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316" name="Oval 1315">
              <a:extLst>
                <a:ext uri="{FF2B5EF4-FFF2-40B4-BE49-F238E27FC236}">
                  <a16:creationId xmlns:a16="http://schemas.microsoft.com/office/drawing/2014/main" id="{B2FBFD3E-EE2C-B5C3-BB09-6557F3EAEB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7" name="Trapezoid 849">
              <a:extLst>
                <a:ext uri="{FF2B5EF4-FFF2-40B4-BE49-F238E27FC236}">
                  <a16:creationId xmlns:a16="http://schemas.microsoft.com/office/drawing/2014/main" id="{F3D40D73-D5B1-EAE8-1C7A-EF7C34B1018C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30" name="Group 254">
            <a:extLst>
              <a:ext uri="{FF2B5EF4-FFF2-40B4-BE49-F238E27FC236}">
                <a16:creationId xmlns:a16="http://schemas.microsoft.com/office/drawing/2014/main" id="{50011846-908B-075F-4728-491934DE9BAE}"/>
              </a:ext>
            </a:extLst>
          </p:cNvPr>
          <p:cNvGrpSpPr>
            <a:grpSpLocks noChangeAspect="1"/>
          </p:cNvGrpSpPr>
          <p:nvPr/>
        </p:nvGrpSpPr>
        <p:grpSpPr>
          <a:xfrm>
            <a:off x="3849256" y="2422880"/>
            <a:ext cx="280226" cy="161260"/>
            <a:chOff x="8421867" y="1904979"/>
            <a:chExt cx="347879" cy="255573"/>
          </a:xfrm>
        </p:grpSpPr>
        <p:sp>
          <p:nvSpPr>
            <p:cNvPr id="1331" name="Rectangle 60">
              <a:extLst>
                <a:ext uri="{FF2B5EF4-FFF2-40B4-BE49-F238E27FC236}">
                  <a16:creationId xmlns:a16="http://schemas.microsoft.com/office/drawing/2014/main" id="{8A5D5BA5-8DCE-283D-1199-C6C414BA2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32" name="Group 719">
              <a:extLst>
                <a:ext uri="{FF2B5EF4-FFF2-40B4-BE49-F238E27FC236}">
                  <a16:creationId xmlns:a16="http://schemas.microsoft.com/office/drawing/2014/main" id="{FE99DA1C-0C83-BD47-EB52-270CEF485C04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34" name="Straight Connector 1333">
                <a:extLst>
                  <a:ext uri="{FF2B5EF4-FFF2-40B4-BE49-F238E27FC236}">
                    <a16:creationId xmlns:a16="http://schemas.microsoft.com/office/drawing/2014/main" id="{23B82FF4-620A-7BFE-82B9-9E0EB4250E5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35" name="Straight Connector 1334">
                <a:extLst>
                  <a:ext uri="{FF2B5EF4-FFF2-40B4-BE49-F238E27FC236}">
                    <a16:creationId xmlns:a16="http://schemas.microsoft.com/office/drawing/2014/main" id="{9131F366-5745-FD36-A19C-F758C0661DA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36" name="Straight Connector 1335">
                <a:extLst>
                  <a:ext uri="{FF2B5EF4-FFF2-40B4-BE49-F238E27FC236}">
                    <a16:creationId xmlns:a16="http://schemas.microsoft.com/office/drawing/2014/main" id="{9A5987F1-CFB2-99F4-F506-67B431E8D3A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37" name="Straight Connector 1336">
                <a:extLst>
                  <a:ext uri="{FF2B5EF4-FFF2-40B4-BE49-F238E27FC236}">
                    <a16:creationId xmlns:a16="http://schemas.microsoft.com/office/drawing/2014/main" id="{3E7D4029-FF71-28C8-A1F9-7E9AD64AE45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33" name="Trapezoid 136">
              <a:extLst>
                <a:ext uri="{FF2B5EF4-FFF2-40B4-BE49-F238E27FC236}">
                  <a16:creationId xmlns:a16="http://schemas.microsoft.com/office/drawing/2014/main" id="{373222BD-86E9-3F47-720B-22A8C9EBAE6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52" name="Rectangle 135">
            <a:extLst>
              <a:ext uri="{FF2B5EF4-FFF2-40B4-BE49-F238E27FC236}">
                <a16:creationId xmlns:a16="http://schemas.microsoft.com/office/drawing/2014/main" id="{D62C4BFA-4874-EE90-4D41-8877FE95D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131" y="45974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353" name="Rectangle 127">
            <a:extLst>
              <a:ext uri="{FF2B5EF4-FFF2-40B4-BE49-F238E27FC236}">
                <a16:creationId xmlns:a16="http://schemas.microsoft.com/office/drawing/2014/main" id="{8F18A391-FFE3-B6CF-0C1C-138E4EE21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2222" y="469981"/>
            <a:ext cx="3093175" cy="97606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69615" tIns="34806" rIns="69615" bIns="34806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464504" eaLnBrk="1" hangingPunct="1">
              <a:spcBef>
                <a:spcPct val="0"/>
              </a:spcBef>
              <a:buNone/>
              <a:defRPr/>
            </a:pPr>
            <a:endParaRPr lang="en-US" altLang="en-US" sz="686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356" name="Rectangle 135">
            <a:extLst>
              <a:ext uri="{FF2B5EF4-FFF2-40B4-BE49-F238E27FC236}">
                <a16:creationId xmlns:a16="http://schemas.microsoft.com/office/drawing/2014/main" id="{5ACA3950-C5B5-3969-E1B8-DE13039D0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6895" y="45974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CP connection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1357" name="Straight Arrow Connector 1356">
            <a:extLst>
              <a:ext uri="{FF2B5EF4-FFF2-40B4-BE49-F238E27FC236}">
                <a16:creationId xmlns:a16="http://schemas.microsoft.com/office/drawing/2014/main" id="{9283451C-14DD-9A07-8314-7331747973DC}"/>
              </a:ext>
            </a:extLst>
          </p:cNvPr>
          <p:cNvCxnSpPr>
            <a:cxnSpLocks/>
            <a:stCxn id="1351" idx="5"/>
            <a:endCxn id="1468" idx="0"/>
          </p:cNvCxnSpPr>
          <p:nvPr/>
        </p:nvCxnSpPr>
        <p:spPr>
          <a:xfrm>
            <a:off x="7660892" y="539794"/>
            <a:ext cx="812045" cy="412341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grpSp>
        <p:nvGrpSpPr>
          <p:cNvPr id="1359" name="Group 254">
            <a:extLst>
              <a:ext uri="{FF2B5EF4-FFF2-40B4-BE49-F238E27FC236}">
                <a16:creationId xmlns:a16="http://schemas.microsoft.com/office/drawing/2014/main" id="{DC170EE1-ABC3-46DC-4884-C2CCE5E19AC1}"/>
              </a:ext>
            </a:extLst>
          </p:cNvPr>
          <p:cNvGrpSpPr>
            <a:grpSpLocks noChangeAspect="1"/>
          </p:cNvGrpSpPr>
          <p:nvPr/>
        </p:nvGrpSpPr>
        <p:grpSpPr>
          <a:xfrm>
            <a:off x="8139314" y="2428964"/>
            <a:ext cx="280226" cy="161260"/>
            <a:chOff x="8421867" y="1904979"/>
            <a:chExt cx="347879" cy="255573"/>
          </a:xfrm>
        </p:grpSpPr>
        <p:sp>
          <p:nvSpPr>
            <p:cNvPr id="1360" name="Rectangle 60">
              <a:extLst>
                <a:ext uri="{FF2B5EF4-FFF2-40B4-BE49-F238E27FC236}">
                  <a16:creationId xmlns:a16="http://schemas.microsoft.com/office/drawing/2014/main" id="{85CBC61A-FA22-31DE-1842-276B2D11C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61" name="Group 719">
              <a:extLst>
                <a:ext uri="{FF2B5EF4-FFF2-40B4-BE49-F238E27FC236}">
                  <a16:creationId xmlns:a16="http://schemas.microsoft.com/office/drawing/2014/main" id="{BDF67985-4AB2-1E26-3875-D175411EBBD2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63" name="Straight Connector 1362">
                <a:extLst>
                  <a:ext uri="{FF2B5EF4-FFF2-40B4-BE49-F238E27FC236}">
                    <a16:creationId xmlns:a16="http://schemas.microsoft.com/office/drawing/2014/main" id="{E72BB3C3-75E9-2D04-3FE7-52C625C67DF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64" name="Straight Connector 1363">
                <a:extLst>
                  <a:ext uri="{FF2B5EF4-FFF2-40B4-BE49-F238E27FC236}">
                    <a16:creationId xmlns:a16="http://schemas.microsoft.com/office/drawing/2014/main" id="{C900E013-FDF6-4771-7877-8D74A39AD32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65" name="Straight Connector 1364">
                <a:extLst>
                  <a:ext uri="{FF2B5EF4-FFF2-40B4-BE49-F238E27FC236}">
                    <a16:creationId xmlns:a16="http://schemas.microsoft.com/office/drawing/2014/main" id="{BC0D5113-77BD-8576-78B2-9297436E261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66" name="Straight Connector 1365">
                <a:extLst>
                  <a:ext uri="{FF2B5EF4-FFF2-40B4-BE49-F238E27FC236}">
                    <a16:creationId xmlns:a16="http://schemas.microsoft.com/office/drawing/2014/main" id="{26411871-0132-6EED-F449-5A160BA49ED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62" name="Trapezoid 494">
              <a:extLst>
                <a:ext uri="{FF2B5EF4-FFF2-40B4-BE49-F238E27FC236}">
                  <a16:creationId xmlns:a16="http://schemas.microsoft.com/office/drawing/2014/main" id="{1F50C1C0-10B8-CE21-B0ED-C06DC2BD000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467" name="Group 1466">
            <a:extLst>
              <a:ext uri="{FF2B5EF4-FFF2-40B4-BE49-F238E27FC236}">
                <a16:creationId xmlns:a16="http://schemas.microsoft.com/office/drawing/2014/main" id="{FB96355F-1488-684E-ABF3-6E5CE869FB44}"/>
              </a:ext>
            </a:extLst>
          </p:cNvPr>
          <p:cNvGrpSpPr/>
          <p:nvPr/>
        </p:nvGrpSpPr>
        <p:grpSpPr>
          <a:xfrm>
            <a:off x="8334796" y="952135"/>
            <a:ext cx="276281" cy="173735"/>
            <a:chOff x="3417117" y="2447654"/>
            <a:chExt cx="362556" cy="227987"/>
          </a:xfrm>
        </p:grpSpPr>
        <p:sp>
          <p:nvSpPr>
            <p:cNvPr id="1468" name="Rectangle 1467">
              <a:extLst>
                <a:ext uri="{FF2B5EF4-FFF2-40B4-BE49-F238E27FC236}">
                  <a16:creationId xmlns:a16="http://schemas.microsoft.com/office/drawing/2014/main" id="{E9C36107-B2E2-B838-014E-EFDA7D460A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FF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469" name="Oval 1468">
              <a:extLst>
                <a:ext uri="{FF2B5EF4-FFF2-40B4-BE49-F238E27FC236}">
                  <a16:creationId xmlns:a16="http://schemas.microsoft.com/office/drawing/2014/main" id="{1E5C772B-19C1-7E17-44CD-D5D675A312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70" name="Trapezoid 613">
              <a:extLst>
                <a:ext uri="{FF2B5EF4-FFF2-40B4-BE49-F238E27FC236}">
                  <a16:creationId xmlns:a16="http://schemas.microsoft.com/office/drawing/2014/main" id="{A0F38013-D6A1-F182-699A-23B42517E395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476" name="Straight Connector 1475">
            <a:extLst>
              <a:ext uri="{FF2B5EF4-FFF2-40B4-BE49-F238E27FC236}">
                <a16:creationId xmlns:a16="http://schemas.microsoft.com/office/drawing/2014/main" id="{96196750-45DB-0157-5239-371685D114ED}"/>
              </a:ext>
            </a:extLst>
          </p:cNvPr>
          <p:cNvCxnSpPr>
            <a:stCxn id="1360" idx="0"/>
            <a:endCxn id="1468" idx="2"/>
          </p:cNvCxnSpPr>
          <p:nvPr/>
        </p:nvCxnSpPr>
        <p:spPr>
          <a:xfrm flipV="1">
            <a:off x="8279427" y="1125870"/>
            <a:ext cx="193510" cy="1303094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520" name="Rectangle 25">
            <a:extLst>
              <a:ext uri="{FF2B5EF4-FFF2-40B4-BE49-F238E27FC236}">
                <a16:creationId xmlns:a16="http://schemas.microsoft.com/office/drawing/2014/main" id="{2CB5E3E2-2976-2DAB-994D-A9C8BE74C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127207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1" name="Rectangle 29">
            <a:extLst>
              <a:ext uri="{FF2B5EF4-FFF2-40B4-BE49-F238E27FC236}">
                <a16:creationId xmlns:a16="http://schemas.microsoft.com/office/drawing/2014/main" id="{2A9B0D5B-A9F8-5711-0D2D-2812FF3A6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14235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2" name="Rectangle 135">
            <a:extLst>
              <a:ext uri="{FF2B5EF4-FFF2-40B4-BE49-F238E27FC236}">
                <a16:creationId xmlns:a16="http://schemas.microsoft.com/office/drawing/2014/main" id="{85AE37D5-0440-04E3-807A-B18C96FCE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112524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3" name="Rectangle 29">
            <a:extLst>
              <a:ext uri="{FF2B5EF4-FFF2-40B4-BE49-F238E27FC236}">
                <a16:creationId xmlns:a16="http://schemas.microsoft.com/office/drawing/2014/main" id="{D13D8704-B542-7614-BA26-CEC74F12B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14235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4" name="Rectangle 25">
            <a:extLst>
              <a:ext uri="{FF2B5EF4-FFF2-40B4-BE49-F238E27FC236}">
                <a16:creationId xmlns:a16="http://schemas.microsoft.com/office/drawing/2014/main" id="{2360BF65-E5EA-37B3-2B5A-5B0FD299B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354457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5" name="Rectangle 29">
            <a:extLst>
              <a:ext uri="{FF2B5EF4-FFF2-40B4-BE49-F238E27FC236}">
                <a16:creationId xmlns:a16="http://schemas.microsoft.com/office/drawing/2014/main" id="{94FD9337-3043-8E7F-418C-DB6A7164B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3696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6" name="Rectangle 135">
            <a:extLst>
              <a:ext uri="{FF2B5EF4-FFF2-40B4-BE49-F238E27FC236}">
                <a16:creationId xmlns:a16="http://schemas.microsoft.com/office/drawing/2014/main" id="{5E40D7E3-3D6A-13DE-297E-71E7A5076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339774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7" name="Rectangle 29">
            <a:extLst>
              <a:ext uri="{FF2B5EF4-FFF2-40B4-BE49-F238E27FC236}">
                <a16:creationId xmlns:a16="http://schemas.microsoft.com/office/drawing/2014/main" id="{0C9E0932-A18B-376C-F23A-E4301CBCE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3696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542" name="Connector: Elbow 1541">
            <a:extLst>
              <a:ext uri="{FF2B5EF4-FFF2-40B4-BE49-F238E27FC236}">
                <a16:creationId xmlns:a16="http://schemas.microsoft.com/office/drawing/2014/main" id="{70DE52AE-A037-263F-79E6-2E967A410054}"/>
              </a:ext>
            </a:extLst>
          </p:cNvPr>
          <p:cNvCxnSpPr>
            <a:cxnSpLocks/>
            <a:stCxn id="1331" idx="1"/>
            <a:endCxn id="996" idx="1"/>
          </p:cNvCxnSpPr>
          <p:nvPr/>
        </p:nvCxnSpPr>
        <p:spPr>
          <a:xfrm rot="10800000" flipV="1">
            <a:off x="3849256" y="2503510"/>
            <a:ext cx="9678" cy="1444387"/>
          </a:xfrm>
          <a:prstGeom prst="bentConnector3">
            <a:avLst>
              <a:gd name="adj1" fmla="val 1800000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3" name="Straight Connector 1552">
            <a:extLst>
              <a:ext uri="{FF2B5EF4-FFF2-40B4-BE49-F238E27FC236}">
                <a16:creationId xmlns:a16="http://schemas.microsoft.com/office/drawing/2014/main" id="{D0C00462-6F6E-67E6-07A8-19FA114DD4D6}"/>
              </a:ext>
            </a:extLst>
          </p:cNvPr>
          <p:cNvCxnSpPr>
            <a:cxnSpLocks/>
            <a:endCxn id="1259" idx="0"/>
          </p:cNvCxnSpPr>
          <p:nvPr/>
        </p:nvCxnSpPr>
        <p:spPr>
          <a:xfrm flipH="1">
            <a:off x="4265763" y="3249073"/>
            <a:ext cx="1504720" cy="278004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6" name="Straight Connector 1555">
            <a:extLst>
              <a:ext uri="{FF2B5EF4-FFF2-40B4-BE49-F238E27FC236}">
                <a16:creationId xmlns:a16="http://schemas.microsoft.com/office/drawing/2014/main" id="{3BBB4886-082F-48D8-95FC-62E0E108099D}"/>
              </a:ext>
            </a:extLst>
          </p:cNvPr>
          <p:cNvCxnSpPr>
            <a:cxnSpLocks/>
            <a:stCxn id="1281" idx="0"/>
          </p:cNvCxnSpPr>
          <p:nvPr/>
        </p:nvCxnSpPr>
        <p:spPr>
          <a:xfrm flipH="1" flipV="1">
            <a:off x="6442984" y="3249073"/>
            <a:ext cx="1555335" cy="289807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8" name="Straight Connector 1557">
            <a:extLst>
              <a:ext uri="{FF2B5EF4-FFF2-40B4-BE49-F238E27FC236}">
                <a16:creationId xmlns:a16="http://schemas.microsoft.com/office/drawing/2014/main" id="{0349587B-028D-F566-6091-6C6528D8EBFC}"/>
              </a:ext>
            </a:extLst>
          </p:cNvPr>
          <p:cNvCxnSpPr>
            <a:cxnSpLocks/>
            <a:stCxn id="1309" idx="0"/>
          </p:cNvCxnSpPr>
          <p:nvPr/>
        </p:nvCxnSpPr>
        <p:spPr>
          <a:xfrm flipH="1" flipV="1">
            <a:off x="6062170" y="3232868"/>
            <a:ext cx="81213" cy="294209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572" name="TextBox 1571">
            <a:extLst>
              <a:ext uri="{FF2B5EF4-FFF2-40B4-BE49-F238E27FC236}">
                <a16:creationId xmlns:a16="http://schemas.microsoft.com/office/drawing/2014/main" id="{2ADF63D5-BE74-4295-AFC5-2497CE08BC90}"/>
              </a:ext>
            </a:extLst>
          </p:cNvPr>
          <p:cNvSpPr txBox="1"/>
          <p:nvPr/>
        </p:nvSpPr>
        <p:spPr>
          <a:xfrm>
            <a:off x="10239757" y="135202"/>
            <a:ext cx="859531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855846"/>
            <a:r>
              <a:rPr lang="en-GB" sz="914" dirty="0">
                <a:solidFill>
                  <a:srgbClr val="000000"/>
                </a:solidFill>
                <a:latin typeface="Arial"/>
              </a:rPr>
              <a:t>View change</a:t>
            </a:r>
          </a:p>
        </p:txBody>
      </p:sp>
      <p:cxnSp>
        <p:nvCxnSpPr>
          <p:cNvPr id="1573" name="Straight Connector 1572">
            <a:extLst>
              <a:ext uri="{FF2B5EF4-FFF2-40B4-BE49-F238E27FC236}">
                <a16:creationId xmlns:a16="http://schemas.microsoft.com/office/drawing/2014/main" id="{0B112D14-0CCE-8A12-86F5-AAB310FF9C4F}"/>
              </a:ext>
            </a:extLst>
          </p:cNvPr>
          <p:cNvCxnSpPr>
            <a:cxnSpLocks/>
          </p:cNvCxnSpPr>
          <p:nvPr/>
        </p:nvCxnSpPr>
        <p:spPr>
          <a:xfrm flipH="1" flipV="1">
            <a:off x="9802951" y="239203"/>
            <a:ext cx="395205" cy="1541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27A87A58-06DD-E2C4-A4CB-05241AF72F8E}"/>
              </a:ext>
            </a:extLst>
          </p:cNvPr>
          <p:cNvSpPr/>
          <p:nvPr/>
        </p:nvSpPr>
        <p:spPr>
          <a:xfrm>
            <a:off x="3308247" y="5812713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C1772D9-3B67-545B-4E37-188D23BC5A80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3667021" y="5878748"/>
            <a:ext cx="187817" cy="24085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F462F1CE-9A9C-5896-213B-1942862CAB23}"/>
              </a:ext>
            </a:extLst>
          </p:cNvPr>
          <p:cNvSpPr/>
          <p:nvPr/>
        </p:nvSpPr>
        <p:spPr>
          <a:xfrm>
            <a:off x="8588946" y="5878747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7951F42-898C-DA13-8673-5F0D666AA1E9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8425121" y="5944782"/>
            <a:ext cx="163825" cy="172244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1DB53FBE-C058-1558-44BC-0038B59A59B9}"/>
              </a:ext>
            </a:extLst>
          </p:cNvPr>
          <p:cNvSpPr>
            <a:spLocks noChangeAspect="1"/>
          </p:cNvSpPr>
          <p:nvPr/>
        </p:nvSpPr>
        <p:spPr>
          <a:xfrm>
            <a:off x="2666659" y="2252428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D60BF7D-61AE-CC7F-82FE-C1A5925CEE75}"/>
              </a:ext>
            </a:extLst>
          </p:cNvPr>
          <p:cNvSpPr>
            <a:spLocks noChangeAspect="1"/>
          </p:cNvSpPr>
          <p:nvPr/>
        </p:nvSpPr>
        <p:spPr>
          <a:xfrm>
            <a:off x="9335039" y="2273143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779E683-1334-99FC-F29A-AAD9C8D4EAA7}"/>
              </a:ext>
            </a:extLst>
          </p:cNvPr>
          <p:cNvCxnSpPr>
            <a:cxnSpLocks/>
            <a:stCxn id="9" idx="4"/>
            <a:endCxn id="5" idx="0"/>
          </p:cNvCxnSpPr>
          <p:nvPr/>
        </p:nvCxnSpPr>
        <p:spPr>
          <a:xfrm>
            <a:off x="2841486" y="2389506"/>
            <a:ext cx="646148" cy="3423207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4E8D274-EC4D-D8B4-414C-66134701AEAC}"/>
              </a:ext>
            </a:extLst>
          </p:cNvPr>
          <p:cNvCxnSpPr>
            <a:cxnSpLocks/>
            <a:stCxn id="7" idx="0"/>
            <a:endCxn id="10" idx="4"/>
          </p:cNvCxnSpPr>
          <p:nvPr/>
        </p:nvCxnSpPr>
        <p:spPr>
          <a:xfrm flipV="1">
            <a:off x="8768332" y="2410221"/>
            <a:ext cx="741533" cy="346852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13" name="Rectangle 29">
            <a:extLst>
              <a:ext uri="{FF2B5EF4-FFF2-40B4-BE49-F238E27FC236}">
                <a16:creationId xmlns:a16="http://schemas.microsoft.com/office/drawing/2014/main" id="{D52AB020-524E-CB86-7755-8A1372B93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490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4" name="Rectangle 29">
            <a:extLst>
              <a:ext uri="{FF2B5EF4-FFF2-40B4-BE49-F238E27FC236}">
                <a16:creationId xmlns:a16="http://schemas.microsoft.com/office/drawing/2014/main" id="{B38C1F17-5546-6409-EA6E-4D58AA271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0189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" name="Rectangle 135">
            <a:extLst>
              <a:ext uri="{FF2B5EF4-FFF2-40B4-BE49-F238E27FC236}">
                <a16:creationId xmlns:a16="http://schemas.microsoft.com/office/drawing/2014/main" id="{C97845CD-815C-87C7-CECC-BF8714E30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978" y="188882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6" name="Rectangle 127">
            <a:extLst>
              <a:ext uri="{FF2B5EF4-FFF2-40B4-BE49-F238E27FC236}">
                <a16:creationId xmlns:a16="http://schemas.microsoft.com/office/drawing/2014/main" id="{A2333798-287C-8F40-C6B5-9228005B0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2408" y="199118"/>
            <a:ext cx="5565308" cy="97606"/>
          </a:xfrm>
          <a:prstGeom prst="rect">
            <a:avLst/>
          </a:prstGeom>
          <a:solidFill>
            <a:srgbClr val="FFC0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69615" tIns="34806" rIns="69615" bIns="34806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464504" eaLnBrk="1" hangingPunct="1">
              <a:spcBef>
                <a:spcPct val="0"/>
              </a:spcBef>
              <a:buNone/>
              <a:defRPr/>
            </a:pPr>
            <a:endParaRPr lang="en-US" altLang="en-US" sz="686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7" name="Rectangle 29">
            <a:extLst>
              <a:ext uri="{FF2B5EF4-FFF2-40B4-BE49-F238E27FC236}">
                <a16:creationId xmlns:a16="http://schemas.microsoft.com/office/drawing/2014/main" id="{931A00BE-F4E0-7CAC-966C-BF4AA2D35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895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5933D064-61B1-D521-249E-563924B4E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5317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9" name="Rectangle 135">
            <a:extLst>
              <a:ext uri="{FF2B5EF4-FFF2-40B4-BE49-F238E27FC236}">
                <a16:creationId xmlns:a16="http://schemas.microsoft.com/office/drawing/2014/main" id="{4C6C6492-3EA4-A517-F630-577EF44A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226" y="188882"/>
            <a:ext cx="2575184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 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ADD17EB-E437-481F-2C50-105858A7AF2D}"/>
              </a:ext>
            </a:extLst>
          </p:cNvPr>
          <p:cNvCxnSpPr>
            <a:cxnSpLocks/>
            <a:stCxn id="17" idx="3"/>
            <a:endCxn id="9" idx="0"/>
          </p:cNvCxnSpPr>
          <p:nvPr/>
        </p:nvCxnSpPr>
        <p:spPr>
          <a:xfrm flipH="1">
            <a:off x="2841486" y="268931"/>
            <a:ext cx="574940" cy="198349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C62F8BD-C8BB-DBDE-B86F-7D13C35E773B}"/>
              </a:ext>
            </a:extLst>
          </p:cNvPr>
          <p:cNvCxnSpPr>
            <a:cxnSpLocks/>
            <a:stCxn id="18" idx="5"/>
            <a:endCxn id="10" idx="0"/>
          </p:cNvCxnSpPr>
          <p:nvPr/>
        </p:nvCxnSpPr>
        <p:spPr>
          <a:xfrm>
            <a:off x="8880867" y="268931"/>
            <a:ext cx="628998" cy="200421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225" name="Rectangle 25">
            <a:extLst>
              <a:ext uri="{FF2B5EF4-FFF2-40B4-BE49-F238E27FC236}">
                <a16:creationId xmlns:a16="http://schemas.microsoft.com/office/drawing/2014/main" id="{3D84DE83-18C1-1386-C986-5E1B7931E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588" y="835140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r>
              <a:rPr lang="en-US" sz="914" kern="0" dirty="0" err="1">
                <a:solidFill>
                  <a:srgbClr val="000000"/>
                </a:solidFill>
                <a:latin typeface="Calibri" pitchFamily="34" charset="0"/>
              </a:rPr>
              <a:t>PathSet</a:t>
            </a: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51DCF475-B534-2146-4A72-69241C7F9E71}"/>
              </a:ext>
            </a:extLst>
          </p:cNvPr>
          <p:cNvCxnSpPr>
            <a:cxnSpLocks/>
          </p:cNvCxnSpPr>
          <p:nvPr/>
        </p:nvCxnSpPr>
        <p:spPr>
          <a:xfrm>
            <a:off x="5398559" y="541645"/>
            <a:ext cx="0" cy="832589"/>
          </a:xfrm>
          <a:prstGeom prst="line">
            <a:avLst/>
          </a:prstGeom>
          <a:ln w="28575">
            <a:solidFill>
              <a:srgbClr val="00B050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F1707286-2925-B109-DF80-DEDBD8228422}"/>
              </a:ext>
            </a:extLst>
          </p:cNvPr>
          <p:cNvCxnSpPr>
            <a:cxnSpLocks/>
            <a:stCxn id="1350" idx="2"/>
            <a:endCxn id="279" idx="0"/>
          </p:cNvCxnSpPr>
          <p:nvPr/>
        </p:nvCxnSpPr>
        <p:spPr>
          <a:xfrm flipH="1">
            <a:off x="3876566" y="518783"/>
            <a:ext cx="783076" cy="206495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64568393-53F8-041B-D0D9-FA149B1B0591}"/>
              </a:ext>
            </a:extLst>
          </p:cNvPr>
          <p:cNvGrpSpPr/>
          <p:nvPr/>
        </p:nvGrpSpPr>
        <p:grpSpPr>
          <a:xfrm>
            <a:off x="3738425" y="725278"/>
            <a:ext cx="276281" cy="173735"/>
            <a:chOff x="3417117" y="2447654"/>
            <a:chExt cx="362556" cy="227987"/>
          </a:xfrm>
        </p:grpSpPr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12C56A66-CBED-F04B-E633-F518EFD1D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FF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5ECE213B-0F10-392A-841E-0BDF69A09F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1" name="Trapezoid 613">
              <a:extLst>
                <a:ext uri="{FF2B5EF4-FFF2-40B4-BE49-F238E27FC236}">
                  <a16:creationId xmlns:a16="http://schemas.microsoft.com/office/drawing/2014/main" id="{58EA7FD4-24DB-0825-E19D-E1CC0848C76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DB68D6B9-160E-6E15-69AB-2E3EBB84AB19}"/>
              </a:ext>
            </a:extLst>
          </p:cNvPr>
          <p:cNvCxnSpPr>
            <a:cxnSpLocks/>
            <a:stCxn id="1331" idx="0"/>
            <a:endCxn id="279" idx="2"/>
          </p:cNvCxnSpPr>
          <p:nvPr/>
        </p:nvCxnSpPr>
        <p:spPr>
          <a:xfrm flipH="1" flipV="1">
            <a:off x="3876566" y="899013"/>
            <a:ext cx="112803" cy="1523867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0A9B660F-A653-C206-2924-CE399B6E71EF}"/>
              </a:ext>
            </a:extLst>
          </p:cNvPr>
          <p:cNvCxnSpPr>
            <a:cxnSpLocks/>
            <a:stCxn id="1356" idx="2"/>
            <a:endCxn id="225" idx="0"/>
          </p:cNvCxnSpPr>
          <p:nvPr/>
        </p:nvCxnSpPr>
        <p:spPr>
          <a:xfrm flipH="1">
            <a:off x="6096001" y="577021"/>
            <a:ext cx="16148" cy="258119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Arrow Connector 373">
            <a:extLst>
              <a:ext uri="{FF2B5EF4-FFF2-40B4-BE49-F238E27FC236}">
                <a16:creationId xmlns:a16="http://schemas.microsoft.com/office/drawing/2014/main" id="{16D8412A-7821-1C35-B438-64E235FE2AF0}"/>
              </a:ext>
            </a:extLst>
          </p:cNvPr>
          <p:cNvCxnSpPr>
            <a:cxnSpLocks/>
            <a:stCxn id="210" idx="2"/>
            <a:endCxn id="404" idx="0"/>
          </p:cNvCxnSpPr>
          <p:nvPr/>
        </p:nvCxnSpPr>
        <p:spPr>
          <a:xfrm flipH="1">
            <a:off x="5136645" y="2773822"/>
            <a:ext cx="81436" cy="1172527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377">
            <a:extLst>
              <a:ext uri="{FF2B5EF4-FFF2-40B4-BE49-F238E27FC236}">
                <a16:creationId xmlns:a16="http://schemas.microsoft.com/office/drawing/2014/main" id="{BC3D1D84-0B82-C8E7-AE2F-A44582873D72}"/>
              </a:ext>
            </a:extLst>
          </p:cNvPr>
          <p:cNvCxnSpPr>
            <a:cxnSpLocks/>
            <a:stCxn id="58" idx="2"/>
            <a:endCxn id="252" idx="0"/>
          </p:cNvCxnSpPr>
          <p:nvPr/>
        </p:nvCxnSpPr>
        <p:spPr>
          <a:xfrm flipH="1">
            <a:off x="4559601" y="3047078"/>
            <a:ext cx="192075" cy="1899301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Connector 379">
            <a:extLst>
              <a:ext uri="{FF2B5EF4-FFF2-40B4-BE49-F238E27FC236}">
                <a16:creationId xmlns:a16="http://schemas.microsoft.com/office/drawing/2014/main" id="{4A089A3C-C373-B73C-7FEE-8F62ABFE7BD5}"/>
              </a:ext>
            </a:extLst>
          </p:cNvPr>
          <p:cNvCxnSpPr>
            <a:cxnSpLocks/>
            <a:stCxn id="197" idx="2"/>
            <a:endCxn id="317" idx="0"/>
          </p:cNvCxnSpPr>
          <p:nvPr/>
        </p:nvCxnSpPr>
        <p:spPr>
          <a:xfrm>
            <a:off x="5685068" y="3047078"/>
            <a:ext cx="183925" cy="1895703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D489F7D4-E5CF-6ADD-47EF-0049A5E7F44F}"/>
              </a:ext>
            </a:extLst>
          </p:cNvPr>
          <p:cNvCxnSpPr>
            <a:stCxn id="281" idx="3"/>
            <a:endCxn id="991" idx="1"/>
          </p:cNvCxnSpPr>
          <p:nvPr/>
        </p:nvCxnSpPr>
        <p:spPr>
          <a:xfrm rot="10800000" flipH="1" flipV="1">
            <a:off x="3782614" y="845166"/>
            <a:ext cx="69958" cy="2741360"/>
          </a:xfrm>
          <a:prstGeom prst="bentConnector3">
            <a:avLst>
              <a:gd name="adj1" fmla="val -338736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D8FCBD98-295E-1887-762C-BAD2E50B17D9}"/>
              </a:ext>
            </a:extLst>
          </p:cNvPr>
          <p:cNvCxnSpPr>
            <a:cxnSpLocks/>
            <a:stCxn id="1360" idx="3"/>
            <a:endCxn id="1146" idx="3"/>
          </p:cNvCxnSpPr>
          <p:nvPr/>
        </p:nvCxnSpPr>
        <p:spPr>
          <a:xfrm>
            <a:off x="8419540" y="2509595"/>
            <a:ext cx="9678" cy="1444387"/>
          </a:xfrm>
          <a:prstGeom prst="bentConnector3">
            <a:avLst>
              <a:gd name="adj1" fmla="val 1800000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BCD55FFB-A94E-6759-3B27-E3145DCF4CEA}"/>
              </a:ext>
            </a:extLst>
          </p:cNvPr>
          <p:cNvCxnSpPr>
            <a:cxnSpLocks/>
            <a:stCxn id="1468" idx="3"/>
            <a:endCxn id="1018" idx="3"/>
          </p:cNvCxnSpPr>
          <p:nvPr/>
        </p:nvCxnSpPr>
        <p:spPr>
          <a:xfrm flipH="1">
            <a:off x="8429594" y="1039003"/>
            <a:ext cx="181483" cy="2542671"/>
          </a:xfrm>
          <a:prstGeom prst="bentConnector3">
            <a:avLst>
              <a:gd name="adj1" fmla="val -125962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 254">
            <a:extLst>
              <a:ext uri="{FF2B5EF4-FFF2-40B4-BE49-F238E27FC236}">
                <a16:creationId xmlns:a16="http://schemas.microsoft.com/office/drawing/2014/main" id="{44C3A94B-837D-7ABA-B73F-ECF5566A6881}"/>
              </a:ext>
            </a:extLst>
          </p:cNvPr>
          <p:cNvGrpSpPr>
            <a:grpSpLocks noChangeAspect="1"/>
          </p:cNvGrpSpPr>
          <p:nvPr/>
        </p:nvGrpSpPr>
        <p:grpSpPr>
          <a:xfrm>
            <a:off x="4611563" y="2885818"/>
            <a:ext cx="280226" cy="161260"/>
            <a:chOff x="8421867" y="1904979"/>
            <a:chExt cx="347879" cy="255573"/>
          </a:xfrm>
        </p:grpSpPr>
        <p:sp>
          <p:nvSpPr>
            <p:cNvPr id="58" name="Rectangle 60">
              <a:extLst>
                <a:ext uri="{FF2B5EF4-FFF2-40B4-BE49-F238E27FC236}">
                  <a16:creationId xmlns:a16="http://schemas.microsoft.com/office/drawing/2014/main" id="{16275A62-785C-9188-84F1-F48A3E87A7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9" name="Group 719">
              <a:extLst>
                <a:ext uri="{FF2B5EF4-FFF2-40B4-BE49-F238E27FC236}">
                  <a16:creationId xmlns:a16="http://schemas.microsoft.com/office/drawing/2014/main" id="{D11FC522-81CF-A546-8836-96170A2D10B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4C1140B7-53BF-2D86-CB65-A11A7065C33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36C02E1A-A757-17BC-6676-5FDC3B7F26A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0B604C1-CEB4-2BE6-A578-545E91B0CCF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F3EC3DBE-F540-4360-5326-3D6FF2AE773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0" name="Trapezoid 136">
              <a:extLst>
                <a:ext uri="{FF2B5EF4-FFF2-40B4-BE49-F238E27FC236}">
                  <a16:creationId xmlns:a16="http://schemas.microsoft.com/office/drawing/2014/main" id="{43D5236E-63FC-3411-5BC8-C42023E1DACE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6" name="Group 254">
            <a:extLst>
              <a:ext uri="{FF2B5EF4-FFF2-40B4-BE49-F238E27FC236}">
                <a16:creationId xmlns:a16="http://schemas.microsoft.com/office/drawing/2014/main" id="{EDC432D6-6608-C092-7E9F-50ABD4AFEB51}"/>
              </a:ext>
            </a:extLst>
          </p:cNvPr>
          <p:cNvGrpSpPr>
            <a:grpSpLocks noChangeAspect="1"/>
          </p:cNvGrpSpPr>
          <p:nvPr/>
        </p:nvGrpSpPr>
        <p:grpSpPr>
          <a:xfrm>
            <a:off x="5544955" y="2885818"/>
            <a:ext cx="280226" cy="161260"/>
            <a:chOff x="8421867" y="1904979"/>
            <a:chExt cx="347879" cy="255573"/>
          </a:xfrm>
        </p:grpSpPr>
        <p:sp>
          <p:nvSpPr>
            <p:cNvPr id="197" name="Rectangle 60">
              <a:extLst>
                <a:ext uri="{FF2B5EF4-FFF2-40B4-BE49-F238E27FC236}">
                  <a16:creationId xmlns:a16="http://schemas.microsoft.com/office/drawing/2014/main" id="{F11EB2D7-8392-C9FB-A653-9554365AF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98" name="Group 719">
              <a:extLst>
                <a:ext uri="{FF2B5EF4-FFF2-40B4-BE49-F238E27FC236}">
                  <a16:creationId xmlns:a16="http://schemas.microsoft.com/office/drawing/2014/main" id="{F2C287E0-68D8-AB60-D774-FF47FF9410D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5AD2279F-5A3C-6320-CB2F-7EE15DE5BF8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3A1C598A-A820-75AA-FCBB-9BF79E9D60E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67CB7AAB-7BA7-C1DC-CE1A-AD938225848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9014ED97-233B-1AF5-679C-8CB80F22502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99" name="Trapezoid 136">
              <a:extLst>
                <a:ext uri="{FF2B5EF4-FFF2-40B4-BE49-F238E27FC236}">
                  <a16:creationId xmlns:a16="http://schemas.microsoft.com/office/drawing/2014/main" id="{08319C95-4972-8600-EB6F-16F1F26CD42B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3DFDE1F5-5D79-6B05-1FDE-6067A6D2898B}"/>
              </a:ext>
            </a:extLst>
          </p:cNvPr>
          <p:cNvGrpSpPr/>
          <p:nvPr/>
        </p:nvGrpSpPr>
        <p:grpSpPr>
          <a:xfrm>
            <a:off x="4751676" y="2622607"/>
            <a:ext cx="933392" cy="271678"/>
            <a:chOff x="3560105" y="4920983"/>
            <a:chExt cx="918646" cy="267385"/>
          </a:xfrm>
        </p:grpSpPr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1C8B6F5D-F22D-1037-0893-934CF7A82523}"/>
                </a:ext>
              </a:extLst>
            </p:cNvPr>
            <p:cNvCxnSpPr>
              <a:cxnSpLocks/>
              <a:stCxn id="211" idx="0"/>
              <a:endCxn id="197" idx="0"/>
            </p:cNvCxnSpPr>
            <p:nvPr/>
          </p:nvCxnSpPr>
          <p:spPr>
            <a:xfrm>
              <a:off x="4288158" y="4974136"/>
              <a:ext cx="190593" cy="21423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9203790D-609E-F7AB-11D7-F77D0F6B5192}"/>
                </a:ext>
              </a:extLst>
            </p:cNvPr>
            <p:cNvCxnSpPr>
              <a:cxnSpLocks/>
              <a:stCxn id="212" idx="1"/>
              <a:endCxn id="58" idx="0"/>
            </p:cNvCxnSpPr>
            <p:nvPr/>
          </p:nvCxnSpPr>
          <p:spPr>
            <a:xfrm flipH="1">
              <a:off x="3560105" y="4994613"/>
              <a:ext cx="175856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2DA7202B-89A8-9FA8-FCBD-B6AE7372FEF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10" name="Rectangle 25">
                <a:extLst>
                  <a:ext uri="{FF2B5EF4-FFF2-40B4-BE49-F238E27FC236}">
                    <a16:creationId xmlns:a16="http://schemas.microsoft.com/office/drawing/2014/main" id="{A931A73A-4659-45D5-3E6C-EF7395478E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1" name="Rectangle 29">
                <a:extLst>
                  <a:ext uri="{FF2B5EF4-FFF2-40B4-BE49-F238E27FC236}">
                    <a16:creationId xmlns:a16="http://schemas.microsoft.com/office/drawing/2014/main" id="{9999237D-DC61-966C-F3FD-090925D4DD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2" name="Rectangle 29">
                <a:extLst>
                  <a:ext uri="{FF2B5EF4-FFF2-40B4-BE49-F238E27FC236}">
                    <a16:creationId xmlns:a16="http://schemas.microsoft.com/office/drawing/2014/main" id="{25379D22-778A-AF40-7CBB-FC8FC167CD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sp>
        <p:nvSpPr>
          <p:cNvPr id="1350" name="Rectangle 29">
            <a:extLst>
              <a:ext uri="{FF2B5EF4-FFF2-40B4-BE49-F238E27FC236}">
                <a16:creationId xmlns:a16="http://schemas.microsoft.com/office/drawing/2014/main" id="{2AB57EF0-86F2-BBB8-EED7-49900E5FA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9642" y="489067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351" name="Rectangle 29">
            <a:extLst>
              <a:ext uri="{FF2B5EF4-FFF2-40B4-BE49-F238E27FC236}">
                <a16:creationId xmlns:a16="http://schemas.microsoft.com/office/drawing/2014/main" id="{422379F8-82C1-27F8-4CCE-F6A5962BF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341" y="489067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EFED3EB7-43C9-BBC5-4331-FFFC31BD0900}"/>
              </a:ext>
            </a:extLst>
          </p:cNvPr>
          <p:cNvCxnSpPr>
            <a:cxnSpLocks/>
            <a:stCxn id="322" idx="2"/>
            <a:endCxn id="424" idx="0"/>
          </p:cNvCxnSpPr>
          <p:nvPr/>
        </p:nvCxnSpPr>
        <p:spPr>
          <a:xfrm>
            <a:off x="7092752" y="2773822"/>
            <a:ext cx="25001" cy="1161954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53E53824-1AD6-B0FB-6D66-A8E6A8917057}"/>
              </a:ext>
            </a:extLst>
          </p:cNvPr>
          <p:cNvCxnSpPr>
            <a:cxnSpLocks/>
            <a:stCxn id="275" idx="2"/>
            <a:endCxn id="475" idx="0"/>
          </p:cNvCxnSpPr>
          <p:nvPr/>
        </p:nvCxnSpPr>
        <p:spPr>
          <a:xfrm flipH="1">
            <a:off x="6434997" y="3047078"/>
            <a:ext cx="191349" cy="1909675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F8FE4874-83CA-D2DF-E2D7-47CDB49DE278}"/>
              </a:ext>
            </a:extLst>
          </p:cNvPr>
          <p:cNvCxnSpPr>
            <a:cxnSpLocks/>
            <a:stCxn id="300" idx="2"/>
            <a:endCxn id="355" idx="0"/>
          </p:cNvCxnSpPr>
          <p:nvPr/>
        </p:nvCxnSpPr>
        <p:spPr>
          <a:xfrm>
            <a:off x="7559739" y="3047078"/>
            <a:ext cx="161825" cy="1896720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4" name="Group 254">
            <a:extLst>
              <a:ext uri="{FF2B5EF4-FFF2-40B4-BE49-F238E27FC236}">
                <a16:creationId xmlns:a16="http://schemas.microsoft.com/office/drawing/2014/main" id="{E56BA885-D421-285D-8CCB-E1013DBD8CAD}"/>
              </a:ext>
            </a:extLst>
          </p:cNvPr>
          <p:cNvGrpSpPr>
            <a:grpSpLocks noChangeAspect="1"/>
          </p:cNvGrpSpPr>
          <p:nvPr/>
        </p:nvGrpSpPr>
        <p:grpSpPr>
          <a:xfrm>
            <a:off x="6486233" y="2885818"/>
            <a:ext cx="280226" cy="161260"/>
            <a:chOff x="8421867" y="1904979"/>
            <a:chExt cx="347879" cy="255573"/>
          </a:xfrm>
        </p:grpSpPr>
        <p:sp>
          <p:nvSpPr>
            <p:cNvPr id="275" name="Rectangle 60">
              <a:extLst>
                <a:ext uri="{FF2B5EF4-FFF2-40B4-BE49-F238E27FC236}">
                  <a16:creationId xmlns:a16="http://schemas.microsoft.com/office/drawing/2014/main" id="{894181A1-19F8-02E8-9EE5-A3B617471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77" name="Group 719">
              <a:extLst>
                <a:ext uri="{FF2B5EF4-FFF2-40B4-BE49-F238E27FC236}">
                  <a16:creationId xmlns:a16="http://schemas.microsoft.com/office/drawing/2014/main" id="{B2A13EDE-98E5-4469-A19E-5E534C98BE9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ABD8991F-A82A-9A00-C3B4-C65238775A8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30657B23-FB7C-E693-54FE-FE946098820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8926245B-F95B-C811-D08F-EE208FE4570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7" name="Straight Connector 286">
                <a:extLst>
                  <a:ext uri="{FF2B5EF4-FFF2-40B4-BE49-F238E27FC236}">
                    <a16:creationId xmlns:a16="http://schemas.microsoft.com/office/drawing/2014/main" id="{EB4B635D-916D-2A55-C566-2C3F44EF1CA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83" name="Trapezoid 136">
              <a:extLst>
                <a:ext uri="{FF2B5EF4-FFF2-40B4-BE49-F238E27FC236}">
                  <a16:creationId xmlns:a16="http://schemas.microsoft.com/office/drawing/2014/main" id="{C74F205A-4DB4-F6FF-7D86-52E089161D8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9" name="Group 254">
            <a:extLst>
              <a:ext uri="{FF2B5EF4-FFF2-40B4-BE49-F238E27FC236}">
                <a16:creationId xmlns:a16="http://schemas.microsoft.com/office/drawing/2014/main" id="{739ED932-C401-1FB4-986F-15625532D3E6}"/>
              </a:ext>
            </a:extLst>
          </p:cNvPr>
          <p:cNvGrpSpPr>
            <a:grpSpLocks noChangeAspect="1"/>
          </p:cNvGrpSpPr>
          <p:nvPr/>
        </p:nvGrpSpPr>
        <p:grpSpPr>
          <a:xfrm>
            <a:off x="7419626" y="2885818"/>
            <a:ext cx="280226" cy="161260"/>
            <a:chOff x="8421867" y="1904979"/>
            <a:chExt cx="347879" cy="255573"/>
          </a:xfrm>
        </p:grpSpPr>
        <p:sp>
          <p:nvSpPr>
            <p:cNvPr id="300" name="Rectangle 60">
              <a:extLst>
                <a:ext uri="{FF2B5EF4-FFF2-40B4-BE49-F238E27FC236}">
                  <a16:creationId xmlns:a16="http://schemas.microsoft.com/office/drawing/2014/main" id="{9DF434FC-5C38-905E-6341-4BB454E2A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01" name="Group 719">
              <a:extLst>
                <a:ext uri="{FF2B5EF4-FFF2-40B4-BE49-F238E27FC236}">
                  <a16:creationId xmlns:a16="http://schemas.microsoft.com/office/drawing/2014/main" id="{35820A03-D829-7F0C-82AD-93EF25EBBCF3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BF48C844-2EC0-1C7B-6D77-20F4AC482CC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26351C1E-25AA-2888-B966-0946C568B82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DDD46F91-BC59-DFBF-E508-9002DEB12EF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C104846E-8494-FFF9-39B8-AD32F7A25C6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02" name="Trapezoid 136">
              <a:extLst>
                <a:ext uri="{FF2B5EF4-FFF2-40B4-BE49-F238E27FC236}">
                  <a16:creationId xmlns:a16="http://schemas.microsoft.com/office/drawing/2014/main" id="{0A70F413-E347-8D59-F2B8-0100880CD901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897C1919-AEA5-3BCD-C636-31D063689B8D}"/>
              </a:ext>
            </a:extLst>
          </p:cNvPr>
          <p:cNvGrpSpPr/>
          <p:nvPr/>
        </p:nvGrpSpPr>
        <p:grpSpPr>
          <a:xfrm>
            <a:off x="6626346" y="2622607"/>
            <a:ext cx="933393" cy="271678"/>
            <a:chOff x="3560104" y="4920983"/>
            <a:chExt cx="918647" cy="267385"/>
          </a:xfrm>
        </p:grpSpPr>
        <p:cxnSp>
          <p:nvCxnSpPr>
            <p:cNvPr id="319" name="Straight Arrow Connector 318">
              <a:extLst>
                <a:ext uri="{FF2B5EF4-FFF2-40B4-BE49-F238E27FC236}">
                  <a16:creationId xmlns:a16="http://schemas.microsoft.com/office/drawing/2014/main" id="{94DD429F-6F07-B5A2-211D-AEE133725F14}"/>
                </a:ext>
              </a:extLst>
            </p:cNvPr>
            <p:cNvCxnSpPr>
              <a:cxnSpLocks/>
              <a:stCxn id="322" idx="1"/>
              <a:endCxn id="300" idx="0"/>
            </p:cNvCxnSpPr>
            <p:nvPr/>
          </p:nvCxnSpPr>
          <p:spPr>
            <a:xfrm>
              <a:off x="4334752" y="4995396"/>
              <a:ext cx="143999" cy="19297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20" name="Straight Arrow Connector 319">
              <a:extLst>
                <a:ext uri="{FF2B5EF4-FFF2-40B4-BE49-F238E27FC236}">
                  <a16:creationId xmlns:a16="http://schemas.microsoft.com/office/drawing/2014/main" id="{F6027758-D633-0207-BA9A-4C216CAB0CFE}"/>
                </a:ext>
              </a:extLst>
            </p:cNvPr>
            <p:cNvCxnSpPr>
              <a:cxnSpLocks/>
              <a:stCxn id="365" idx="1"/>
              <a:endCxn id="275" idx="0"/>
            </p:cNvCxnSpPr>
            <p:nvPr/>
          </p:nvCxnSpPr>
          <p:spPr>
            <a:xfrm flipH="1">
              <a:off x="3560104" y="4994613"/>
              <a:ext cx="175857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64C284F3-56EB-F154-CF24-8FE3EE130F6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22" name="Rectangle 25">
                <a:extLst>
                  <a:ext uri="{FF2B5EF4-FFF2-40B4-BE49-F238E27FC236}">
                    <a16:creationId xmlns:a16="http://schemas.microsoft.com/office/drawing/2014/main" id="{706044BE-F6AC-21E5-C474-68895D871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62" name="Rectangle 29">
                <a:extLst>
                  <a:ext uri="{FF2B5EF4-FFF2-40B4-BE49-F238E27FC236}">
                    <a16:creationId xmlns:a16="http://schemas.microsoft.com/office/drawing/2014/main" id="{1CC40DAD-9763-0AD3-F412-8CA8D228A1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65" name="Rectangle 29">
                <a:extLst>
                  <a:ext uri="{FF2B5EF4-FFF2-40B4-BE49-F238E27FC236}">
                    <a16:creationId xmlns:a16="http://schemas.microsoft.com/office/drawing/2014/main" id="{2AC1E524-EF67-4D8E-B048-BCAE3055A9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08" name="Straight Arrow Connector 407">
            <a:extLst>
              <a:ext uri="{FF2B5EF4-FFF2-40B4-BE49-F238E27FC236}">
                <a16:creationId xmlns:a16="http://schemas.microsoft.com/office/drawing/2014/main" id="{F7610F16-251D-63A6-9732-FEB098D43E52}"/>
              </a:ext>
            </a:extLst>
          </p:cNvPr>
          <p:cNvCxnSpPr>
            <a:cxnSpLocks/>
            <a:stCxn id="1526" idx="2"/>
            <a:endCxn id="376" idx="0"/>
          </p:cNvCxnSpPr>
          <p:nvPr/>
        </p:nvCxnSpPr>
        <p:spPr>
          <a:xfrm flipH="1">
            <a:off x="5161977" y="1457050"/>
            <a:ext cx="963272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Arrow Connector 411">
            <a:extLst>
              <a:ext uri="{FF2B5EF4-FFF2-40B4-BE49-F238E27FC236}">
                <a16:creationId xmlns:a16="http://schemas.microsoft.com/office/drawing/2014/main" id="{C930B7C7-CE37-E32A-F945-0F45874E6C2E}"/>
              </a:ext>
            </a:extLst>
          </p:cNvPr>
          <p:cNvCxnSpPr>
            <a:cxnSpLocks/>
            <a:stCxn id="1526" idx="2"/>
            <a:endCxn id="409" idx="0"/>
          </p:cNvCxnSpPr>
          <p:nvPr/>
        </p:nvCxnSpPr>
        <p:spPr>
          <a:xfrm>
            <a:off x="6125249" y="1457050"/>
            <a:ext cx="911399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Arrow Connector 419">
            <a:extLst>
              <a:ext uri="{FF2B5EF4-FFF2-40B4-BE49-F238E27FC236}">
                <a16:creationId xmlns:a16="http://schemas.microsoft.com/office/drawing/2014/main" id="{6E197FE9-5E6C-792F-9A09-DB986AB9F434}"/>
              </a:ext>
            </a:extLst>
          </p:cNvPr>
          <p:cNvCxnSpPr>
            <a:cxnSpLocks/>
          </p:cNvCxnSpPr>
          <p:nvPr/>
        </p:nvCxnSpPr>
        <p:spPr>
          <a:xfrm flipH="1">
            <a:off x="6522942" y="906639"/>
            <a:ext cx="9169" cy="238383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Arrow Connector 421">
            <a:extLst>
              <a:ext uri="{FF2B5EF4-FFF2-40B4-BE49-F238E27FC236}">
                <a16:creationId xmlns:a16="http://schemas.microsoft.com/office/drawing/2014/main" id="{0885B49D-1918-F15C-E289-703BA0A31C78}"/>
              </a:ext>
            </a:extLst>
          </p:cNvPr>
          <p:cNvCxnSpPr>
            <a:cxnSpLocks/>
          </p:cNvCxnSpPr>
          <p:nvPr/>
        </p:nvCxnSpPr>
        <p:spPr>
          <a:xfrm>
            <a:off x="5666317" y="903139"/>
            <a:ext cx="4998" cy="452759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Straight Arrow Connector 431">
            <a:extLst>
              <a:ext uri="{FF2B5EF4-FFF2-40B4-BE49-F238E27FC236}">
                <a16:creationId xmlns:a16="http://schemas.microsoft.com/office/drawing/2014/main" id="{5E2D59FB-B645-0828-D21A-4598DEE994E0}"/>
              </a:ext>
            </a:extLst>
          </p:cNvPr>
          <p:cNvCxnSpPr>
            <a:cxnSpLocks/>
          </p:cNvCxnSpPr>
          <p:nvPr/>
        </p:nvCxnSpPr>
        <p:spPr>
          <a:xfrm>
            <a:off x="5525858" y="289892"/>
            <a:ext cx="0" cy="56524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2E0E6FDA-35D2-3B9F-4811-485E2F2318DB}"/>
              </a:ext>
            </a:extLst>
          </p:cNvPr>
          <p:cNvCxnSpPr>
            <a:cxnSpLocks/>
          </p:cNvCxnSpPr>
          <p:nvPr/>
        </p:nvCxnSpPr>
        <p:spPr>
          <a:xfrm>
            <a:off x="6844189" y="301603"/>
            <a:ext cx="32541" cy="206397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179D7615-71E2-3022-1251-A631D4869C0C}"/>
              </a:ext>
            </a:extLst>
          </p:cNvPr>
          <p:cNvCxnSpPr>
            <a:cxnSpLocks/>
          </p:cNvCxnSpPr>
          <p:nvPr/>
        </p:nvCxnSpPr>
        <p:spPr>
          <a:xfrm flipH="1">
            <a:off x="5324629" y="3271066"/>
            <a:ext cx="269482" cy="1498093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68A184C0-D692-2461-3708-52EAD0EDF634}"/>
              </a:ext>
            </a:extLst>
          </p:cNvPr>
          <p:cNvCxnSpPr>
            <a:cxnSpLocks/>
          </p:cNvCxnSpPr>
          <p:nvPr/>
        </p:nvCxnSpPr>
        <p:spPr>
          <a:xfrm>
            <a:off x="6654089" y="3271066"/>
            <a:ext cx="265845" cy="1539980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4" name="Group 254">
            <a:extLst>
              <a:ext uri="{FF2B5EF4-FFF2-40B4-BE49-F238E27FC236}">
                <a16:creationId xmlns:a16="http://schemas.microsoft.com/office/drawing/2014/main" id="{E53A7CDC-E387-CADD-26C7-6CC00A1EAD7C}"/>
              </a:ext>
            </a:extLst>
          </p:cNvPr>
          <p:cNvGrpSpPr>
            <a:grpSpLocks noChangeAspect="1"/>
          </p:cNvGrpSpPr>
          <p:nvPr/>
        </p:nvGrpSpPr>
        <p:grpSpPr>
          <a:xfrm>
            <a:off x="4587124" y="2461803"/>
            <a:ext cx="280226" cy="161260"/>
            <a:chOff x="8421867" y="1904979"/>
            <a:chExt cx="347879" cy="255573"/>
          </a:xfrm>
        </p:grpSpPr>
        <p:sp>
          <p:nvSpPr>
            <p:cNvPr id="22" name="Rectangle 60">
              <a:extLst>
                <a:ext uri="{FF2B5EF4-FFF2-40B4-BE49-F238E27FC236}">
                  <a16:creationId xmlns:a16="http://schemas.microsoft.com/office/drawing/2014/main" id="{685707A8-9C8D-96C0-F01D-F16C02EE9B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" name="Group 719">
              <a:extLst>
                <a:ext uri="{FF2B5EF4-FFF2-40B4-BE49-F238E27FC236}">
                  <a16:creationId xmlns:a16="http://schemas.microsoft.com/office/drawing/2014/main" id="{1A8B89A4-8175-E06E-0874-C61D54BF199B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B14019B0-7F78-2ED6-CFA9-479411BF362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5D157E48-61FE-7D73-FC61-620AD5C4344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2F4E05F0-18CC-A41A-AA07-B4463FDA20C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DA0594ED-4F86-A6BD-0465-B8BC1C53E7D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4" name="Trapezoid 136">
              <a:extLst>
                <a:ext uri="{FF2B5EF4-FFF2-40B4-BE49-F238E27FC236}">
                  <a16:creationId xmlns:a16="http://schemas.microsoft.com/office/drawing/2014/main" id="{DC56E9CA-ADFE-3147-3425-B6830D7190D4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" name="Group 254">
            <a:extLst>
              <a:ext uri="{FF2B5EF4-FFF2-40B4-BE49-F238E27FC236}">
                <a16:creationId xmlns:a16="http://schemas.microsoft.com/office/drawing/2014/main" id="{0B898F65-46D5-42C1-8548-4B34EE55C048}"/>
              </a:ext>
            </a:extLst>
          </p:cNvPr>
          <p:cNvGrpSpPr>
            <a:grpSpLocks noChangeAspect="1"/>
          </p:cNvGrpSpPr>
          <p:nvPr/>
        </p:nvGrpSpPr>
        <p:grpSpPr>
          <a:xfrm>
            <a:off x="5520516" y="2461803"/>
            <a:ext cx="280226" cy="161260"/>
            <a:chOff x="8421867" y="1904979"/>
            <a:chExt cx="347879" cy="255573"/>
          </a:xfrm>
        </p:grpSpPr>
        <p:sp>
          <p:nvSpPr>
            <p:cNvPr id="34" name="Rectangle 60">
              <a:extLst>
                <a:ext uri="{FF2B5EF4-FFF2-40B4-BE49-F238E27FC236}">
                  <a16:creationId xmlns:a16="http://schemas.microsoft.com/office/drawing/2014/main" id="{09267BDC-B219-C8FB-6CBD-F631EF61C1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1" name="Group 719">
              <a:extLst>
                <a:ext uri="{FF2B5EF4-FFF2-40B4-BE49-F238E27FC236}">
                  <a16:creationId xmlns:a16="http://schemas.microsoft.com/office/drawing/2014/main" id="{B887977C-38C6-7D48-6041-AA37989B433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174F83B6-B80F-7EEE-3010-CE1BC6EB560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6D1CA8F5-BDA3-E02E-98FF-24D85A73D1A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39D251BA-2B34-A091-D852-0D28A9A926A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5CF9A86D-ED32-1A3B-31C8-25F1DE01F1A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52" name="Trapezoid 136">
              <a:extLst>
                <a:ext uri="{FF2B5EF4-FFF2-40B4-BE49-F238E27FC236}">
                  <a16:creationId xmlns:a16="http://schemas.microsoft.com/office/drawing/2014/main" id="{EB12FF2E-C7FA-BB7B-B587-453EDD816F8E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BFA994EE-9453-21F8-B04F-04A7BDEF409C}"/>
              </a:ext>
            </a:extLst>
          </p:cNvPr>
          <p:cNvGrpSpPr/>
          <p:nvPr/>
        </p:nvGrpSpPr>
        <p:grpSpPr>
          <a:xfrm>
            <a:off x="4727237" y="2198592"/>
            <a:ext cx="933392" cy="271678"/>
            <a:chOff x="3560105" y="4920983"/>
            <a:chExt cx="918646" cy="267385"/>
          </a:xfrm>
        </p:grpSpPr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B6476576-7BD2-05F8-AF05-0A0B1214909B}"/>
                </a:ext>
              </a:extLst>
            </p:cNvPr>
            <p:cNvCxnSpPr>
              <a:cxnSpLocks/>
              <a:stCxn id="213" idx="0"/>
              <a:endCxn id="34" idx="0"/>
            </p:cNvCxnSpPr>
            <p:nvPr/>
          </p:nvCxnSpPr>
          <p:spPr>
            <a:xfrm>
              <a:off x="4288158" y="4974136"/>
              <a:ext cx="190593" cy="21423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0BD4E58E-4AC0-F1A9-E03F-B19D2F59BFBF}"/>
                </a:ext>
              </a:extLst>
            </p:cNvPr>
            <p:cNvCxnSpPr>
              <a:cxnSpLocks/>
              <a:stCxn id="214" idx="1"/>
              <a:endCxn id="22" idx="0"/>
            </p:cNvCxnSpPr>
            <p:nvPr/>
          </p:nvCxnSpPr>
          <p:spPr>
            <a:xfrm flipH="1">
              <a:off x="3560105" y="4994613"/>
              <a:ext cx="175856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3640F68F-A7D7-FBC6-44C0-7F8EFAD8666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05" name="Rectangle 25">
                <a:extLst>
                  <a:ext uri="{FF2B5EF4-FFF2-40B4-BE49-F238E27FC236}">
                    <a16:creationId xmlns:a16="http://schemas.microsoft.com/office/drawing/2014/main" id="{AA1FDF8C-2C63-6CFF-7084-382C8BDCD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3" name="Rectangle 29">
                <a:extLst>
                  <a:ext uri="{FF2B5EF4-FFF2-40B4-BE49-F238E27FC236}">
                    <a16:creationId xmlns:a16="http://schemas.microsoft.com/office/drawing/2014/main" id="{4F891872-046E-8310-3283-237A10A172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4" name="Rectangle 29">
                <a:extLst>
                  <a:ext uri="{FF2B5EF4-FFF2-40B4-BE49-F238E27FC236}">
                    <a16:creationId xmlns:a16="http://schemas.microsoft.com/office/drawing/2014/main" id="{630D32E0-1C42-A52B-F1B9-2E60CF0C06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15" name="Group 254">
            <a:extLst>
              <a:ext uri="{FF2B5EF4-FFF2-40B4-BE49-F238E27FC236}">
                <a16:creationId xmlns:a16="http://schemas.microsoft.com/office/drawing/2014/main" id="{8041244C-4A6E-7D96-D5B4-B4E4088FBFDD}"/>
              </a:ext>
            </a:extLst>
          </p:cNvPr>
          <p:cNvGrpSpPr>
            <a:grpSpLocks noChangeAspect="1"/>
          </p:cNvGrpSpPr>
          <p:nvPr/>
        </p:nvGrpSpPr>
        <p:grpSpPr>
          <a:xfrm>
            <a:off x="6461794" y="2461803"/>
            <a:ext cx="280226" cy="161260"/>
            <a:chOff x="8421867" y="1904979"/>
            <a:chExt cx="347879" cy="255573"/>
          </a:xfrm>
        </p:grpSpPr>
        <p:sp>
          <p:nvSpPr>
            <p:cNvPr id="216" name="Rectangle 60">
              <a:extLst>
                <a:ext uri="{FF2B5EF4-FFF2-40B4-BE49-F238E27FC236}">
                  <a16:creationId xmlns:a16="http://schemas.microsoft.com/office/drawing/2014/main" id="{C9C39DC6-6365-A18F-E29E-477D629586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17" name="Group 719">
              <a:extLst>
                <a:ext uri="{FF2B5EF4-FFF2-40B4-BE49-F238E27FC236}">
                  <a16:creationId xmlns:a16="http://schemas.microsoft.com/office/drawing/2014/main" id="{4EB6D718-086D-5E23-DD54-CF3631034186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245B0840-22B2-55E9-06A8-129677E7889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3FE83D39-050C-92B3-2D29-355631611BD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B77242C8-7CB3-1C65-DBBB-193B628D64A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78420E07-F17B-7E08-D397-85111FE84B2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18" name="Trapezoid 136">
              <a:extLst>
                <a:ext uri="{FF2B5EF4-FFF2-40B4-BE49-F238E27FC236}">
                  <a16:creationId xmlns:a16="http://schemas.microsoft.com/office/drawing/2014/main" id="{63A4BCF9-C983-FFBC-FCB5-B2A5CB3615AF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23" name="Group 254">
            <a:extLst>
              <a:ext uri="{FF2B5EF4-FFF2-40B4-BE49-F238E27FC236}">
                <a16:creationId xmlns:a16="http://schemas.microsoft.com/office/drawing/2014/main" id="{3D2B97ED-0AE0-0956-6AC4-40517DA0CA61}"/>
              </a:ext>
            </a:extLst>
          </p:cNvPr>
          <p:cNvGrpSpPr>
            <a:grpSpLocks noChangeAspect="1"/>
          </p:cNvGrpSpPr>
          <p:nvPr/>
        </p:nvGrpSpPr>
        <p:grpSpPr>
          <a:xfrm>
            <a:off x="7395187" y="2461803"/>
            <a:ext cx="280226" cy="161260"/>
            <a:chOff x="8421867" y="1904979"/>
            <a:chExt cx="347879" cy="255573"/>
          </a:xfrm>
        </p:grpSpPr>
        <p:sp>
          <p:nvSpPr>
            <p:cNvPr id="224" name="Rectangle 60">
              <a:extLst>
                <a:ext uri="{FF2B5EF4-FFF2-40B4-BE49-F238E27FC236}">
                  <a16:creationId xmlns:a16="http://schemas.microsoft.com/office/drawing/2014/main" id="{04F2F7AD-A606-3ADE-B813-D703F22F3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26" name="Group 719">
              <a:extLst>
                <a:ext uri="{FF2B5EF4-FFF2-40B4-BE49-F238E27FC236}">
                  <a16:creationId xmlns:a16="http://schemas.microsoft.com/office/drawing/2014/main" id="{7065AD5D-DA41-7CFA-ABFD-8281C2A0A29E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C9CF4D2B-D632-C099-2FA0-6BD42AF477D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5656CA33-8EEA-82E4-C8DB-0102986F2CA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9B0104F3-A709-8AD2-EDED-983E62D0342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318C64DC-47FA-81AD-C53F-B33D1B2BB94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27" name="Trapezoid 136">
              <a:extLst>
                <a:ext uri="{FF2B5EF4-FFF2-40B4-BE49-F238E27FC236}">
                  <a16:creationId xmlns:a16="http://schemas.microsoft.com/office/drawing/2014/main" id="{141B5B9C-A4A5-CB81-E2CA-41C077E5B3B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D8AA2147-A9AF-509E-329F-DBDBEF3C426E}"/>
              </a:ext>
            </a:extLst>
          </p:cNvPr>
          <p:cNvGrpSpPr/>
          <p:nvPr/>
        </p:nvGrpSpPr>
        <p:grpSpPr>
          <a:xfrm>
            <a:off x="6601907" y="2198592"/>
            <a:ext cx="933393" cy="271678"/>
            <a:chOff x="3560104" y="4920983"/>
            <a:chExt cx="918647" cy="267385"/>
          </a:xfrm>
        </p:grpSpPr>
        <p:cxnSp>
          <p:nvCxnSpPr>
            <p:cNvPr id="235" name="Straight Arrow Connector 234">
              <a:extLst>
                <a:ext uri="{FF2B5EF4-FFF2-40B4-BE49-F238E27FC236}">
                  <a16:creationId xmlns:a16="http://schemas.microsoft.com/office/drawing/2014/main" id="{E3DD777C-2D00-CCD9-8083-6657B40FC1D9}"/>
                </a:ext>
              </a:extLst>
            </p:cNvPr>
            <p:cNvCxnSpPr>
              <a:cxnSpLocks/>
              <a:stCxn id="243" idx="1"/>
              <a:endCxn id="224" idx="0"/>
            </p:cNvCxnSpPr>
            <p:nvPr/>
          </p:nvCxnSpPr>
          <p:spPr>
            <a:xfrm>
              <a:off x="4334752" y="4995396"/>
              <a:ext cx="143999" cy="19297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41" name="Straight Arrow Connector 240">
              <a:extLst>
                <a:ext uri="{FF2B5EF4-FFF2-40B4-BE49-F238E27FC236}">
                  <a16:creationId xmlns:a16="http://schemas.microsoft.com/office/drawing/2014/main" id="{B0C2B2CE-3ACF-23F2-DC20-3BA8025E7030}"/>
                </a:ext>
              </a:extLst>
            </p:cNvPr>
            <p:cNvCxnSpPr>
              <a:cxnSpLocks/>
              <a:stCxn id="245" idx="1"/>
              <a:endCxn id="216" idx="0"/>
            </p:cNvCxnSpPr>
            <p:nvPr/>
          </p:nvCxnSpPr>
          <p:spPr>
            <a:xfrm flipH="1">
              <a:off x="3560104" y="4994613"/>
              <a:ext cx="175857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E921BFC3-185A-4EE5-3BFA-3FDCF374048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43" name="Rectangle 25">
                <a:extLst>
                  <a:ext uri="{FF2B5EF4-FFF2-40B4-BE49-F238E27FC236}">
                    <a16:creationId xmlns:a16="http://schemas.microsoft.com/office/drawing/2014/main" id="{5C2A8BB7-F424-80C6-55AF-8200D1AC07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44" name="Rectangle 29">
                <a:extLst>
                  <a:ext uri="{FF2B5EF4-FFF2-40B4-BE49-F238E27FC236}">
                    <a16:creationId xmlns:a16="http://schemas.microsoft.com/office/drawing/2014/main" id="{F82C2B8C-E3F7-BB34-8BA0-BDB361CAE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45" name="Rectangle 29">
                <a:extLst>
                  <a:ext uri="{FF2B5EF4-FFF2-40B4-BE49-F238E27FC236}">
                    <a16:creationId xmlns:a16="http://schemas.microsoft.com/office/drawing/2014/main" id="{E12228F0-83E3-DF2A-46CD-24A54E4586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46" name="Group 254">
            <a:extLst>
              <a:ext uri="{FF2B5EF4-FFF2-40B4-BE49-F238E27FC236}">
                <a16:creationId xmlns:a16="http://schemas.microsoft.com/office/drawing/2014/main" id="{E5623CE4-537E-6C67-02BA-36D427FC0954}"/>
              </a:ext>
            </a:extLst>
          </p:cNvPr>
          <p:cNvGrpSpPr>
            <a:grpSpLocks noChangeAspect="1"/>
          </p:cNvGrpSpPr>
          <p:nvPr/>
        </p:nvGrpSpPr>
        <p:grpSpPr>
          <a:xfrm>
            <a:off x="4555459" y="1945406"/>
            <a:ext cx="280226" cy="161260"/>
            <a:chOff x="8421867" y="1904979"/>
            <a:chExt cx="347879" cy="255573"/>
          </a:xfrm>
        </p:grpSpPr>
        <p:sp>
          <p:nvSpPr>
            <p:cNvPr id="250" name="Rectangle 60">
              <a:extLst>
                <a:ext uri="{FF2B5EF4-FFF2-40B4-BE49-F238E27FC236}">
                  <a16:creationId xmlns:a16="http://schemas.microsoft.com/office/drawing/2014/main" id="{71BB5009-37FB-7240-B5C9-552B8E20F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53" name="Group 719">
              <a:extLst>
                <a:ext uri="{FF2B5EF4-FFF2-40B4-BE49-F238E27FC236}">
                  <a16:creationId xmlns:a16="http://schemas.microsoft.com/office/drawing/2014/main" id="{D8AE3F53-E417-9601-23AF-856B64BFEC0B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BC08E44F-F95C-70C2-F7D7-7B08768E79C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0CE9AD7D-FFB8-2A42-26BE-FE4F0B2979E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7D004A5E-36C9-A599-66D9-7C5BF74507E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01CF5697-ED06-74C8-9F8A-D39B9EC93CF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54" name="Trapezoid 136">
              <a:extLst>
                <a:ext uri="{FF2B5EF4-FFF2-40B4-BE49-F238E27FC236}">
                  <a16:creationId xmlns:a16="http://schemas.microsoft.com/office/drawing/2014/main" id="{0303AF06-4E05-C0E0-CA78-3373C8256620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61" name="Group 254">
            <a:extLst>
              <a:ext uri="{FF2B5EF4-FFF2-40B4-BE49-F238E27FC236}">
                <a16:creationId xmlns:a16="http://schemas.microsoft.com/office/drawing/2014/main" id="{0A374474-A742-65ED-3FEC-3AF7C2596503}"/>
              </a:ext>
            </a:extLst>
          </p:cNvPr>
          <p:cNvGrpSpPr>
            <a:grpSpLocks noChangeAspect="1"/>
          </p:cNvGrpSpPr>
          <p:nvPr/>
        </p:nvGrpSpPr>
        <p:grpSpPr>
          <a:xfrm>
            <a:off x="5488851" y="1945406"/>
            <a:ext cx="280226" cy="161260"/>
            <a:chOff x="8421867" y="1904979"/>
            <a:chExt cx="347879" cy="255573"/>
          </a:xfrm>
        </p:grpSpPr>
        <p:sp>
          <p:nvSpPr>
            <p:cNvPr id="262" name="Rectangle 60">
              <a:extLst>
                <a:ext uri="{FF2B5EF4-FFF2-40B4-BE49-F238E27FC236}">
                  <a16:creationId xmlns:a16="http://schemas.microsoft.com/office/drawing/2014/main" id="{84058CA4-87C9-5BA3-2EE1-10BCCA7CD1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63" name="Group 719">
              <a:extLst>
                <a:ext uri="{FF2B5EF4-FFF2-40B4-BE49-F238E27FC236}">
                  <a16:creationId xmlns:a16="http://schemas.microsoft.com/office/drawing/2014/main" id="{0F241205-5E28-5316-E8EC-3F6558978D31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D7E62670-2CEF-413B-A68D-2C90ABB70D3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D4BE71AF-1A1B-D7FE-2A8D-B3015EA5A04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71352691-41ED-D454-21A1-33297FE7ED4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3" name="Straight Connector 362">
                <a:extLst>
                  <a:ext uri="{FF2B5EF4-FFF2-40B4-BE49-F238E27FC236}">
                    <a16:creationId xmlns:a16="http://schemas.microsoft.com/office/drawing/2014/main" id="{A236098F-5B67-283D-F8BD-D1F6A199536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64" name="Trapezoid 136">
              <a:extLst>
                <a:ext uri="{FF2B5EF4-FFF2-40B4-BE49-F238E27FC236}">
                  <a16:creationId xmlns:a16="http://schemas.microsoft.com/office/drawing/2014/main" id="{1919F500-3EFD-9802-556B-812890D9024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7BE94578-C906-B531-A087-1102031C2E99}"/>
              </a:ext>
            </a:extLst>
          </p:cNvPr>
          <p:cNvGrpSpPr/>
          <p:nvPr/>
        </p:nvGrpSpPr>
        <p:grpSpPr>
          <a:xfrm>
            <a:off x="4695572" y="1682190"/>
            <a:ext cx="933392" cy="263216"/>
            <a:chOff x="3560105" y="4920983"/>
            <a:chExt cx="918646" cy="259057"/>
          </a:xfrm>
        </p:grpSpPr>
        <p:cxnSp>
          <p:nvCxnSpPr>
            <p:cNvPr id="366" name="Straight Arrow Connector 365">
              <a:extLst>
                <a:ext uri="{FF2B5EF4-FFF2-40B4-BE49-F238E27FC236}">
                  <a16:creationId xmlns:a16="http://schemas.microsoft.com/office/drawing/2014/main" id="{F2C92769-B8A6-55BF-438B-EE7A96885345}"/>
                </a:ext>
              </a:extLst>
            </p:cNvPr>
            <p:cNvCxnSpPr>
              <a:cxnSpLocks/>
              <a:stCxn id="377" idx="0"/>
              <a:endCxn id="262" idx="0"/>
            </p:cNvCxnSpPr>
            <p:nvPr/>
          </p:nvCxnSpPr>
          <p:spPr>
            <a:xfrm>
              <a:off x="4288158" y="4974136"/>
              <a:ext cx="190593" cy="20590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67" name="Straight Arrow Connector 366">
              <a:extLst>
                <a:ext uri="{FF2B5EF4-FFF2-40B4-BE49-F238E27FC236}">
                  <a16:creationId xmlns:a16="http://schemas.microsoft.com/office/drawing/2014/main" id="{D449DD29-6A8F-E939-3BD5-0723F2776A86}"/>
                </a:ext>
              </a:extLst>
            </p:cNvPr>
            <p:cNvCxnSpPr>
              <a:cxnSpLocks/>
              <a:stCxn id="379" idx="1"/>
              <a:endCxn id="250" idx="0"/>
            </p:cNvCxnSpPr>
            <p:nvPr/>
          </p:nvCxnSpPr>
          <p:spPr>
            <a:xfrm flipH="1">
              <a:off x="3560105" y="4994613"/>
              <a:ext cx="175856" cy="17709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F2EA68B3-05D8-CFC9-8293-55C829CC783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76" name="Rectangle 25">
                <a:extLst>
                  <a:ext uri="{FF2B5EF4-FFF2-40B4-BE49-F238E27FC236}">
                    <a16:creationId xmlns:a16="http://schemas.microsoft.com/office/drawing/2014/main" id="{7079041E-5596-FD91-4A4E-4BFCCD1942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77" name="Rectangle 29">
                <a:extLst>
                  <a:ext uri="{FF2B5EF4-FFF2-40B4-BE49-F238E27FC236}">
                    <a16:creationId xmlns:a16="http://schemas.microsoft.com/office/drawing/2014/main" id="{318309D1-4139-DD27-E29C-4643B91AC4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79" name="Rectangle 29">
                <a:extLst>
                  <a:ext uri="{FF2B5EF4-FFF2-40B4-BE49-F238E27FC236}">
                    <a16:creationId xmlns:a16="http://schemas.microsoft.com/office/drawing/2014/main" id="{AF2A0802-C769-165E-2F95-8E3E3755D6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381" name="Group 254">
            <a:extLst>
              <a:ext uri="{FF2B5EF4-FFF2-40B4-BE49-F238E27FC236}">
                <a16:creationId xmlns:a16="http://schemas.microsoft.com/office/drawing/2014/main" id="{BC0B9021-FDE7-2ECC-17DB-5C429DE1552D}"/>
              </a:ext>
            </a:extLst>
          </p:cNvPr>
          <p:cNvGrpSpPr>
            <a:grpSpLocks noChangeAspect="1"/>
          </p:cNvGrpSpPr>
          <p:nvPr/>
        </p:nvGrpSpPr>
        <p:grpSpPr>
          <a:xfrm>
            <a:off x="6430129" y="1945406"/>
            <a:ext cx="280226" cy="161260"/>
            <a:chOff x="8421867" y="1904979"/>
            <a:chExt cx="347879" cy="255573"/>
          </a:xfrm>
        </p:grpSpPr>
        <p:sp>
          <p:nvSpPr>
            <p:cNvPr id="382" name="Rectangle 60">
              <a:extLst>
                <a:ext uri="{FF2B5EF4-FFF2-40B4-BE49-F238E27FC236}">
                  <a16:creationId xmlns:a16="http://schemas.microsoft.com/office/drawing/2014/main" id="{F5A70013-989A-58AE-5848-E47DD8FA8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83" name="Group 719">
              <a:extLst>
                <a:ext uri="{FF2B5EF4-FFF2-40B4-BE49-F238E27FC236}">
                  <a16:creationId xmlns:a16="http://schemas.microsoft.com/office/drawing/2014/main" id="{6B2274EE-A991-EA69-E4C3-4BBCB2BE3962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85" name="Straight Connector 384">
                <a:extLst>
                  <a:ext uri="{FF2B5EF4-FFF2-40B4-BE49-F238E27FC236}">
                    <a16:creationId xmlns:a16="http://schemas.microsoft.com/office/drawing/2014/main" id="{7D345872-A80A-4064-7BF9-2CD2C18395C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8F3DCF69-E048-15EA-2637-0BFD12486D7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833AC1A2-C37B-9C91-3A72-005DC2A1005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E98A77C9-FC6E-96EE-BA6E-B9F4CB38317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84" name="Trapezoid 136">
              <a:extLst>
                <a:ext uri="{FF2B5EF4-FFF2-40B4-BE49-F238E27FC236}">
                  <a16:creationId xmlns:a16="http://schemas.microsoft.com/office/drawing/2014/main" id="{8ACBF05F-7566-EE69-B6BF-080B71DD75E2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94" name="Group 254">
            <a:extLst>
              <a:ext uri="{FF2B5EF4-FFF2-40B4-BE49-F238E27FC236}">
                <a16:creationId xmlns:a16="http://schemas.microsoft.com/office/drawing/2014/main" id="{717FE1A9-614A-094D-2B3A-B5973B244402}"/>
              </a:ext>
            </a:extLst>
          </p:cNvPr>
          <p:cNvGrpSpPr>
            <a:grpSpLocks noChangeAspect="1"/>
          </p:cNvGrpSpPr>
          <p:nvPr/>
        </p:nvGrpSpPr>
        <p:grpSpPr>
          <a:xfrm>
            <a:off x="7363522" y="1945406"/>
            <a:ext cx="280226" cy="161260"/>
            <a:chOff x="8421867" y="1904979"/>
            <a:chExt cx="347879" cy="255573"/>
          </a:xfrm>
        </p:grpSpPr>
        <p:sp>
          <p:nvSpPr>
            <p:cNvPr id="395" name="Rectangle 60">
              <a:extLst>
                <a:ext uri="{FF2B5EF4-FFF2-40B4-BE49-F238E27FC236}">
                  <a16:creationId xmlns:a16="http://schemas.microsoft.com/office/drawing/2014/main" id="{B562235E-F951-6D78-4B66-BD017ED364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6" name="Group 719">
              <a:extLst>
                <a:ext uri="{FF2B5EF4-FFF2-40B4-BE49-F238E27FC236}">
                  <a16:creationId xmlns:a16="http://schemas.microsoft.com/office/drawing/2014/main" id="{24316BEC-CFDF-8B74-EF31-C0F1BCF039C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63EE4B83-58A9-6BFB-C3B9-4ABB591CFE2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9" name="Straight Connector 398">
                <a:extLst>
                  <a:ext uri="{FF2B5EF4-FFF2-40B4-BE49-F238E27FC236}">
                    <a16:creationId xmlns:a16="http://schemas.microsoft.com/office/drawing/2014/main" id="{3AF0CD9D-7806-5227-E725-2F8F44B1702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B364E483-5241-E485-05FE-674B3014270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FE5A0B26-177E-064E-99F4-D76C7F0CA1D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97" name="Trapezoid 136">
              <a:extLst>
                <a:ext uri="{FF2B5EF4-FFF2-40B4-BE49-F238E27FC236}">
                  <a16:creationId xmlns:a16="http://schemas.microsoft.com/office/drawing/2014/main" id="{77183574-6EAB-0C6C-8CC1-D8AF911D56E2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958CA06C-0819-1517-971B-E99F666220FF}"/>
              </a:ext>
            </a:extLst>
          </p:cNvPr>
          <p:cNvGrpSpPr/>
          <p:nvPr/>
        </p:nvGrpSpPr>
        <p:grpSpPr>
          <a:xfrm>
            <a:off x="6570242" y="1682190"/>
            <a:ext cx="933393" cy="263216"/>
            <a:chOff x="3560104" y="4920983"/>
            <a:chExt cx="918647" cy="259057"/>
          </a:xfrm>
        </p:grpSpPr>
        <p:cxnSp>
          <p:nvCxnSpPr>
            <p:cNvPr id="405" name="Straight Arrow Connector 404">
              <a:extLst>
                <a:ext uri="{FF2B5EF4-FFF2-40B4-BE49-F238E27FC236}">
                  <a16:creationId xmlns:a16="http://schemas.microsoft.com/office/drawing/2014/main" id="{91B8AE2E-9898-BE44-227B-806FC7908E5D}"/>
                </a:ext>
              </a:extLst>
            </p:cNvPr>
            <p:cNvCxnSpPr>
              <a:cxnSpLocks/>
              <a:stCxn id="409" idx="1"/>
              <a:endCxn id="395" idx="0"/>
            </p:cNvCxnSpPr>
            <p:nvPr/>
          </p:nvCxnSpPr>
          <p:spPr>
            <a:xfrm>
              <a:off x="4334752" y="4995396"/>
              <a:ext cx="143999" cy="18464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6" name="Straight Arrow Connector 405">
              <a:extLst>
                <a:ext uri="{FF2B5EF4-FFF2-40B4-BE49-F238E27FC236}">
                  <a16:creationId xmlns:a16="http://schemas.microsoft.com/office/drawing/2014/main" id="{A653C966-E851-6D7B-1E2F-F4CBA9252638}"/>
                </a:ext>
              </a:extLst>
            </p:cNvPr>
            <p:cNvCxnSpPr>
              <a:cxnSpLocks/>
              <a:stCxn id="411" idx="1"/>
              <a:endCxn id="382" idx="0"/>
            </p:cNvCxnSpPr>
            <p:nvPr/>
          </p:nvCxnSpPr>
          <p:spPr>
            <a:xfrm flipH="1">
              <a:off x="3560104" y="4994613"/>
              <a:ext cx="175857" cy="17709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407" name="Group 406">
              <a:extLst>
                <a:ext uri="{FF2B5EF4-FFF2-40B4-BE49-F238E27FC236}">
                  <a16:creationId xmlns:a16="http://schemas.microsoft.com/office/drawing/2014/main" id="{FE895881-46B2-7C0A-C576-2BD2E48B53C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409" name="Rectangle 25">
                <a:extLst>
                  <a:ext uri="{FF2B5EF4-FFF2-40B4-BE49-F238E27FC236}">
                    <a16:creationId xmlns:a16="http://schemas.microsoft.com/office/drawing/2014/main" id="{0078DC4A-E252-C084-9484-6E8BC04390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410" name="Rectangle 29">
                <a:extLst>
                  <a:ext uri="{FF2B5EF4-FFF2-40B4-BE49-F238E27FC236}">
                    <a16:creationId xmlns:a16="http://schemas.microsoft.com/office/drawing/2014/main" id="{04A070D0-B199-1753-39FB-895861CB9B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411" name="Rectangle 29">
                <a:extLst>
                  <a:ext uri="{FF2B5EF4-FFF2-40B4-BE49-F238E27FC236}">
                    <a16:creationId xmlns:a16="http://schemas.microsoft.com/office/drawing/2014/main" id="{D0835289-3D91-9CF9-E617-9EAC74B898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27" name="Connector: Elbow 426">
            <a:extLst>
              <a:ext uri="{FF2B5EF4-FFF2-40B4-BE49-F238E27FC236}">
                <a16:creationId xmlns:a16="http://schemas.microsoft.com/office/drawing/2014/main" id="{6FDCCCD6-164C-4188-F8FF-7D3526F3BC9F}"/>
              </a:ext>
            </a:extLst>
          </p:cNvPr>
          <p:cNvCxnSpPr>
            <a:stCxn id="1525" idx="2"/>
            <a:endCxn id="250" idx="1"/>
          </p:cNvCxnSpPr>
          <p:nvPr/>
        </p:nvCxnSpPr>
        <p:spPr>
          <a:xfrm rot="10800000" flipV="1">
            <a:off x="4555459" y="1399318"/>
            <a:ext cx="639520" cy="626717"/>
          </a:xfrm>
          <a:prstGeom prst="bentConnector3">
            <a:avLst>
              <a:gd name="adj1" fmla="val 135746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29" name="Connector: Elbow 428">
            <a:extLst>
              <a:ext uri="{FF2B5EF4-FFF2-40B4-BE49-F238E27FC236}">
                <a16:creationId xmlns:a16="http://schemas.microsoft.com/office/drawing/2014/main" id="{30063ACC-FB46-6D24-7E8D-D9AF895C8379}"/>
              </a:ext>
            </a:extLst>
          </p:cNvPr>
          <p:cNvCxnSpPr>
            <a:cxnSpLocks/>
            <a:stCxn id="1524" idx="3"/>
            <a:endCxn id="395" idx="3"/>
          </p:cNvCxnSpPr>
          <p:nvPr/>
        </p:nvCxnSpPr>
        <p:spPr>
          <a:xfrm>
            <a:off x="7093585" y="1398433"/>
            <a:ext cx="550163" cy="627603"/>
          </a:xfrm>
          <a:prstGeom prst="bentConnector3">
            <a:avLst>
              <a:gd name="adj1" fmla="val 141551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33" name="Straight Arrow Connector 432">
            <a:extLst>
              <a:ext uri="{FF2B5EF4-FFF2-40B4-BE49-F238E27FC236}">
                <a16:creationId xmlns:a16="http://schemas.microsoft.com/office/drawing/2014/main" id="{25D0671D-A76D-9C15-A5E2-708B57785286}"/>
              </a:ext>
            </a:extLst>
          </p:cNvPr>
          <p:cNvCxnSpPr>
            <a:stCxn id="376" idx="2"/>
            <a:endCxn id="205" idx="0"/>
          </p:cNvCxnSpPr>
          <p:nvPr/>
        </p:nvCxnSpPr>
        <p:spPr>
          <a:xfrm>
            <a:off x="5161977" y="1833405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Arrow Connector 434">
            <a:extLst>
              <a:ext uri="{FF2B5EF4-FFF2-40B4-BE49-F238E27FC236}">
                <a16:creationId xmlns:a16="http://schemas.microsoft.com/office/drawing/2014/main" id="{647CB323-7E4B-E1AD-BC5A-2F8F25B4BD8F}"/>
              </a:ext>
            </a:extLst>
          </p:cNvPr>
          <p:cNvCxnSpPr>
            <a:stCxn id="205" idx="2"/>
            <a:endCxn id="210" idx="0"/>
          </p:cNvCxnSpPr>
          <p:nvPr/>
        </p:nvCxnSpPr>
        <p:spPr>
          <a:xfrm>
            <a:off x="5193642" y="2349807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TextBox 439">
            <a:extLst>
              <a:ext uri="{FF2B5EF4-FFF2-40B4-BE49-F238E27FC236}">
                <a16:creationId xmlns:a16="http://schemas.microsoft.com/office/drawing/2014/main" id="{17CDED02-D78F-CEED-1900-23F1FEF8DAF8}"/>
              </a:ext>
            </a:extLst>
          </p:cNvPr>
          <p:cNvSpPr txBox="1"/>
          <p:nvPr/>
        </p:nvSpPr>
        <p:spPr>
          <a:xfrm>
            <a:off x="4056656" y="2620690"/>
            <a:ext cx="7312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aggregation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1420E880-CDFD-2977-919F-9063CFD354F9}"/>
              </a:ext>
            </a:extLst>
          </p:cNvPr>
          <p:cNvSpPr txBox="1"/>
          <p:nvPr/>
        </p:nvSpPr>
        <p:spPr>
          <a:xfrm>
            <a:off x="5556364" y="2105977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Partition parallel</a:t>
            </a:r>
          </a:p>
          <a:p>
            <a:r>
              <a:rPr lang="en-GB" sz="800" dirty="0"/>
              <a:t>(decomposition)</a:t>
            </a:r>
          </a:p>
        </p:txBody>
      </p: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E282B382-9C65-D297-0D39-8BA5C2A67C1E}"/>
              </a:ext>
            </a:extLst>
          </p:cNvPr>
          <p:cNvCxnSpPr/>
          <p:nvPr/>
        </p:nvCxnSpPr>
        <p:spPr>
          <a:xfrm>
            <a:off x="7041577" y="1833405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Straight Arrow Connector 442">
            <a:extLst>
              <a:ext uri="{FF2B5EF4-FFF2-40B4-BE49-F238E27FC236}">
                <a16:creationId xmlns:a16="http://schemas.microsoft.com/office/drawing/2014/main" id="{7578ACD4-DA05-9B8B-DCDD-E9E748B07C46}"/>
              </a:ext>
            </a:extLst>
          </p:cNvPr>
          <p:cNvCxnSpPr/>
          <p:nvPr/>
        </p:nvCxnSpPr>
        <p:spPr>
          <a:xfrm>
            <a:off x="7073242" y="2349807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9" name="Straight Connector 1568">
            <a:extLst>
              <a:ext uri="{FF2B5EF4-FFF2-40B4-BE49-F238E27FC236}">
                <a16:creationId xmlns:a16="http://schemas.microsoft.com/office/drawing/2014/main" id="{72F7DF93-FF6C-55AB-649E-DF04CA2F94C9}"/>
              </a:ext>
            </a:extLst>
          </p:cNvPr>
          <p:cNvCxnSpPr>
            <a:cxnSpLocks/>
          </p:cNvCxnSpPr>
          <p:nvPr/>
        </p:nvCxnSpPr>
        <p:spPr>
          <a:xfrm flipH="1">
            <a:off x="6412505" y="584200"/>
            <a:ext cx="22492" cy="2576576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D8BCD2BB-F0CC-C33A-E6B3-3183AA37490C}"/>
              </a:ext>
            </a:extLst>
          </p:cNvPr>
          <p:cNvGrpSpPr/>
          <p:nvPr/>
        </p:nvGrpSpPr>
        <p:grpSpPr>
          <a:xfrm>
            <a:off x="4706505" y="3946349"/>
            <a:ext cx="1029166" cy="71625"/>
            <a:chOff x="3595799" y="4960156"/>
            <a:chExt cx="1012906" cy="7049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919D343-306F-C503-73C4-644BA0467556}"/>
                </a:ext>
              </a:extLst>
            </p:cNvPr>
            <p:cNvCxnSpPr>
              <a:cxnSpLocks/>
              <a:endCxn id="413" idx="3"/>
            </p:cNvCxnSpPr>
            <p:nvPr/>
          </p:nvCxnSpPr>
          <p:spPr>
            <a:xfrm flipH="1">
              <a:off x="4152522" y="4969811"/>
              <a:ext cx="456183" cy="2480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256" name="Straight Arrow Connector 255">
              <a:extLst>
                <a:ext uri="{FF2B5EF4-FFF2-40B4-BE49-F238E27FC236}">
                  <a16:creationId xmlns:a16="http://schemas.microsoft.com/office/drawing/2014/main" id="{CC2DB4D6-7D22-0E78-023F-96D6C5D96D12}"/>
                </a:ext>
              </a:extLst>
            </p:cNvPr>
            <p:cNvCxnSpPr>
              <a:cxnSpLocks/>
              <a:stCxn id="414" idx="1"/>
            </p:cNvCxnSpPr>
            <p:nvPr/>
          </p:nvCxnSpPr>
          <p:spPr>
            <a:xfrm flipH="1" flipV="1">
              <a:off x="3595799" y="4973354"/>
              <a:ext cx="289632" cy="21266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400" name="Group 399">
              <a:extLst>
                <a:ext uri="{FF2B5EF4-FFF2-40B4-BE49-F238E27FC236}">
                  <a16:creationId xmlns:a16="http://schemas.microsoft.com/office/drawing/2014/main" id="{89CFB15A-FE6A-0799-4154-E3A5495D8A1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404" name="Rectangle 25">
                <a:extLst>
                  <a:ext uri="{FF2B5EF4-FFF2-40B4-BE49-F238E27FC236}">
                    <a16:creationId xmlns:a16="http://schemas.microsoft.com/office/drawing/2014/main" id="{408C114A-F6E6-5F55-D960-5290675DE6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413" name="Rectangle 29">
                <a:extLst>
                  <a:ext uri="{FF2B5EF4-FFF2-40B4-BE49-F238E27FC236}">
                    <a16:creationId xmlns:a16="http://schemas.microsoft.com/office/drawing/2014/main" id="{AB8EABFA-A240-16DF-3335-99AF1FC488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414" name="Rectangle 29">
                <a:extLst>
                  <a:ext uri="{FF2B5EF4-FFF2-40B4-BE49-F238E27FC236}">
                    <a16:creationId xmlns:a16="http://schemas.microsoft.com/office/drawing/2014/main" id="{AA2D9E3E-35F5-824E-FD2C-8F24CAD85F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418" name="Group 417">
            <a:extLst>
              <a:ext uri="{FF2B5EF4-FFF2-40B4-BE49-F238E27FC236}">
                <a16:creationId xmlns:a16="http://schemas.microsoft.com/office/drawing/2014/main" id="{1A3E1178-B69E-7FE8-CF35-117611111752}"/>
              </a:ext>
            </a:extLst>
          </p:cNvPr>
          <p:cNvGrpSpPr/>
          <p:nvPr/>
        </p:nvGrpSpPr>
        <p:grpSpPr>
          <a:xfrm>
            <a:off x="6580618" y="3935776"/>
            <a:ext cx="1049124" cy="71625"/>
            <a:chOff x="3490493" y="4960156"/>
            <a:chExt cx="1032550" cy="70493"/>
          </a:xfrm>
        </p:grpSpPr>
        <p:cxnSp>
          <p:nvCxnSpPr>
            <p:cNvPr id="419" name="Straight Arrow Connector 418">
              <a:extLst>
                <a:ext uri="{FF2B5EF4-FFF2-40B4-BE49-F238E27FC236}">
                  <a16:creationId xmlns:a16="http://schemas.microsoft.com/office/drawing/2014/main" id="{FA991D42-CCF4-B3F2-470E-58D19FDC7721}"/>
                </a:ext>
              </a:extLst>
            </p:cNvPr>
            <p:cNvCxnSpPr>
              <a:cxnSpLocks/>
              <a:endCxn id="425" idx="3"/>
            </p:cNvCxnSpPr>
            <p:nvPr/>
          </p:nvCxnSpPr>
          <p:spPr>
            <a:xfrm flipH="1">
              <a:off x="4152522" y="4986541"/>
              <a:ext cx="370521" cy="807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421" name="Straight Arrow Connector 420">
              <a:extLst>
                <a:ext uri="{FF2B5EF4-FFF2-40B4-BE49-F238E27FC236}">
                  <a16:creationId xmlns:a16="http://schemas.microsoft.com/office/drawing/2014/main" id="{95CEF98C-E3C0-54B2-307E-8620D70BD807}"/>
                </a:ext>
              </a:extLst>
            </p:cNvPr>
            <p:cNvCxnSpPr>
              <a:cxnSpLocks/>
              <a:stCxn id="426" idx="1"/>
            </p:cNvCxnSpPr>
            <p:nvPr/>
          </p:nvCxnSpPr>
          <p:spPr>
            <a:xfrm flipH="1" flipV="1">
              <a:off x="3490493" y="4980219"/>
              <a:ext cx="394937" cy="14401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423" name="Group 422">
              <a:extLst>
                <a:ext uri="{FF2B5EF4-FFF2-40B4-BE49-F238E27FC236}">
                  <a16:creationId xmlns:a16="http://schemas.microsoft.com/office/drawing/2014/main" id="{C1222C65-DC83-81BB-04EB-93DD5A903BF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424" name="Rectangle 25">
                <a:extLst>
                  <a:ext uri="{FF2B5EF4-FFF2-40B4-BE49-F238E27FC236}">
                    <a16:creationId xmlns:a16="http://schemas.microsoft.com/office/drawing/2014/main" id="{1072393E-3EAE-492F-7722-B4891B2390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425" name="Rectangle 29">
                <a:extLst>
                  <a:ext uri="{FF2B5EF4-FFF2-40B4-BE49-F238E27FC236}">
                    <a16:creationId xmlns:a16="http://schemas.microsoft.com/office/drawing/2014/main" id="{0D32BBFB-AB6B-AD9D-9375-E88A8E55A4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426" name="Rectangle 29">
                <a:extLst>
                  <a:ext uri="{FF2B5EF4-FFF2-40B4-BE49-F238E27FC236}">
                    <a16:creationId xmlns:a16="http://schemas.microsoft.com/office/drawing/2014/main" id="{9BA65FA7-4B78-FA4F-29FE-9C5BF20BC1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sp>
        <p:nvSpPr>
          <p:cNvPr id="428" name="TextBox 427">
            <a:extLst>
              <a:ext uri="{FF2B5EF4-FFF2-40B4-BE49-F238E27FC236}">
                <a16:creationId xmlns:a16="http://schemas.microsoft.com/office/drawing/2014/main" id="{5DCB6834-9EB3-69CA-1CA5-D7B86C56E273}"/>
              </a:ext>
            </a:extLst>
          </p:cNvPr>
          <p:cNvSpPr txBox="1"/>
          <p:nvPr/>
        </p:nvSpPr>
        <p:spPr>
          <a:xfrm>
            <a:off x="3944312" y="2194526"/>
            <a:ext cx="5277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solidFill>
                  <a:srgbClr val="FF0000"/>
                </a:solidFill>
              </a:rPr>
              <a:t>SNPP</a:t>
            </a:r>
          </a:p>
        </p:txBody>
      </p:sp>
      <p:sp>
        <p:nvSpPr>
          <p:cNvPr id="430" name="TextBox 429">
            <a:extLst>
              <a:ext uri="{FF2B5EF4-FFF2-40B4-BE49-F238E27FC236}">
                <a16:creationId xmlns:a16="http://schemas.microsoft.com/office/drawing/2014/main" id="{E1B856B2-312A-7AC9-EAE2-BB49D2CCD342}"/>
              </a:ext>
            </a:extLst>
          </p:cNvPr>
          <p:cNvSpPr txBox="1"/>
          <p:nvPr/>
        </p:nvSpPr>
        <p:spPr>
          <a:xfrm>
            <a:off x="3999330" y="812858"/>
            <a:ext cx="43313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solidFill>
                  <a:srgbClr val="FF0000"/>
                </a:solidFill>
              </a:rPr>
              <a:t>SNP</a:t>
            </a:r>
          </a:p>
        </p:txBody>
      </p:sp>
      <p:sp>
        <p:nvSpPr>
          <p:cNvPr id="431" name="TextBox 430">
            <a:extLst>
              <a:ext uri="{FF2B5EF4-FFF2-40B4-BE49-F238E27FC236}">
                <a16:creationId xmlns:a16="http://schemas.microsoft.com/office/drawing/2014/main" id="{C587AAA6-753A-C24B-C866-4D84C3BBBAED}"/>
              </a:ext>
            </a:extLst>
          </p:cNvPr>
          <p:cNvSpPr txBox="1"/>
          <p:nvPr/>
        </p:nvSpPr>
        <p:spPr>
          <a:xfrm>
            <a:off x="5759067" y="0"/>
            <a:ext cx="42030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solidFill>
                  <a:srgbClr val="FF0000"/>
                </a:solidFill>
              </a:rPr>
              <a:t>Call</a:t>
            </a:r>
          </a:p>
        </p:txBody>
      </p:sp>
      <p:sp>
        <p:nvSpPr>
          <p:cNvPr id="434" name="TextBox 433">
            <a:extLst>
              <a:ext uri="{FF2B5EF4-FFF2-40B4-BE49-F238E27FC236}">
                <a16:creationId xmlns:a16="http://schemas.microsoft.com/office/drawing/2014/main" id="{74E5EBE7-6267-6FDD-6CDE-9C816119D280}"/>
              </a:ext>
            </a:extLst>
          </p:cNvPr>
          <p:cNvSpPr txBox="1"/>
          <p:nvPr/>
        </p:nvSpPr>
        <p:spPr>
          <a:xfrm>
            <a:off x="6666576" y="539969"/>
            <a:ext cx="86273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solidFill>
                  <a:srgbClr val="FF0000"/>
                </a:solidFill>
              </a:rPr>
              <a:t>Connection</a:t>
            </a:r>
          </a:p>
        </p:txBody>
      </p:sp>
      <p:sp>
        <p:nvSpPr>
          <p:cNvPr id="436" name="TextBox 435">
            <a:extLst>
              <a:ext uri="{FF2B5EF4-FFF2-40B4-BE49-F238E27FC236}">
                <a16:creationId xmlns:a16="http://schemas.microsoft.com/office/drawing/2014/main" id="{FC6BBD79-1374-74B9-BB4C-FAC8E7A09D8B}"/>
              </a:ext>
            </a:extLst>
          </p:cNvPr>
          <p:cNvSpPr txBox="1"/>
          <p:nvPr/>
        </p:nvSpPr>
        <p:spPr>
          <a:xfrm>
            <a:off x="4505269" y="539969"/>
            <a:ext cx="86273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solidFill>
                  <a:srgbClr val="FF0000"/>
                </a:solidFill>
              </a:rPr>
              <a:t>Connection</a:t>
            </a:r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8475C3CA-EE61-78B6-A30B-5F55C60A4754}"/>
              </a:ext>
            </a:extLst>
          </p:cNvPr>
          <p:cNvSpPr txBox="1"/>
          <p:nvPr/>
        </p:nvSpPr>
        <p:spPr>
          <a:xfrm>
            <a:off x="4356577" y="1429999"/>
            <a:ext cx="7489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 err="1">
                <a:solidFill>
                  <a:srgbClr val="FF0000"/>
                </a:solidFill>
              </a:rPr>
              <a:t>SNPPLink</a:t>
            </a:r>
            <a:endParaRPr lang="en-GB" sz="105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9003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F783E-20BB-7913-0CB9-C7E9621CD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D5DB-9AEE-8C1B-954C-FC5A97E2C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3605"/>
          </a:xfrm>
        </p:spPr>
        <p:txBody>
          <a:bodyPr>
            <a:normAutofit fontScale="90000"/>
          </a:bodyPr>
          <a:lstStyle/>
          <a:p>
            <a:r>
              <a:rPr lang="en-GB" dirty="0"/>
              <a:t>Proposal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4168EBB-CFD2-01B8-7624-FAE3DE535659}"/>
              </a:ext>
            </a:extLst>
          </p:cNvPr>
          <p:cNvSpPr/>
          <p:nvPr/>
        </p:nvSpPr>
        <p:spPr>
          <a:xfrm>
            <a:off x="5588272" y="3456935"/>
            <a:ext cx="1119125" cy="2793520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95CEA6A-046C-28EC-4EC8-1FE7DBAC1D06}"/>
              </a:ext>
            </a:extLst>
          </p:cNvPr>
          <p:cNvSpPr/>
          <p:nvPr/>
        </p:nvSpPr>
        <p:spPr>
          <a:xfrm>
            <a:off x="3738425" y="3435973"/>
            <a:ext cx="1049521" cy="28144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7" name="Group 254">
            <a:extLst>
              <a:ext uri="{FF2B5EF4-FFF2-40B4-BE49-F238E27FC236}">
                <a16:creationId xmlns:a16="http://schemas.microsoft.com/office/drawing/2014/main" id="{1C44A177-26E8-60DA-5591-60FE9A22A391}"/>
              </a:ext>
            </a:extLst>
          </p:cNvPr>
          <p:cNvGrpSpPr>
            <a:grpSpLocks noChangeAspect="1"/>
          </p:cNvGrpSpPr>
          <p:nvPr/>
        </p:nvGrpSpPr>
        <p:grpSpPr>
          <a:xfrm>
            <a:off x="3854838" y="6038976"/>
            <a:ext cx="280226" cy="161260"/>
            <a:chOff x="8421867" y="1904979"/>
            <a:chExt cx="347879" cy="255573"/>
          </a:xfrm>
        </p:grpSpPr>
        <p:sp>
          <p:nvSpPr>
            <p:cNvPr id="38" name="Rectangle 60">
              <a:extLst>
                <a:ext uri="{FF2B5EF4-FFF2-40B4-BE49-F238E27FC236}">
                  <a16:creationId xmlns:a16="http://schemas.microsoft.com/office/drawing/2014/main" id="{00BCAE52-008C-92AB-8199-0C139EE46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" name="Group 719">
              <a:extLst>
                <a:ext uri="{FF2B5EF4-FFF2-40B4-BE49-F238E27FC236}">
                  <a16:creationId xmlns:a16="http://schemas.microsoft.com/office/drawing/2014/main" id="{A2AAE41E-8B19-6840-4150-3F2F33EFDB2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D7D3479B-5472-DCF4-2942-6AAC25432BA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2C4F05E4-2E2D-D23B-AC5E-5CB64F98A20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9C6DA002-95D3-F5DC-C950-3F1C493B4BA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5A9B9876-A275-AA14-F684-D937BF6047F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0" name="Trapezoid 113">
              <a:extLst>
                <a:ext uri="{FF2B5EF4-FFF2-40B4-BE49-F238E27FC236}">
                  <a16:creationId xmlns:a16="http://schemas.microsoft.com/office/drawing/2014/main" id="{8CF00422-90AD-9DB3-03E2-A4540EEA32C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F3037CB-15A4-4C01-39E4-E5989D4173C7}"/>
              </a:ext>
            </a:extLst>
          </p:cNvPr>
          <p:cNvGrpSpPr/>
          <p:nvPr/>
        </p:nvGrpSpPr>
        <p:grpSpPr>
          <a:xfrm>
            <a:off x="3855598" y="5675756"/>
            <a:ext cx="276281" cy="173735"/>
            <a:chOff x="3417117" y="2447654"/>
            <a:chExt cx="362556" cy="22798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BD325A5-40EA-4E65-A295-021D5648D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F561AB82-FED9-2B77-C60E-238B31951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" name="Trapezoid 110">
              <a:extLst>
                <a:ext uri="{FF2B5EF4-FFF2-40B4-BE49-F238E27FC236}">
                  <a16:creationId xmlns:a16="http://schemas.microsoft.com/office/drawing/2014/main" id="{B5A1EE6B-B47A-4DA6-209B-00EA8F3A4F23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148F0A4-DC9D-2B03-B979-5BAE37F8B6E0}"/>
              </a:ext>
            </a:extLst>
          </p:cNvPr>
          <p:cNvCxnSpPr>
            <a:cxnSpLocks/>
            <a:stCxn id="46" idx="2"/>
            <a:endCxn id="38" idx="0"/>
          </p:cNvCxnSpPr>
          <p:nvPr/>
        </p:nvCxnSpPr>
        <p:spPr>
          <a:xfrm>
            <a:off x="3993739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50" name="Group 254">
            <a:extLst>
              <a:ext uri="{FF2B5EF4-FFF2-40B4-BE49-F238E27FC236}">
                <a16:creationId xmlns:a16="http://schemas.microsoft.com/office/drawing/2014/main" id="{2ECC6B52-1CB1-79AD-985B-270326425376}"/>
              </a:ext>
            </a:extLst>
          </p:cNvPr>
          <p:cNvGrpSpPr>
            <a:grpSpLocks noChangeAspect="1"/>
          </p:cNvGrpSpPr>
          <p:nvPr/>
        </p:nvGrpSpPr>
        <p:grpSpPr>
          <a:xfrm>
            <a:off x="4426280" y="6038976"/>
            <a:ext cx="280226" cy="161260"/>
            <a:chOff x="8421867" y="1904979"/>
            <a:chExt cx="347879" cy="255573"/>
          </a:xfrm>
        </p:grpSpPr>
        <p:sp>
          <p:nvSpPr>
            <p:cNvPr id="236" name="Rectangle 60">
              <a:extLst>
                <a:ext uri="{FF2B5EF4-FFF2-40B4-BE49-F238E27FC236}">
                  <a16:creationId xmlns:a16="http://schemas.microsoft.com/office/drawing/2014/main" id="{EFCB9526-FB9D-1B97-B702-DD1215F0E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7" name="Group 719">
              <a:extLst>
                <a:ext uri="{FF2B5EF4-FFF2-40B4-BE49-F238E27FC236}">
                  <a16:creationId xmlns:a16="http://schemas.microsoft.com/office/drawing/2014/main" id="{B45A2511-B854-A29A-E299-57A95AA41F4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05F3BB7D-A0DA-00D6-44EE-B268EFF02A6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64C21E8E-AE0C-E9BF-E811-225952F9C7E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D37A0AF6-8215-F785-1D60-928300FB6C2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824FEC64-DC27-05A7-090A-D25A081DC72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38" name="Trapezoid 149">
              <a:extLst>
                <a:ext uri="{FF2B5EF4-FFF2-40B4-BE49-F238E27FC236}">
                  <a16:creationId xmlns:a16="http://schemas.microsoft.com/office/drawing/2014/main" id="{864C1A1A-9B37-FCB3-D791-D45CA85095F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C82A664C-714D-AA77-BA30-37FB2BC476E4}"/>
              </a:ext>
            </a:extLst>
          </p:cNvPr>
          <p:cNvCxnSpPr>
            <a:cxnSpLocks/>
            <a:stCxn id="739" idx="2"/>
            <a:endCxn id="236" idx="0"/>
          </p:cNvCxnSpPr>
          <p:nvPr/>
        </p:nvCxnSpPr>
        <p:spPr>
          <a:xfrm>
            <a:off x="4565182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04056748-572D-23CC-63E8-172582CFF549}"/>
              </a:ext>
            </a:extLst>
          </p:cNvPr>
          <p:cNvGrpSpPr/>
          <p:nvPr/>
        </p:nvGrpSpPr>
        <p:grpSpPr>
          <a:xfrm>
            <a:off x="4421460" y="4946379"/>
            <a:ext cx="276281" cy="173735"/>
            <a:chOff x="3417117" y="2447654"/>
            <a:chExt cx="362556" cy="227987"/>
          </a:xfrm>
        </p:grpSpPr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351788EE-2D0E-B084-F2FE-D0A16AB90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4D88F0C0-AD00-DAB8-4A0D-51A1F78FD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8" name="Trapezoid 170">
              <a:extLst>
                <a:ext uri="{FF2B5EF4-FFF2-40B4-BE49-F238E27FC236}">
                  <a16:creationId xmlns:a16="http://schemas.microsoft.com/office/drawing/2014/main" id="{9522229F-9568-11C7-CF87-6A7F64CA6E5C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5E87D26F-38C3-FF21-16F6-745E079E0EEA}"/>
              </a:ext>
            </a:extLst>
          </p:cNvPr>
          <p:cNvCxnSpPr>
            <a:cxnSpLocks/>
            <a:stCxn id="252" idx="2"/>
            <a:endCxn id="739" idx="2"/>
          </p:cNvCxnSpPr>
          <p:nvPr/>
        </p:nvCxnSpPr>
        <p:spPr>
          <a:xfrm>
            <a:off x="4559600" y="5120113"/>
            <a:ext cx="5581" cy="72937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72" name="Group 254">
            <a:extLst>
              <a:ext uri="{FF2B5EF4-FFF2-40B4-BE49-F238E27FC236}">
                <a16:creationId xmlns:a16="http://schemas.microsoft.com/office/drawing/2014/main" id="{080A8D9E-A688-CD04-3F9E-BBE92A521866}"/>
              </a:ext>
            </a:extLst>
          </p:cNvPr>
          <p:cNvGrpSpPr>
            <a:grpSpLocks noChangeAspect="1"/>
          </p:cNvGrpSpPr>
          <p:nvPr/>
        </p:nvGrpSpPr>
        <p:grpSpPr>
          <a:xfrm>
            <a:off x="5735672" y="6035378"/>
            <a:ext cx="280226" cy="161260"/>
            <a:chOff x="8421867" y="1904979"/>
            <a:chExt cx="347879" cy="255573"/>
          </a:xfrm>
        </p:grpSpPr>
        <p:sp>
          <p:nvSpPr>
            <p:cNvPr id="288" name="Rectangle 60">
              <a:extLst>
                <a:ext uri="{FF2B5EF4-FFF2-40B4-BE49-F238E27FC236}">
                  <a16:creationId xmlns:a16="http://schemas.microsoft.com/office/drawing/2014/main" id="{A1C5BFDE-3C35-2644-BAB0-A8CEE85C0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89" name="Group 719">
              <a:extLst>
                <a:ext uri="{FF2B5EF4-FFF2-40B4-BE49-F238E27FC236}">
                  <a16:creationId xmlns:a16="http://schemas.microsoft.com/office/drawing/2014/main" id="{75D3A845-B261-A4D2-B033-FF25C34C3B53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E4AD3D3D-C538-E5F3-8DC7-6D0CE4BA2D9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5D9082C9-6018-F333-2958-E2C55136A49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6480FCB4-6C21-69A9-A588-5B8527FC787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74F42A92-503C-1C9D-7983-3F105CC164A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90" name="Trapezoid 221">
              <a:extLst>
                <a:ext uri="{FF2B5EF4-FFF2-40B4-BE49-F238E27FC236}">
                  <a16:creationId xmlns:a16="http://schemas.microsoft.com/office/drawing/2014/main" id="{7DFF30ED-C32B-8DF7-95F7-A4ED9F448EA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702A5714-59BB-5910-5D17-637C541FEFE6}"/>
              </a:ext>
            </a:extLst>
          </p:cNvPr>
          <p:cNvGrpSpPr/>
          <p:nvPr/>
        </p:nvGrpSpPr>
        <p:grpSpPr>
          <a:xfrm>
            <a:off x="5736433" y="5672157"/>
            <a:ext cx="276281" cy="173735"/>
            <a:chOff x="3417117" y="2447654"/>
            <a:chExt cx="362556" cy="227987"/>
          </a:xfrm>
        </p:grpSpPr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53C46D5E-948D-6CB4-4703-D44DC7B4B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D478926F-CC02-967D-A18C-74C8EEEB0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8" name="Trapezoid 229">
              <a:extLst>
                <a:ext uri="{FF2B5EF4-FFF2-40B4-BE49-F238E27FC236}">
                  <a16:creationId xmlns:a16="http://schemas.microsoft.com/office/drawing/2014/main" id="{3053A444-7F7A-C936-961D-3F43AE485FB5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4CD3CFAF-9C67-E148-9D87-64D26E822F7B}"/>
              </a:ext>
            </a:extLst>
          </p:cNvPr>
          <p:cNvCxnSpPr>
            <a:cxnSpLocks/>
            <a:stCxn id="296" idx="2"/>
            <a:endCxn id="288" idx="0"/>
          </p:cNvCxnSpPr>
          <p:nvPr/>
        </p:nvCxnSpPr>
        <p:spPr>
          <a:xfrm>
            <a:off x="5874574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07" name="Group 254">
            <a:extLst>
              <a:ext uri="{FF2B5EF4-FFF2-40B4-BE49-F238E27FC236}">
                <a16:creationId xmlns:a16="http://schemas.microsoft.com/office/drawing/2014/main" id="{C62CCF73-C053-0A30-020E-77AF4C7FDB8B}"/>
              </a:ext>
            </a:extLst>
          </p:cNvPr>
          <p:cNvGrpSpPr>
            <a:grpSpLocks noChangeAspect="1"/>
          </p:cNvGrpSpPr>
          <p:nvPr/>
        </p:nvGrpSpPr>
        <p:grpSpPr>
          <a:xfrm>
            <a:off x="5730091" y="5306001"/>
            <a:ext cx="280226" cy="161260"/>
            <a:chOff x="8421867" y="1904979"/>
            <a:chExt cx="347879" cy="255573"/>
          </a:xfrm>
        </p:grpSpPr>
        <p:sp>
          <p:nvSpPr>
            <p:cNvPr id="309" name="Rectangle 60">
              <a:extLst>
                <a:ext uri="{FF2B5EF4-FFF2-40B4-BE49-F238E27FC236}">
                  <a16:creationId xmlns:a16="http://schemas.microsoft.com/office/drawing/2014/main" id="{B459F24B-00E1-BBD7-49EB-0455FBEB1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10" name="Group 719">
              <a:extLst>
                <a:ext uri="{FF2B5EF4-FFF2-40B4-BE49-F238E27FC236}">
                  <a16:creationId xmlns:a16="http://schemas.microsoft.com/office/drawing/2014/main" id="{198B1A24-8D54-901E-7F48-06031CF9064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F05A03A1-E6A3-0A3B-C33C-8D11ED5028F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5D055F8F-EF7F-8133-B93B-179A8515EA9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4" name="Straight Connector 313">
                <a:extLst>
                  <a:ext uri="{FF2B5EF4-FFF2-40B4-BE49-F238E27FC236}">
                    <a16:creationId xmlns:a16="http://schemas.microsoft.com/office/drawing/2014/main" id="{3729D544-9929-D50D-03F2-BCC9ED731EA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B95205FA-FA43-6B01-10EE-4274D4B5D49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11" name="Trapezoid 243">
              <a:extLst>
                <a:ext uri="{FF2B5EF4-FFF2-40B4-BE49-F238E27FC236}">
                  <a16:creationId xmlns:a16="http://schemas.microsoft.com/office/drawing/2014/main" id="{3DED9FA5-CF83-F216-5E03-78D11A55516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59125F70-266E-BE3B-9838-C48E04A60928}"/>
              </a:ext>
            </a:extLst>
          </p:cNvPr>
          <p:cNvGrpSpPr/>
          <p:nvPr/>
        </p:nvGrpSpPr>
        <p:grpSpPr>
          <a:xfrm>
            <a:off x="5730852" y="4942781"/>
            <a:ext cx="276281" cy="173735"/>
            <a:chOff x="3417117" y="2447654"/>
            <a:chExt cx="362556" cy="227987"/>
          </a:xfrm>
        </p:grpSpPr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BAB92144-247B-F794-612B-67B61E2AD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1FE26EC6-A81D-2B7F-39CA-3E70C7B1CB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4" name="Trapezoid 257">
              <a:extLst>
                <a:ext uri="{FF2B5EF4-FFF2-40B4-BE49-F238E27FC236}">
                  <a16:creationId xmlns:a16="http://schemas.microsoft.com/office/drawing/2014/main" id="{9504CEF2-9A3A-AA78-907F-CABDD70DB9D3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6A2A3F5F-9BB6-34A0-10C1-DD523850BE8F}"/>
              </a:ext>
            </a:extLst>
          </p:cNvPr>
          <p:cNvCxnSpPr>
            <a:cxnSpLocks/>
            <a:stCxn id="317" idx="2"/>
            <a:endCxn id="309" idx="0"/>
          </p:cNvCxnSpPr>
          <p:nvPr/>
        </p:nvCxnSpPr>
        <p:spPr>
          <a:xfrm>
            <a:off x="5868993" y="5116515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26" name="Group 254">
            <a:extLst>
              <a:ext uri="{FF2B5EF4-FFF2-40B4-BE49-F238E27FC236}">
                <a16:creationId xmlns:a16="http://schemas.microsoft.com/office/drawing/2014/main" id="{8F3317E7-7C9A-F55D-BDD0-BC675F307F73}"/>
              </a:ext>
            </a:extLst>
          </p:cNvPr>
          <p:cNvGrpSpPr>
            <a:grpSpLocks noChangeAspect="1"/>
          </p:cNvGrpSpPr>
          <p:nvPr/>
        </p:nvGrpSpPr>
        <p:grpSpPr>
          <a:xfrm>
            <a:off x="6300393" y="6035378"/>
            <a:ext cx="280226" cy="161260"/>
            <a:chOff x="8421867" y="1904979"/>
            <a:chExt cx="347879" cy="255573"/>
          </a:xfrm>
        </p:grpSpPr>
        <p:sp>
          <p:nvSpPr>
            <p:cNvPr id="327" name="Rectangle 60">
              <a:extLst>
                <a:ext uri="{FF2B5EF4-FFF2-40B4-BE49-F238E27FC236}">
                  <a16:creationId xmlns:a16="http://schemas.microsoft.com/office/drawing/2014/main" id="{EECA3578-F399-3C81-7B10-D2CA83C1B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28" name="Group 719">
              <a:extLst>
                <a:ext uri="{FF2B5EF4-FFF2-40B4-BE49-F238E27FC236}">
                  <a16:creationId xmlns:a16="http://schemas.microsoft.com/office/drawing/2014/main" id="{AB31BCED-995A-3836-794E-EB52BA5527E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86DA3D31-35CD-1E71-A719-730E791331D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6F82E3EF-554A-7204-135A-7F1622F1E6F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3979C4AE-3F5F-5C2B-A4A5-620EC26DE92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DDC62A98-AA8F-B0E9-4783-170EEFCA550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29" name="Trapezoid 275">
              <a:extLst>
                <a:ext uri="{FF2B5EF4-FFF2-40B4-BE49-F238E27FC236}">
                  <a16:creationId xmlns:a16="http://schemas.microsoft.com/office/drawing/2014/main" id="{CCBD4D7C-C625-4069-769A-58FEA90DB9D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D6FC2E92-CBA7-72A4-256C-EBB14935C6B5}"/>
              </a:ext>
            </a:extLst>
          </p:cNvPr>
          <p:cNvGrpSpPr/>
          <p:nvPr/>
        </p:nvGrpSpPr>
        <p:grpSpPr>
          <a:xfrm>
            <a:off x="6301154" y="5672157"/>
            <a:ext cx="276281" cy="173735"/>
            <a:chOff x="3417117" y="2447654"/>
            <a:chExt cx="362556" cy="227987"/>
          </a:xfrm>
        </p:grpSpPr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F175C7D2-67F8-3E14-9312-E1D557434B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32612F56-BCE3-9793-12B4-9924F9566A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7" name="Trapezoid 283">
              <a:extLst>
                <a:ext uri="{FF2B5EF4-FFF2-40B4-BE49-F238E27FC236}">
                  <a16:creationId xmlns:a16="http://schemas.microsoft.com/office/drawing/2014/main" id="{9D7064E2-A31C-703B-11F5-002BDC26ECAB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EEC99BC7-5D0C-19B0-D360-C7C71D34381F}"/>
              </a:ext>
            </a:extLst>
          </p:cNvPr>
          <p:cNvCxnSpPr>
            <a:cxnSpLocks/>
            <a:stCxn id="335" idx="2"/>
            <a:endCxn id="327" idx="0"/>
          </p:cNvCxnSpPr>
          <p:nvPr/>
        </p:nvCxnSpPr>
        <p:spPr>
          <a:xfrm>
            <a:off x="6439295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39" name="Rectangle 25">
            <a:extLst>
              <a:ext uri="{FF2B5EF4-FFF2-40B4-BE49-F238E27FC236}">
                <a16:creationId xmlns:a16="http://schemas.microsoft.com/office/drawing/2014/main" id="{78EDA98F-870D-B8BB-53DF-27597F3CA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2568" y="4810269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40" name="Rectangle 29">
            <a:extLst>
              <a:ext uri="{FF2B5EF4-FFF2-40B4-BE49-F238E27FC236}">
                <a16:creationId xmlns:a16="http://schemas.microsoft.com/office/drawing/2014/main" id="{4FD77E7C-B904-E315-C6B1-2BAE5BA14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663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41" name="Rectangle 29">
            <a:extLst>
              <a:ext uri="{FF2B5EF4-FFF2-40B4-BE49-F238E27FC236}">
                <a16:creationId xmlns:a16="http://schemas.microsoft.com/office/drawing/2014/main" id="{67BAD722-D839-5AF5-2BC3-EDF988997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55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DB155B20-FEE0-06E4-0CE5-365671DC291D}"/>
              </a:ext>
            </a:extLst>
          </p:cNvPr>
          <p:cNvCxnSpPr>
            <a:cxnSpLocks/>
            <a:stCxn id="340" idx="2"/>
            <a:endCxn id="252" idx="0"/>
          </p:cNvCxnSpPr>
          <p:nvPr/>
        </p:nvCxnSpPr>
        <p:spPr>
          <a:xfrm flipH="1">
            <a:off x="4559599" y="4851095"/>
            <a:ext cx="377039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343" name="Straight Arrow Connector 342">
            <a:extLst>
              <a:ext uri="{FF2B5EF4-FFF2-40B4-BE49-F238E27FC236}">
                <a16:creationId xmlns:a16="http://schemas.microsoft.com/office/drawing/2014/main" id="{46166450-4A8E-3791-42CB-9DD97437FC4B}"/>
              </a:ext>
            </a:extLst>
          </p:cNvPr>
          <p:cNvCxnSpPr>
            <a:cxnSpLocks/>
            <a:stCxn id="341" idx="6"/>
            <a:endCxn id="317" idx="0"/>
          </p:cNvCxnSpPr>
          <p:nvPr/>
        </p:nvCxnSpPr>
        <p:spPr>
          <a:xfrm>
            <a:off x="5463641" y="4851094"/>
            <a:ext cx="405352" cy="9168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44" name="Rectangle 135">
            <a:extLst>
              <a:ext uri="{FF2B5EF4-FFF2-40B4-BE49-F238E27FC236}">
                <a16:creationId xmlns:a16="http://schemas.microsoft.com/office/drawing/2014/main" id="{AB9FC5DD-32DA-952A-6C23-00C1B480E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091" y="4903940"/>
            <a:ext cx="64755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DCB59D3B-D7BB-8417-0B34-C37BF6AD3F06}"/>
              </a:ext>
            </a:extLst>
          </p:cNvPr>
          <p:cNvSpPr/>
          <p:nvPr/>
        </p:nvSpPr>
        <p:spPr>
          <a:xfrm>
            <a:off x="7483073" y="3441031"/>
            <a:ext cx="1052401" cy="2809424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46" name="Group 254">
            <a:extLst>
              <a:ext uri="{FF2B5EF4-FFF2-40B4-BE49-F238E27FC236}">
                <a16:creationId xmlns:a16="http://schemas.microsoft.com/office/drawing/2014/main" id="{5D07C81C-6B96-581D-A0AE-15AAFD354C93}"/>
              </a:ext>
            </a:extLst>
          </p:cNvPr>
          <p:cNvGrpSpPr>
            <a:grpSpLocks noChangeAspect="1"/>
          </p:cNvGrpSpPr>
          <p:nvPr/>
        </p:nvGrpSpPr>
        <p:grpSpPr>
          <a:xfrm>
            <a:off x="7588243" y="6036396"/>
            <a:ext cx="280226" cy="161260"/>
            <a:chOff x="8421867" y="1904979"/>
            <a:chExt cx="347879" cy="255573"/>
          </a:xfrm>
        </p:grpSpPr>
        <p:sp>
          <p:nvSpPr>
            <p:cNvPr id="347" name="Rectangle 60">
              <a:extLst>
                <a:ext uri="{FF2B5EF4-FFF2-40B4-BE49-F238E27FC236}">
                  <a16:creationId xmlns:a16="http://schemas.microsoft.com/office/drawing/2014/main" id="{D4960F96-F261-9928-948B-661A67A2C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48" name="Group 719">
              <a:extLst>
                <a:ext uri="{FF2B5EF4-FFF2-40B4-BE49-F238E27FC236}">
                  <a16:creationId xmlns:a16="http://schemas.microsoft.com/office/drawing/2014/main" id="{831534F8-FC4A-665F-82DF-8E9D044C5DE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50" name="Straight Connector 349">
                <a:extLst>
                  <a:ext uri="{FF2B5EF4-FFF2-40B4-BE49-F238E27FC236}">
                    <a16:creationId xmlns:a16="http://schemas.microsoft.com/office/drawing/2014/main" id="{2011FC4F-FEE0-A4FB-AABF-BCED5694371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1" name="Straight Connector 350">
                <a:extLst>
                  <a:ext uri="{FF2B5EF4-FFF2-40B4-BE49-F238E27FC236}">
                    <a16:creationId xmlns:a16="http://schemas.microsoft.com/office/drawing/2014/main" id="{D4141750-3C09-9912-4EAE-720D65F4B7D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2" name="Straight Connector 351">
                <a:extLst>
                  <a:ext uri="{FF2B5EF4-FFF2-40B4-BE49-F238E27FC236}">
                    <a16:creationId xmlns:a16="http://schemas.microsoft.com/office/drawing/2014/main" id="{ED91E43C-0E78-F22B-A81B-2AD67F4318E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15EED8D6-0A89-546E-8E59-48E21A9CDCD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49" name="Trapezoid 442">
              <a:extLst>
                <a:ext uri="{FF2B5EF4-FFF2-40B4-BE49-F238E27FC236}">
                  <a16:creationId xmlns:a16="http://schemas.microsoft.com/office/drawing/2014/main" id="{431B1D64-2899-C194-DAA2-F8C4858342D1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A680B6FE-D005-5427-705E-5238CF51E134}"/>
              </a:ext>
            </a:extLst>
          </p:cNvPr>
          <p:cNvGrpSpPr/>
          <p:nvPr/>
        </p:nvGrpSpPr>
        <p:grpSpPr>
          <a:xfrm>
            <a:off x="7583423" y="4943798"/>
            <a:ext cx="276281" cy="173735"/>
            <a:chOff x="3417117" y="2447654"/>
            <a:chExt cx="362556" cy="227987"/>
          </a:xfrm>
        </p:grpSpPr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04424932-EB09-E4B4-85F1-9212D3B7E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E6C7649D-0AD1-48AC-B169-C9E509DCC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7" name="Trapezoid 463">
              <a:extLst>
                <a:ext uri="{FF2B5EF4-FFF2-40B4-BE49-F238E27FC236}">
                  <a16:creationId xmlns:a16="http://schemas.microsoft.com/office/drawing/2014/main" id="{73717B4B-610C-32DF-63A3-16748DC145B6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8" name="Group 254">
            <a:extLst>
              <a:ext uri="{FF2B5EF4-FFF2-40B4-BE49-F238E27FC236}">
                <a16:creationId xmlns:a16="http://schemas.microsoft.com/office/drawing/2014/main" id="{937AB2F1-0D2D-A8C3-7D71-DBFF28BBB9FB}"/>
              </a:ext>
            </a:extLst>
          </p:cNvPr>
          <p:cNvGrpSpPr>
            <a:grpSpLocks noChangeAspect="1"/>
          </p:cNvGrpSpPr>
          <p:nvPr/>
        </p:nvGrpSpPr>
        <p:grpSpPr>
          <a:xfrm>
            <a:off x="8144895" y="6036396"/>
            <a:ext cx="280226" cy="161260"/>
            <a:chOff x="8421867" y="1904979"/>
            <a:chExt cx="347879" cy="255573"/>
          </a:xfrm>
        </p:grpSpPr>
        <p:sp>
          <p:nvSpPr>
            <p:cNvPr id="359" name="Rectangle 60">
              <a:extLst>
                <a:ext uri="{FF2B5EF4-FFF2-40B4-BE49-F238E27FC236}">
                  <a16:creationId xmlns:a16="http://schemas.microsoft.com/office/drawing/2014/main" id="{3EFD93E7-6DEB-A00A-8247-1594E0F689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60" name="Group 719">
              <a:extLst>
                <a:ext uri="{FF2B5EF4-FFF2-40B4-BE49-F238E27FC236}">
                  <a16:creationId xmlns:a16="http://schemas.microsoft.com/office/drawing/2014/main" id="{0D5E78AC-E8F3-595A-AE55-5BBF95585F7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68" name="Straight Connector 367">
                <a:extLst>
                  <a:ext uri="{FF2B5EF4-FFF2-40B4-BE49-F238E27FC236}">
                    <a16:creationId xmlns:a16="http://schemas.microsoft.com/office/drawing/2014/main" id="{53879AFB-6D96-B1BC-17A8-B5DFC96BF18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9" name="Straight Connector 368">
                <a:extLst>
                  <a:ext uri="{FF2B5EF4-FFF2-40B4-BE49-F238E27FC236}">
                    <a16:creationId xmlns:a16="http://schemas.microsoft.com/office/drawing/2014/main" id="{9D01C71C-DCCA-BC35-7D3E-885C46B3270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0F676769-2FE9-A96F-9636-3956E4AFCDD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1" name="Straight Connector 370">
                <a:extLst>
                  <a:ext uri="{FF2B5EF4-FFF2-40B4-BE49-F238E27FC236}">
                    <a16:creationId xmlns:a16="http://schemas.microsoft.com/office/drawing/2014/main" id="{7F1CFEA0-6A58-7D8D-BE07-2893C5BB58B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61" name="Trapezoid 481">
              <a:extLst>
                <a:ext uri="{FF2B5EF4-FFF2-40B4-BE49-F238E27FC236}">
                  <a16:creationId xmlns:a16="http://schemas.microsoft.com/office/drawing/2014/main" id="{C4795E94-4123-BBFB-D266-04E4538D405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5CE3BF66-9D4D-7380-8884-8B4ED91E1771}"/>
              </a:ext>
            </a:extLst>
          </p:cNvPr>
          <p:cNvGrpSpPr/>
          <p:nvPr/>
        </p:nvGrpSpPr>
        <p:grpSpPr>
          <a:xfrm>
            <a:off x="8145656" y="5673174"/>
            <a:ext cx="276281" cy="173735"/>
            <a:chOff x="3417117" y="2447654"/>
            <a:chExt cx="362556" cy="227987"/>
          </a:xfrm>
        </p:grpSpPr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C1E571E4-7B2D-1294-CA67-60676CEB8D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BF0AD15C-5D8C-AD20-8FE8-4DCAA323D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7" name="Trapezoid 489">
              <a:extLst>
                <a:ext uri="{FF2B5EF4-FFF2-40B4-BE49-F238E27FC236}">
                  <a16:creationId xmlns:a16="http://schemas.microsoft.com/office/drawing/2014/main" id="{67A65D1F-8BA6-9405-C16D-85AF9BE62135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59CE56EA-2BF2-4FBF-534E-8FF32F25931C}"/>
              </a:ext>
            </a:extLst>
          </p:cNvPr>
          <p:cNvCxnSpPr>
            <a:cxnSpLocks/>
            <a:stCxn id="373" idx="2"/>
            <a:endCxn id="359" idx="0"/>
          </p:cNvCxnSpPr>
          <p:nvPr/>
        </p:nvCxnSpPr>
        <p:spPr>
          <a:xfrm>
            <a:off x="8283797" y="584690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89" name="Group 254">
            <a:extLst>
              <a:ext uri="{FF2B5EF4-FFF2-40B4-BE49-F238E27FC236}">
                <a16:creationId xmlns:a16="http://schemas.microsoft.com/office/drawing/2014/main" id="{9AD99B9A-99F2-FF14-0781-ADFED0104BEA}"/>
              </a:ext>
            </a:extLst>
          </p:cNvPr>
          <p:cNvGrpSpPr>
            <a:grpSpLocks noChangeAspect="1"/>
          </p:cNvGrpSpPr>
          <p:nvPr/>
        </p:nvGrpSpPr>
        <p:grpSpPr>
          <a:xfrm>
            <a:off x="6296096" y="5319973"/>
            <a:ext cx="280226" cy="161260"/>
            <a:chOff x="8421867" y="1904979"/>
            <a:chExt cx="347879" cy="255573"/>
          </a:xfrm>
        </p:grpSpPr>
        <p:sp>
          <p:nvSpPr>
            <p:cNvPr id="390" name="Rectangle 60">
              <a:extLst>
                <a:ext uri="{FF2B5EF4-FFF2-40B4-BE49-F238E27FC236}">
                  <a16:creationId xmlns:a16="http://schemas.microsoft.com/office/drawing/2014/main" id="{8540A4A9-37A3-48F8-F0BC-12F603B7E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415" name="Group 719">
              <a:extLst>
                <a:ext uri="{FF2B5EF4-FFF2-40B4-BE49-F238E27FC236}">
                  <a16:creationId xmlns:a16="http://schemas.microsoft.com/office/drawing/2014/main" id="{17D706C3-FD2E-58B5-633A-0D10B0DB6059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7" name="Straight Connector 416">
                <a:extLst>
                  <a:ext uri="{FF2B5EF4-FFF2-40B4-BE49-F238E27FC236}">
                    <a16:creationId xmlns:a16="http://schemas.microsoft.com/office/drawing/2014/main" id="{4BCF3685-5F18-65AB-FA0A-220C4DD60E1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8" name="Straight Connector 437">
                <a:extLst>
                  <a:ext uri="{FF2B5EF4-FFF2-40B4-BE49-F238E27FC236}">
                    <a16:creationId xmlns:a16="http://schemas.microsoft.com/office/drawing/2014/main" id="{3A46DEC2-C1F4-0D4C-83C1-E1F690526E2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52" name="Straight Connector 451">
                <a:extLst>
                  <a:ext uri="{FF2B5EF4-FFF2-40B4-BE49-F238E27FC236}">
                    <a16:creationId xmlns:a16="http://schemas.microsoft.com/office/drawing/2014/main" id="{C10080DB-606B-72D0-E6EA-E122BD250EE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65" name="Straight Connector 464">
                <a:extLst>
                  <a:ext uri="{FF2B5EF4-FFF2-40B4-BE49-F238E27FC236}">
                    <a16:creationId xmlns:a16="http://schemas.microsoft.com/office/drawing/2014/main" id="{4BC70C30-1E8E-8FB7-414F-86521663357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16" name="Trapezoid 513">
              <a:extLst>
                <a:ext uri="{FF2B5EF4-FFF2-40B4-BE49-F238E27FC236}">
                  <a16:creationId xmlns:a16="http://schemas.microsoft.com/office/drawing/2014/main" id="{543D5861-1CC8-6FB3-AF74-C8A6BD07E01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E5DF033E-158C-64E9-A2BE-D96F326B38F1}"/>
              </a:ext>
            </a:extLst>
          </p:cNvPr>
          <p:cNvGrpSpPr/>
          <p:nvPr/>
        </p:nvGrpSpPr>
        <p:grpSpPr>
          <a:xfrm>
            <a:off x="6296856" y="4956753"/>
            <a:ext cx="276281" cy="173735"/>
            <a:chOff x="3417117" y="2447654"/>
            <a:chExt cx="362556" cy="227987"/>
          </a:xfrm>
        </p:grpSpPr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EE6EF6DE-0C16-B148-30CC-4ACF05CE5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7594B7B0-3451-35F5-F3F3-8574C2D5C2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7" name="Trapezoid 521">
              <a:extLst>
                <a:ext uri="{FF2B5EF4-FFF2-40B4-BE49-F238E27FC236}">
                  <a16:creationId xmlns:a16="http://schemas.microsoft.com/office/drawing/2014/main" id="{29BD47BE-13C8-ADDD-F3E0-D5C8F59DA5FD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A28ADD1E-C06D-18B2-F89E-EDCDD7165055}"/>
              </a:ext>
            </a:extLst>
          </p:cNvPr>
          <p:cNvCxnSpPr>
            <a:cxnSpLocks/>
            <a:stCxn id="475" idx="2"/>
            <a:endCxn id="390" idx="0"/>
          </p:cNvCxnSpPr>
          <p:nvPr/>
        </p:nvCxnSpPr>
        <p:spPr>
          <a:xfrm>
            <a:off x="6434998" y="5130486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00" name="Rectangle 25">
            <a:extLst>
              <a:ext uri="{FF2B5EF4-FFF2-40B4-BE49-F238E27FC236}">
                <a16:creationId xmlns:a16="http://schemas.microsoft.com/office/drawing/2014/main" id="{6954EE5E-A8FB-11AB-9DEE-2A4CF87BE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693" y="4820642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45" name="Rectangle 29">
            <a:extLst>
              <a:ext uri="{FF2B5EF4-FFF2-40B4-BE49-F238E27FC236}">
                <a16:creationId xmlns:a16="http://schemas.microsoft.com/office/drawing/2014/main" id="{CC05BB65-1E38-9F16-F6F6-F6F526DD6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764" y="483175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46" name="Rectangle 29">
            <a:extLst>
              <a:ext uri="{FF2B5EF4-FFF2-40B4-BE49-F238E27FC236}">
                <a16:creationId xmlns:a16="http://schemas.microsoft.com/office/drawing/2014/main" id="{41C3997E-D50A-F813-ECBF-86D58E09F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199" y="483135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47" name="Straight Arrow Connector 546">
            <a:extLst>
              <a:ext uri="{FF2B5EF4-FFF2-40B4-BE49-F238E27FC236}">
                <a16:creationId xmlns:a16="http://schemas.microsoft.com/office/drawing/2014/main" id="{36737CEE-0246-DD22-F7C6-4E908652C690}"/>
              </a:ext>
            </a:extLst>
          </p:cNvPr>
          <p:cNvCxnSpPr>
            <a:cxnSpLocks/>
            <a:stCxn id="545" idx="2"/>
            <a:endCxn id="475" idx="0"/>
          </p:cNvCxnSpPr>
          <p:nvPr/>
        </p:nvCxnSpPr>
        <p:spPr>
          <a:xfrm flipH="1">
            <a:off x="6434997" y="4861468"/>
            <a:ext cx="376767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AFD2696F-1020-2A41-0B8F-B7EF9A91439E}"/>
              </a:ext>
            </a:extLst>
          </p:cNvPr>
          <p:cNvCxnSpPr>
            <a:cxnSpLocks/>
            <a:stCxn id="546" idx="6"/>
            <a:endCxn id="355" idx="0"/>
          </p:cNvCxnSpPr>
          <p:nvPr/>
        </p:nvCxnSpPr>
        <p:spPr>
          <a:xfrm>
            <a:off x="7353280" y="4861066"/>
            <a:ext cx="368284" cy="827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84" name="Rectangle 135">
            <a:extLst>
              <a:ext uri="{FF2B5EF4-FFF2-40B4-BE49-F238E27FC236}">
                <a16:creationId xmlns:a16="http://schemas.microsoft.com/office/drawing/2014/main" id="{60905939-3F40-00D6-D865-78E63E72A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6446" y="4907581"/>
            <a:ext cx="62031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585" name="Rectangle 25">
            <a:extLst>
              <a:ext uri="{FF2B5EF4-FFF2-40B4-BE49-F238E27FC236}">
                <a16:creationId xmlns:a16="http://schemas.microsoft.com/office/drawing/2014/main" id="{3562801B-8CE6-159A-75E2-F128BE0C6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6982" y="5540558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86" name="Rectangle 29">
            <a:extLst>
              <a:ext uri="{FF2B5EF4-FFF2-40B4-BE49-F238E27FC236}">
                <a16:creationId xmlns:a16="http://schemas.microsoft.com/office/drawing/2014/main" id="{A0D1CE93-9265-2D84-7DBB-7A6C28202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1052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87" name="Rectangle 29">
            <a:extLst>
              <a:ext uri="{FF2B5EF4-FFF2-40B4-BE49-F238E27FC236}">
                <a16:creationId xmlns:a16="http://schemas.microsoft.com/office/drawing/2014/main" id="{3A2FBA3B-1043-9033-5B22-C50DF8599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973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88" name="Straight Arrow Connector 587">
            <a:extLst>
              <a:ext uri="{FF2B5EF4-FFF2-40B4-BE49-F238E27FC236}">
                <a16:creationId xmlns:a16="http://schemas.microsoft.com/office/drawing/2014/main" id="{9DAAC5E3-D6DD-B955-FB45-4F3FAB46B380}"/>
              </a:ext>
            </a:extLst>
          </p:cNvPr>
          <p:cNvCxnSpPr>
            <a:cxnSpLocks/>
            <a:stCxn id="586" idx="2"/>
            <a:endCxn id="739" idx="0"/>
          </p:cNvCxnSpPr>
          <p:nvPr/>
        </p:nvCxnSpPr>
        <p:spPr>
          <a:xfrm flipH="1">
            <a:off x="4565182" y="5581382"/>
            <a:ext cx="375871" cy="9437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603" name="Straight Arrow Connector 602">
            <a:extLst>
              <a:ext uri="{FF2B5EF4-FFF2-40B4-BE49-F238E27FC236}">
                <a16:creationId xmlns:a16="http://schemas.microsoft.com/office/drawing/2014/main" id="{922E92D6-85CE-98C7-A65C-A319ACBDCC52}"/>
              </a:ext>
            </a:extLst>
          </p:cNvPr>
          <p:cNvCxnSpPr>
            <a:cxnSpLocks/>
            <a:stCxn id="587" idx="6"/>
            <a:endCxn id="296" idx="0"/>
          </p:cNvCxnSpPr>
          <p:nvPr/>
        </p:nvCxnSpPr>
        <p:spPr>
          <a:xfrm>
            <a:off x="5468056" y="5581383"/>
            <a:ext cx="406520" cy="90774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635" name="Rectangle 135">
            <a:extLst>
              <a:ext uri="{FF2B5EF4-FFF2-40B4-BE49-F238E27FC236}">
                <a16:creationId xmlns:a16="http://schemas.microsoft.com/office/drawing/2014/main" id="{A9784391-75C9-BDB2-86D5-862DE0402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7350" y="5224423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636" name="Rectangle 25">
            <a:extLst>
              <a:ext uri="{FF2B5EF4-FFF2-40B4-BE49-F238E27FC236}">
                <a16:creationId xmlns:a16="http://schemas.microsoft.com/office/drawing/2014/main" id="{38A24DE2-6A66-13A6-4750-66B312CE4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576" y="5547151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37" name="Rectangle 29">
            <a:extLst>
              <a:ext uri="{FF2B5EF4-FFF2-40B4-BE49-F238E27FC236}">
                <a16:creationId xmlns:a16="http://schemas.microsoft.com/office/drawing/2014/main" id="{C2E7073A-4D16-6105-10C9-CAECD9112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648" y="555826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639" name="Rectangle 29">
            <a:extLst>
              <a:ext uri="{FF2B5EF4-FFF2-40B4-BE49-F238E27FC236}">
                <a16:creationId xmlns:a16="http://schemas.microsoft.com/office/drawing/2014/main" id="{A4009200-F163-7347-65FA-D82200D3F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729" y="556444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717" name="Straight Arrow Connector 716">
            <a:extLst>
              <a:ext uri="{FF2B5EF4-FFF2-40B4-BE49-F238E27FC236}">
                <a16:creationId xmlns:a16="http://schemas.microsoft.com/office/drawing/2014/main" id="{F6F47945-50D5-1313-6B04-5219E083446A}"/>
              </a:ext>
            </a:extLst>
          </p:cNvPr>
          <p:cNvCxnSpPr>
            <a:cxnSpLocks/>
            <a:stCxn id="637" idx="2"/>
            <a:endCxn id="335" idx="0"/>
          </p:cNvCxnSpPr>
          <p:nvPr/>
        </p:nvCxnSpPr>
        <p:spPr>
          <a:xfrm flipH="1">
            <a:off x="6439295" y="5587976"/>
            <a:ext cx="372353" cy="8418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18" name="Straight Arrow Connector 717">
            <a:extLst>
              <a:ext uri="{FF2B5EF4-FFF2-40B4-BE49-F238E27FC236}">
                <a16:creationId xmlns:a16="http://schemas.microsoft.com/office/drawing/2014/main" id="{DF42A2E5-FAF1-13F6-4368-76890B718E16}"/>
              </a:ext>
            </a:extLst>
          </p:cNvPr>
          <p:cNvCxnSpPr>
            <a:cxnSpLocks/>
            <a:stCxn id="639" idx="6"/>
            <a:endCxn id="760" idx="0"/>
          </p:cNvCxnSpPr>
          <p:nvPr/>
        </p:nvCxnSpPr>
        <p:spPr>
          <a:xfrm>
            <a:off x="7353811" y="5594155"/>
            <a:ext cx="373334" cy="7902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19" name="Rectangle 135">
            <a:extLst>
              <a:ext uri="{FF2B5EF4-FFF2-40B4-BE49-F238E27FC236}">
                <a16:creationId xmlns:a16="http://schemas.microsoft.com/office/drawing/2014/main" id="{730B4B7B-90D4-246E-292C-DD0E45589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7944" y="5231016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720" name="Straight Arrow Connector 719">
            <a:extLst>
              <a:ext uri="{FF2B5EF4-FFF2-40B4-BE49-F238E27FC236}">
                <a16:creationId xmlns:a16="http://schemas.microsoft.com/office/drawing/2014/main" id="{CA6DC221-3401-D8B7-C04B-565480E6D55C}"/>
              </a:ext>
            </a:extLst>
          </p:cNvPr>
          <p:cNvCxnSpPr>
            <a:cxnSpLocks/>
            <a:stCxn id="1018" idx="2"/>
            <a:endCxn id="373" idx="0"/>
          </p:cNvCxnSpPr>
          <p:nvPr/>
        </p:nvCxnSpPr>
        <p:spPr>
          <a:xfrm flipH="1">
            <a:off x="8283796" y="3668541"/>
            <a:ext cx="7659" cy="200463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1" name="Straight Arrow Connector 720">
            <a:extLst>
              <a:ext uri="{FF2B5EF4-FFF2-40B4-BE49-F238E27FC236}">
                <a16:creationId xmlns:a16="http://schemas.microsoft.com/office/drawing/2014/main" id="{C39DDBF7-B84D-A28C-A18C-7CEA825BC104}"/>
              </a:ext>
            </a:extLst>
          </p:cNvPr>
          <p:cNvCxnSpPr>
            <a:cxnSpLocks/>
            <a:stCxn id="991" idx="2"/>
            <a:endCxn id="46" idx="0"/>
          </p:cNvCxnSpPr>
          <p:nvPr/>
        </p:nvCxnSpPr>
        <p:spPr>
          <a:xfrm>
            <a:off x="3990712" y="3673393"/>
            <a:ext cx="3027" cy="2002362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3" name="Straight Arrow Connector 722">
            <a:extLst>
              <a:ext uri="{FF2B5EF4-FFF2-40B4-BE49-F238E27FC236}">
                <a16:creationId xmlns:a16="http://schemas.microsoft.com/office/drawing/2014/main" id="{0F11AF12-3256-9CE5-B41E-C426348795DD}"/>
              </a:ext>
            </a:extLst>
          </p:cNvPr>
          <p:cNvCxnSpPr>
            <a:cxnSpLocks/>
            <a:stCxn id="1265" idx="2"/>
            <a:endCxn id="252" idx="0"/>
          </p:cNvCxnSpPr>
          <p:nvPr/>
        </p:nvCxnSpPr>
        <p:spPr>
          <a:xfrm>
            <a:off x="4555459" y="3674969"/>
            <a:ext cx="4142" cy="127141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4" name="Straight Arrow Connector 723">
            <a:extLst>
              <a:ext uri="{FF2B5EF4-FFF2-40B4-BE49-F238E27FC236}">
                <a16:creationId xmlns:a16="http://schemas.microsoft.com/office/drawing/2014/main" id="{3EE97481-D5BD-C391-8CD4-4686063374A9}"/>
              </a:ext>
            </a:extLst>
          </p:cNvPr>
          <p:cNvCxnSpPr>
            <a:cxnSpLocks/>
            <a:stCxn id="1278" idx="2"/>
            <a:endCxn id="355" idx="0"/>
          </p:cNvCxnSpPr>
          <p:nvPr/>
        </p:nvCxnSpPr>
        <p:spPr>
          <a:xfrm>
            <a:off x="7710633" y="3671843"/>
            <a:ext cx="10931" cy="1271955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25" name="Rectangle 135">
            <a:extLst>
              <a:ext uri="{FF2B5EF4-FFF2-40B4-BE49-F238E27FC236}">
                <a16:creationId xmlns:a16="http://schemas.microsoft.com/office/drawing/2014/main" id="{0AF92C5E-1F34-364A-71FE-D13EDBA31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9786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ROADM2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6" name="Rectangle 135">
            <a:extLst>
              <a:ext uri="{FF2B5EF4-FFF2-40B4-BE49-F238E27FC236}">
                <a16:creationId xmlns:a16="http://schemas.microsoft.com/office/drawing/2014/main" id="{A8B785EA-EE87-3C8F-80EF-805427F18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5234" y="454479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ROADM3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7" name="Rectangle 135">
            <a:extLst>
              <a:ext uri="{FF2B5EF4-FFF2-40B4-BE49-F238E27FC236}">
                <a16:creationId xmlns:a16="http://schemas.microsoft.com/office/drawing/2014/main" id="{546F01B4-5708-2F37-87AA-54F342BF9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4533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ROADM1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738" name="Group 737">
            <a:extLst>
              <a:ext uri="{FF2B5EF4-FFF2-40B4-BE49-F238E27FC236}">
                <a16:creationId xmlns:a16="http://schemas.microsoft.com/office/drawing/2014/main" id="{2176DB1A-7FD4-4D0C-C90D-2053CAA4558D}"/>
              </a:ext>
            </a:extLst>
          </p:cNvPr>
          <p:cNvGrpSpPr/>
          <p:nvPr/>
        </p:nvGrpSpPr>
        <p:grpSpPr>
          <a:xfrm>
            <a:off x="4427041" y="5675756"/>
            <a:ext cx="276281" cy="173735"/>
            <a:chOff x="3417117" y="2447654"/>
            <a:chExt cx="362556" cy="227987"/>
          </a:xfrm>
        </p:grpSpPr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C84B9550-895A-D22A-1327-D01C16855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40" name="Oval 739">
              <a:extLst>
                <a:ext uri="{FF2B5EF4-FFF2-40B4-BE49-F238E27FC236}">
                  <a16:creationId xmlns:a16="http://schemas.microsoft.com/office/drawing/2014/main" id="{84EBAD93-6DDD-1555-CC24-25FAA9DE3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4" name="Trapezoid 157">
              <a:extLst>
                <a:ext uri="{FF2B5EF4-FFF2-40B4-BE49-F238E27FC236}">
                  <a16:creationId xmlns:a16="http://schemas.microsoft.com/office/drawing/2014/main" id="{CC2EF04D-C85F-0EF2-96E5-36783AC634DE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758" name="Straight Arrow Connector 757">
            <a:extLst>
              <a:ext uri="{FF2B5EF4-FFF2-40B4-BE49-F238E27FC236}">
                <a16:creationId xmlns:a16="http://schemas.microsoft.com/office/drawing/2014/main" id="{D00E47B6-3762-1176-D5CD-5F2B2C65CB04}"/>
              </a:ext>
            </a:extLst>
          </p:cNvPr>
          <p:cNvCxnSpPr>
            <a:cxnSpLocks/>
          </p:cNvCxnSpPr>
          <p:nvPr/>
        </p:nvCxnSpPr>
        <p:spPr>
          <a:xfrm>
            <a:off x="7721564" y="5117533"/>
            <a:ext cx="21969" cy="917846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759" name="Group 758">
            <a:extLst>
              <a:ext uri="{FF2B5EF4-FFF2-40B4-BE49-F238E27FC236}">
                <a16:creationId xmlns:a16="http://schemas.microsoft.com/office/drawing/2014/main" id="{1DB33B90-6C22-82B7-D8E4-D94A29BA85E0}"/>
              </a:ext>
            </a:extLst>
          </p:cNvPr>
          <p:cNvGrpSpPr/>
          <p:nvPr/>
        </p:nvGrpSpPr>
        <p:grpSpPr>
          <a:xfrm>
            <a:off x="7589004" y="5673174"/>
            <a:ext cx="276281" cy="173735"/>
            <a:chOff x="3417117" y="2447654"/>
            <a:chExt cx="362556" cy="227987"/>
          </a:xfrm>
        </p:grpSpPr>
        <p:sp>
          <p:nvSpPr>
            <p:cNvPr id="760" name="Rectangle 759">
              <a:extLst>
                <a:ext uri="{FF2B5EF4-FFF2-40B4-BE49-F238E27FC236}">
                  <a16:creationId xmlns:a16="http://schemas.microsoft.com/office/drawing/2014/main" id="{47691EBE-F051-B78E-13FB-232974E59F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61" name="Oval 760">
              <a:extLst>
                <a:ext uri="{FF2B5EF4-FFF2-40B4-BE49-F238E27FC236}">
                  <a16:creationId xmlns:a16="http://schemas.microsoft.com/office/drawing/2014/main" id="{9874DDF4-4A45-DAA8-1836-CBBACA1E6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2" name="Trapezoid 450">
              <a:extLst>
                <a:ext uri="{FF2B5EF4-FFF2-40B4-BE49-F238E27FC236}">
                  <a16:creationId xmlns:a16="http://schemas.microsoft.com/office/drawing/2014/main" id="{D4375AA8-7F71-0A71-7B1E-A028192F380B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63" name="Group 254">
            <a:extLst>
              <a:ext uri="{FF2B5EF4-FFF2-40B4-BE49-F238E27FC236}">
                <a16:creationId xmlns:a16="http://schemas.microsoft.com/office/drawing/2014/main" id="{96009F22-ED0B-877A-0998-E9396D935EF1}"/>
              </a:ext>
            </a:extLst>
          </p:cNvPr>
          <p:cNvGrpSpPr>
            <a:grpSpLocks noChangeAspect="1"/>
          </p:cNvGrpSpPr>
          <p:nvPr/>
        </p:nvGrpSpPr>
        <p:grpSpPr>
          <a:xfrm>
            <a:off x="7582662" y="5307019"/>
            <a:ext cx="280226" cy="161260"/>
            <a:chOff x="8421867" y="1904979"/>
            <a:chExt cx="347879" cy="255573"/>
          </a:xfrm>
        </p:grpSpPr>
        <p:sp>
          <p:nvSpPr>
            <p:cNvPr id="764" name="Rectangle 60">
              <a:extLst>
                <a:ext uri="{FF2B5EF4-FFF2-40B4-BE49-F238E27FC236}">
                  <a16:creationId xmlns:a16="http://schemas.microsoft.com/office/drawing/2014/main" id="{85C91ACF-EBB2-0051-4FC4-BD3DE178D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766" name="Group 719">
              <a:extLst>
                <a:ext uri="{FF2B5EF4-FFF2-40B4-BE49-F238E27FC236}">
                  <a16:creationId xmlns:a16="http://schemas.microsoft.com/office/drawing/2014/main" id="{6B574439-D8D5-5A48-4900-50CE1B95BBE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768" name="Straight Connector 767">
                <a:extLst>
                  <a:ext uri="{FF2B5EF4-FFF2-40B4-BE49-F238E27FC236}">
                    <a16:creationId xmlns:a16="http://schemas.microsoft.com/office/drawing/2014/main" id="{4F5FA6CA-5950-987B-6531-13AFCD89757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69" name="Straight Connector 768">
                <a:extLst>
                  <a:ext uri="{FF2B5EF4-FFF2-40B4-BE49-F238E27FC236}">
                    <a16:creationId xmlns:a16="http://schemas.microsoft.com/office/drawing/2014/main" id="{C30710E5-7C09-1D04-32D8-80B8FB7F177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70" name="Straight Connector 769">
                <a:extLst>
                  <a:ext uri="{FF2B5EF4-FFF2-40B4-BE49-F238E27FC236}">
                    <a16:creationId xmlns:a16="http://schemas.microsoft.com/office/drawing/2014/main" id="{EBE86A30-0C65-0FC9-D563-D6904D2209F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04" name="Straight Connector 803">
                <a:extLst>
                  <a:ext uri="{FF2B5EF4-FFF2-40B4-BE49-F238E27FC236}">
                    <a16:creationId xmlns:a16="http://schemas.microsoft.com/office/drawing/2014/main" id="{619B7435-90E2-F4B2-7E2D-99B46B32A9D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767" name="Trapezoid 455">
              <a:extLst>
                <a:ext uri="{FF2B5EF4-FFF2-40B4-BE49-F238E27FC236}">
                  <a16:creationId xmlns:a16="http://schemas.microsoft.com/office/drawing/2014/main" id="{C9069299-346C-D536-0B74-ADB1250C343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805" name="Straight Arrow Connector 804">
            <a:extLst>
              <a:ext uri="{FF2B5EF4-FFF2-40B4-BE49-F238E27FC236}">
                <a16:creationId xmlns:a16="http://schemas.microsoft.com/office/drawing/2014/main" id="{0A29E6FA-705C-EFF0-6369-73BB3C041CB7}"/>
              </a:ext>
            </a:extLst>
          </p:cNvPr>
          <p:cNvCxnSpPr>
            <a:cxnSpLocks/>
          </p:cNvCxnSpPr>
          <p:nvPr/>
        </p:nvCxnSpPr>
        <p:spPr>
          <a:xfrm>
            <a:off x="5870205" y="548021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06" name="Straight Arrow Connector 805">
            <a:extLst>
              <a:ext uri="{FF2B5EF4-FFF2-40B4-BE49-F238E27FC236}">
                <a16:creationId xmlns:a16="http://schemas.microsoft.com/office/drawing/2014/main" id="{93D19E34-ACDA-F1AD-887A-7CE95ABEFAD3}"/>
              </a:ext>
            </a:extLst>
          </p:cNvPr>
          <p:cNvCxnSpPr>
            <a:cxnSpLocks/>
            <a:stCxn id="390" idx="2"/>
            <a:endCxn id="335" idx="0"/>
          </p:cNvCxnSpPr>
          <p:nvPr/>
        </p:nvCxnSpPr>
        <p:spPr>
          <a:xfrm>
            <a:off x="6436207" y="5481234"/>
            <a:ext cx="3087" cy="19092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15" name="Straight Arrow Connector 814">
            <a:extLst>
              <a:ext uri="{FF2B5EF4-FFF2-40B4-BE49-F238E27FC236}">
                <a16:creationId xmlns:a16="http://schemas.microsoft.com/office/drawing/2014/main" id="{93E19B54-5DBE-F348-38D8-ACB8C3CD2759}"/>
              </a:ext>
            </a:extLst>
          </p:cNvPr>
          <p:cNvCxnSpPr>
            <a:cxnSpLocks/>
            <a:stCxn id="1288" idx="2"/>
            <a:endCxn id="317" idx="0"/>
          </p:cNvCxnSpPr>
          <p:nvPr/>
        </p:nvCxnSpPr>
        <p:spPr>
          <a:xfrm>
            <a:off x="5868332" y="3673393"/>
            <a:ext cx="660" cy="126938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77" name="Straight Arrow Connector 876">
            <a:extLst>
              <a:ext uri="{FF2B5EF4-FFF2-40B4-BE49-F238E27FC236}">
                <a16:creationId xmlns:a16="http://schemas.microsoft.com/office/drawing/2014/main" id="{41B106A9-095D-D6F6-9FC0-AADC63C8E833}"/>
              </a:ext>
            </a:extLst>
          </p:cNvPr>
          <p:cNvCxnSpPr>
            <a:cxnSpLocks/>
            <a:endCxn id="475" idx="0"/>
          </p:cNvCxnSpPr>
          <p:nvPr/>
        </p:nvCxnSpPr>
        <p:spPr>
          <a:xfrm>
            <a:off x="6434997" y="3673393"/>
            <a:ext cx="0" cy="128335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2" name="Rectangle 881">
            <a:extLst>
              <a:ext uri="{FF2B5EF4-FFF2-40B4-BE49-F238E27FC236}">
                <a16:creationId xmlns:a16="http://schemas.microsoft.com/office/drawing/2014/main" id="{0AF0653E-6580-273C-F874-543ADC74B306}"/>
              </a:ext>
            </a:extLst>
          </p:cNvPr>
          <p:cNvSpPr/>
          <p:nvPr/>
        </p:nvSpPr>
        <p:spPr>
          <a:xfrm>
            <a:off x="1580161" y="1457068"/>
            <a:ext cx="958020" cy="47947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883" name="Straight Arrow Connector 882">
            <a:extLst>
              <a:ext uri="{FF2B5EF4-FFF2-40B4-BE49-F238E27FC236}">
                <a16:creationId xmlns:a16="http://schemas.microsoft.com/office/drawing/2014/main" id="{82AABBCF-194F-D540-D16C-9F7D078610E6}"/>
              </a:ext>
            </a:extLst>
          </p:cNvPr>
          <p:cNvCxnSpPr>
            <a:cxnSpLocks/>
            <a:stCxn id="1050" idx="2"/>
            <a:endCxn id="899" idx="0"/>
          </p:cNvCxnSpPr>
          <p:nvPr/>
        </p:nvCxnSpPr>
        <p:spPr>
          <a:xfrm flipH="1">
            <a:off x="2289377" y="2284296"/>
            <a:ext cx="14150" cy="339259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4" name="Rectangle 135">
            <a:extLst>
              <a:ext uri="{FF2B5EF4-FFF2-40B4-BE49-F238E27FC236}">
                <a16:creationId xmlns:a16="http://schemas.microsoft.com/office/drawing/2014/main" id="{DA38B887-309A-47FF-D207-F6539AD40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6059926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srgbClr val="FF0000"/>
              </a:solidFill>
              <a:latin typeface="Calibri"/>
              <a:cs typeface="Arial" charset="0"/>
            </a:endParaRPr>
          </a:p>
        </p:txBody>
      </p:sp>
      <p:sp>
        <p:nvSpPr>
          <p:cNvPr id="885" name="Rectangle 135">
            <a:extLst>
              <a:ext uri="{FF2B5EF4-FFF2-40B4-BE49-F238E27FC236}">
                <a16:creationId xmlns:a16="http://schemas.microsoft.com/office/drawing/2014/main" id="{DFFE021D-88E2-39AB-0345-D657C369C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67066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4B4B4B"/>
                </a:solidFill>
                <a:latin typeface="Calibri"/>
                <a:cs typeface="Arial" charset="0"/>
              </a:rPr>
              <a:t>OTS_MEDIA</a:t>
            </a:r>
            <a:endParaRPr lang="en-GB" sz="813" i="1" kern="0" dirty="0">
              <a:solidFill>
                <a:srgbClr val="4B4B4B"/>
              </a:solidFill>
              <a:latin typeface="Calibri"/>
              <a:cs typeface="Arial" charset="0"/>
            </a:endParaRPr>
          </a:p>
        </p:txBody>
      </p:sp>
      <p:sp>
        <p:nvSpPr>
          <p:cNvPr id="886" name="Rectangle 135">
            <a:extLst>
              <a:ext uri="{FF2B5EF4-FFF2-40B4-BE49-F238E27FC236}">
                <a16:creationId xmlns:a16="http://schemas.microsoft.com/office/drawing/2014/main" id="{D2BE9FDF-1D80-6A50-1B96-AB1D7E769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31601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7" name="Rectangle 135">
            <a:extLst>
              <a:ext uri="{FF2B5EF4-FFF2-40B4-BE49-F238E27FC236}">
                <a16:creationId xmlns:a16="http://schemas.microsoft.com/office/drawing/2014/main" id="{EEC65DEB-8265-1193-E2B4-1F8E37CDB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95662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OMS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8" name="Rectangle 135">
            <a:extLst>
              <a:ext uri="{FF2B5EF4-FFF2-40B4-BE49-F238E27FC236}">
                <a16:creationId xmlns:a16="http://schemas.microsoft.com/office/drawing/2014/main" id="{911115A0-20DF-DB98-08EA-0A1841F9B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58294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9" name="Rectangle 135">
            <a:extLst>
              <a:ext uri="{FF2B5EF4-FFF2-40B4-BE49-F238E27FC236}">
                <a16:creationId xmlns:a16="http://schemas.microsoft.com/office/drawing/2014/main" id="{1EBD343F-6A5D-43E5-C761-B5790E154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21546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0" name="Rectangle 135">
            <a:extLst>
              <a:ext uri="{FF2B5EF4-FFF2-40B4-BE49-F238E27FC236}">
                <a16:creationId xmlns:a16="http://schemas.microsoft.com/office/drawing/2014/main" id="{2C4DE9F2-9E28-F1EE-8762-33FE4568A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8928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1" name="Rectangle 135">
            <a:extLst>
              <a:ext uri="{FF2B5EF4-FFF2-40B4-BE49-F238E27FC236}">
                <a16:creationId xmlns:a16="http://schemas.microsoft.com/office/drawing/2014/main" id="{1DE284E6-2FDF-5E86-7C27-8C5F94ECF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378518"/>
            <a:ext cx="564826" cy="37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</a:p>
          <a:p>
            <a:pPr algn="ctr" defTabSz="696721">
              <a:defRPr/>
            </a:pPr>
            <a:r>
              <a:rPr lang="pt-BR" sz="813" kern="0" dirty="0">
                <a:solidFill>
                  <a:srgbClr val="000000"/>
                </a:solidFill>
                <a:latin typeface="Calibri"/>
                <a:cs typeface="Arial" charset="0"/>
              </a:rPr>
              <a:t>(+OTSi  if O/E/O)</a:t>
            </a:r>
            <a:endParaRPr lang="en-GB" sz="813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2" name="Rectangle 60">
            <a:extLst>
              <a:ext uri="{FF2B5EF4-FFF2-40B4-BE49-F238E27FC236}">
                <a16:creationId xmlns:a16="http://schemas.microsoft.com/office/drawing/2014/main" id="{E6CBA05B-7643-4D91-900F-C4FA85FEE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475" y="6040107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893" name="Group 719">
            <a:extLst>
              <a:ext uri="{FF2B5EF4-FFF2-40B4-BE49-F238E27FC236}">
                <a16:creationId xmlns:a16="http://schemas.microsoft.com/office/drawing/2014/main" id="{459263F2-B994-CC72-6CF5-FCF230906AAD}"/>
              </a:ext>
            </a:extLst>
          </p:cNvPr>
          <p:cNvGrpSpPr/>
          <p:nvPr/>
        </p:nvGrpSpPr>
        <p:grpSpPr>
          <a:xfrm>
            <a:off x="2203600" y="6041415"/>
            <a:ext cx="174014" cy="68682"/>
            <a:chOff x="8553742" y="2601251"/>
            <a:chExt cx="216024" cy="108852"/>
          </a:xfrm>
        </p:grpSpPr>
        <p:cxnSp>
          <p:nvCxnSpPr>
            <p:cNvPr id="894" name="Straight Connector 893">
              <a:extLst>
                <a:ext uri="{FF2B5EF4-FFF2-40B4-BE49-F238E27FC236}">
                  <a16:creationId xmlns:a16="http://schemas.microsoft.com/office/drawing/2014/main" id="{B37F4953-D529-E114-009E-ADB9D2C82F9B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5" name="Straight Connector 894">
              <a:extLst>
                <a:ext uri="{FF2B5EF4-FFF2-40B4-BE49-F238E27FC236}">
                  <a16:creationId xmlns:a16="http://schemas.microsoft.com/office/drawing/2014/main" id="{B45CFBA6-E180-1558-2A00-78E38895BBCB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6" name="Straight Connector 895">
              <a:extLst>
                <a:ext uri="{FF2B5EF4-FFF2-40B4-BE49-F238E27FC236}">
                  <a16:creationId xmlns:a16="http://schemas.microsoft.com/office/drawing/2014/main" id="{1081AFA1-40EF-9FD3-F376-C28BB97BE3E1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7" name="Straight Connector 896">
              <a:extLst>
                <a:ext uri="{FF2B5EF4-FFF2-40B4-BE49-F238E27FC236}">
                  <a16:creationId xmlns:a16="http://schemas.microsoft.com/office/drawing/2014/main" id="{B5FEDE34-CF9F-3D56-8290-6D339886BD8D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898" name="Trapezoid 409">
            <a:extLst>
              <a:ext uri="{FF2B5EF4-FFF2-40B4-BE49-F238E27FC236}">
                <a16:creationId xmlns:a16="http://schemas.microsoft.com/office/drawing/2014/main" id="{E80254C8-359E-04F1-CBB1-6306562A31EB}"/>
              </a:ext>
            </a:extLst>
          </p:cNvPr>
          <p:cNvSpPr/>
          <p:nvPr/>
        </p:nvSpPr>
        <p:spPr>
          <a:xfrm rot="10800000">
            <a:off x="2185042" y="6110113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ED626E4F-8C9E-0AC1-2E78-4E95B0011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1236" y="5676886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00" name="Oval 899">
            <a:extLst>
              <a:ext uri="{FF2B5EF4-FFF2-40B4-BE49-F238E27FC236}">
                <a16:creationId xmlns:a16="http://schemas.microsoft.com/office/drawing/2014/main" id="{D92A7BCA-007C-1F41-C37F-3E5398D8E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557" y="5720136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" name="Trapezoid 412">
            <a:extLst>
              <a:ext uri="{FF2B5EF4-FFF2-40B4-BE49-F238E27FC236}">
                <a16:creationId xmlns:a16="http://schemas.microsoft.com/office/drawing/2014/main" id="{24B827BB-8612-AA08-73C1-1A02F9D28A7F}"/>
              </a:ext>
            </a:extLst>
          </p:cNvPr>
          <p:cNvSpPr/>
          <p:nvPr/>
        </p:nvSpPr>
        <p:spPr>
          <a:xfrm rot="10800000">
            <a:off x="2187052" y="5777415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02" name="Straight Arrow Connector 901">
            <a:extLst>
              <a:ext uri="{FF2B5EF4-FFF2-40B4-BE49-F238E27FC236}">
                <a16:creationId xmlns:a16="http://schemas.microsoft.com/office/drawing/2014/main" id="{C07EDC4D-2F86-905D-314F-E61BFF481506}"/>
              </a:ext>
            </a:extLst>
          </p:cNvPr>
          <p:cNvCxnSpPr>
            <a:cxnSpLocks/>
            <a:stCxn id="899" idx="2"/>
            <a:endCxn id="892" idx="0"/>
          </p:cNvCxnSpPr>
          <p:nvPr/>
        </p:nvCxnSpPr>
        <p:spPr>
          <a:xfrm>
            <a:off x="2289377" y="585062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03" name="Straight Arrow Connector 902">
            <a:extLst>
              <a:ext uri="{FF2B5EF4-FFF2-40B4-BE49-F238E27FC236}">
                <a16:creationId xmlns:a16="http://schemas.microsoft.com/office/drawing/2014/main" id="{95577E63-8501-A29D-514B-6DD1B5619F42}"/>
              </a:ext>
            </a:extLst>
          </p:cNvPr>
          <p:cNvCxnSpPr>
            <a:cxnSpLocks/>
            <a:stCxn id="1229" idx="1"/>
            <a:endCxn id="892" idx="3"/>
          </p:cNvCxnSpPr>
          <p:nvPr/>
        </p:nvCxnSpPr>
        <p:spPr>
          <a:xfrm flipH="1">
            <a:off x="2430701" y="6120618"/>
            <a:ext cx="583005" cy="12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04" name="Rectangle 60">
            <a:extLst>
              <a:ext uri="{FF2B5EF4-FFF2-40B4-BE49-F238E27FC236}">
                <a16:creationId xmlns:a16="http://schemas.microsoft.com/office/drawing/2014/main" id="{D80F9820-C685-7E3A-2F91-B798CECA7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263" y="4551621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05" name="Group 719">
            <a:extLst>
              <a:ext uri="{FF2B5EF4-FFF2-40B4-BE49-F238E27FC236}">
                <a16:creationId xmlns:a16="http://schemas.microsoft.com/office/drawing/2014/main" id="{3ADC505E-1D3D-4289-BB1A-A60B86C2B49E}"/>
              </a:ext>
            </a:extLst>
          </p:cNvPr>
          <p:cNvGrpSpPr/>
          <p:nvPr/>
        </p:nvGrpSpPr>
        <p:grpSpPr>
          <a:xfrm>
            <a:off x="2202388" y="4552930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06" name="Straight Connector 905">
              <a:extLst>
                <a:ext uri="{FF2B5EF4-FFF2-40B4-BE49-F238E27FC236}">
                  <a16:creationId xmlns:a16="http://schemas.microsoft.com/office/drawing/2014/main" id="{CAC4976F-C379-9D17-FAD0-0C0364B7F0C9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7" name="Straight Connector 906">
              <a:extLst>
                <a:ext uri="{FF2B5EF4-FFF2-40B4-BE49-F238E27FC236}">
                  <a16:creationId xmlns:a16="http://schemas.microsoft.com/office/drawing/2014/main" id="{80A5F784-98EF-80A5-AFE8-3EAC8E30AC36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8" name="Straight Connector 907">
              <a:extLst>
                <a:ext uri="{FF2B5EF4-FFF2-40B4-BE49-F238E27FC236}">
                  <a16:creationId xmlns:a16="http://schemas.microsoft.com/office/drawing/2014/main" id="{707F461B-0CF2-3E9F-3E91-9424B23C197C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9" name="Straight Connector 908">
              <a:extLst>
                <a:ext uri="{FF2B5EF4-FFF2-40B4-BE49-F238E27FC236}">
                  <a16:creationId xmlns:a16="http://schemas.microsoft.com/office/drawing/2014/main" id="{0EEE9679-C784-4A19-A396-25DDE1BD86B1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10" name="Trapezoid 426">
            <a:extLst>
              <a:ext uri="{FF2B5EF4-FFF2-40B4-BE49-F238E27FC236}">
                <a16:creationId xmlns:a16="http://schemas.microsoft.com/office/drawing/2014/main" id="{ECCC938A-83F6-5EF7-51BF-693C30A27F55}"/>
              </a:ext>
            </a:extLst>
          </p:cNvPr>
          <p:cNvSpPr/>
          <p:nvPr/>
        </p:nvSpPr>
        <p:spPr>
          <a:xfrm rot="10800000">
            <a:off x="2183831" y="4621627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1" name="Rectangle 910">
            <a:extLst>
              <a:ext uri="{FF2B5EF4-FFF2-40B4-BE49-F238E27FC236}">
                <a16:creationId xmlns:a16="http://schemas.microsoft.com/office/drawing/2014/main" id="{8C62D05B-C33F-B93B-7BC3-0E947CFFC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024" y="4188400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12" name="Oval 911">
            <a:extLst>
              <a:ext uri="{FF2B5EF4-FFF2-40B4-BE49-F238E27FC236}">
                <a16:creationId xmlns:a16="http://schemas.microsoft.com/office/drawing/2014/main" id="{281CFBF5-5E23-8276-C71A-D8BCC7B8F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346" y="4231648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3" name="Trapezoid 429">
            <a:extLst>
              <a:ext uri="{FF2B5EF4-FFF2-40B4-BE49-F238E27FC236}">
                <a16:creationId xmlns:a16="http://schemas.microsoft.com/office/drawing/2014/main" id="{B4FD1F7F-CA36-B104-C049-F1C401396E85}"/>
              </a:ext>
            </a:extLst>
          </p:cNvPr>
          <p:cNvSpPr/>
          <p:nvPr/>
        </p:nvSpPr>
        <p:spPr>
          <a:xfrm rot="10800000">
            <a:off x="2185841" y="4288928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14" name="Straight Arrow Connector 913">
            <a:extLst>
              <a:ext uri="{FF2B5EF4-FFF2-40B4-BE49-F238E27FC236}">
                <a16:creationId xmlns:a16="http://schemas.microsoft.com/office/drawing/2014/main" id="{D33235D6-028F-6F7E-8722-BCE81FBEF2A5}"/>
              </a:ext>
            </a:extLst>
          </p:cNvPr>
          <p:cNvCxnSpPr>
            <a:cxnSpLocks/>
            <a:stCxn id="911" idx="2"/>
            <a:endCxn id="904" idx="0"/>
          </p:cNvCxnSpPr>
          <p:nvPr/>
        </p:nvCxnSpPr>
        <p:spPr>
          <a:xfrm>
            <a:off x="2288165" y="4362134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75000"/>
              </a:srgbClr>
            </a:solidFill>
            <a:prstDash val="solid"/>
            <a:tailEnd type="none"/>
          </a:ln>
          <a:effectLst/>
        </p:spPr>
      </p:cxnSp>
      <p:sp>
        <p:nvSpPr>
          <p:cNvPr id="915" name="Rectangle 25">
            <a:extLst>
              <a:ext uri="{FF2B5EF4-FFF2-40B4-BE49-F238E27FC236}">
                <a16:creationId xmlns:a16="http://schemas.microsoft.com/office/drawing/2014/main" id="{240ED248-492C-83F7-21A9-03DE6C1A1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3397" y="5536928"/>
            <a:ext cx="399011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16" name="Rectangle 29">
            <a:extLst>
              <a:ext uri="{FF2B5EF4-FFF2-40B4-BE49-F238E27FC236}">
                <a16:creationId xmlns:a16="http://schemas.microsoft.com/office/drawing/2014/main" id="{3AA57285-67F2-8356-B92B-FDF134507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176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17" name="Rectangle 29">
            <a:extLst>
              <a:ext uri="{FF2B5EF4-FFF2-40B4-BE49-F238E27FC236}">
                <a16:creationId xmlns:a16="http://schemas.microsoft.com/office/drawing/2014/main" id="{65277127-7974-80B0-5887-0094FBE7F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9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18" name="Straight Arrow Connector 917">
            <a:extLst>
              <a:ext uri="{FF2B5EF4-FFF2-40B4-BE49-F238E27FC236}">
                <a16:creationId xmlns:a16="http://schemas.microsoft.com/office/drawing/2014/main" id="{242A7024-52E6-389E-7EC9-4A8477CDFB0B}"/>
              </a:ext>
            </a:extLst>
          </p:cNvPr>
          <p:cNvCxnSpPr>
            <a:cxnSpLocks/>
            <a:stCxn id="916" idx="2"/>
            <a:endCxn id="899" idx="0"/>
          </p:cNvCxnSpPr>
          <p:nvPr/>
        </p:nvCxnSpPr>
        <p:spPr>
          <a:xfrm flipH="1">
            <a:off x="2289376" y="5577754"/>
            <a:ext cx="722799" cy="991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19" name="Rectangle 135">
            <a:extLst>
              <a:ext uri="{FF2B5EF4-FFF2-40B4-BE49-F238E27FC236}">
                <a16:creationId xmlns:a16="http://schemas.microsoft.com/office/drawing/2014/main" id="{B44CD36E-655D-B98D-A0C4-1FF771365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0029" y="5321504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 </a:t>
            </a:r>
          </a:p>
        </p:txBody>
      </p:sp>
      <p:sp>
        <p:nvSpPr>
          <p:cNvPr id="920" name="Rectangle 135">
            <a:extLst>
              <a:ext uri="{FF2B5EF4-FFF2-40B4-BE49-F238E27FC236}">
                <a16:creationId xmlns:a16="http://schemas.microsoft.com/office/drawing/2014/main" id="{BEAA15F8-8185-37B3-4D0B-3231CC233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6284" y="133195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Transceiver1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23" name="Oval 922">
            <a:extLst>
              <a:ext uri="{FF2B5EF4-FFF2-40B4-BE49-F238E27FC236}">
                <a16:creationId xmlns:a16="http://schemas.microsoft.com/office/drawing/2014/main" id="{A12A5ADA-419F-233D-E52A-DC5FA3815072}"/>
              </a:ext>
            </a:extLst>
          </p:cNvPr>
          <p:cNvSpPr/>
          <p:nvPr/>
        </p:nvSpPr>
        <p:spPr>
          <a:xfrm>
            <a:off x="2657537" y="5837212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24" name="Straight Connector 923">
            <a:extLst>
              <a:ext uri="{FF2B5EF4-FFF2-40B4-BE49-F238E27FC236}">
                <a16:creationId xmlns:a16="http://schemas.microsoft.com/office/drawing/2014/main" id="{F07E0D00-B4BE-AE1A-ED44-31BFC23E8ED8}"/>
              </a:ext>
            </a:extLst>
          </p:cNvPr>
          <p:cNvCxnSpPr>
            <a:cxnSpLocks/>
            <a:stCxn id="923" idx="3"/>
            <a:endCxn id="892" idx="3"/>
          </p:cNvCxnSpPr>
          <p:nvPr/>
        </p:nvCxnSpPr>
        <p:spPr>
          <a:xfrm flipH="1">
            <a:off x="2430702" y="5949940"/>
            <a:ext cx="279377" cy="17079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25" name="Rectangle 924">
            <a:extLst>
              <a:ext uri="{FF2B5EF4-FFF2-40B4-BE49-F238E27FC236}">
                <a16:creationId xmlns:a16="http://schemas.microsoft.com/office/drawing/2014/main" id="{4EB704DC-C260-5E5A-AAF6-FC0ADBA414CE}"/>
              </a:ext>
            </a:extLst>
          </p:cNvPr>
          <p:cNvSpPr/>
          <p:nvPr/>
        </p:nvSpPr>
        <p:spPr>
          <a:xfrm>
            <a:off x="9921024" y="1482587"/>
            <a:ext cx="958020" cy="4766255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26" name="Straight Arrow Connector 925">
            <a:extLst>
              <a:ext uri="{FF2B5EF4-FFF2-40B4-BE49-F238E27FC236}">
                <a16:creationId xmlns:a16="http://schemas.microsoft.com/office/drawing/2014/main" id="{3A0F0F19-DE2D-99A9-0926-B4D1DEC91CB4}"/>
              </a:ext>
            </a:extLst>
          </p:cNvPr>
          <p:cNvCxnSpPr>
            <a:cxnSpLocks/>
            <a:stCxn id="1078" idx="2"/>
            <a:endCxn id="934" idx="0"/>
          </p:cNvCxnSpPr>
          <p:nvPr/>
        </p:nvCxnSpPr>
        <p:spPr>
          <a:xfrm>
            <a:off x="10137097" y="2301766"/>
            <a:ext cx="21669" cy="336563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27" name="Rectangle 60">
            <a:extLst>
              <a:ext uri="{FF2B5EF4-FFF2-40B4-BE49-F238E27FC236}">
                <a16:creationId xmlns:a16="http://schemas.microsoft.com/office/drawing/2014/main" id="{F7CA9F58-3D97-CFED-95CC-74679F99D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9865" y="6030624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28" name="Group 719">
            <a:extLst>
              <a:ext uri="{FF2B5EF4-FFF2-40B4-BE49-F238E27FC236}">
                <a16:creationId xmlns:a16="http://schemas.microsoft.com/office/drawing/2014/main" id="{21C96FD1-62F1-5735-2BA1-2DBC41B4EA44}"/>
              </a:ext>
            </a:extLst>
          </p:cNvPr>
          <p:cNvGrpSpPr/>
          <p:nvPr/>
        </p:nvGrpSpPr>
        <p:grpSpPr>
          <a:xfrm>
            <a:off x="10072990" y="6031933"/>
            <a:ext cx="174014" cy="68682"/>
            <a:chOff x="8553742" y="2601251"/>
            <a:chExt cx="216024" cy="108852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EA5FDD0B-785A-EEF6-CD59-E659C49BA9C8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B183D3E7-AE4C-B959-20D9-95BE18AD66AE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27FB5565-9A91-C97B-25A2-7501C94335C2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2" name="Straight Connector 931">
              <a:extLst>
                <a:ext uri="{FF2B5EF4-FFF2-40B4-BE49-F238E27FC236}">
                  <a16:creationId xmlns:a16="http://schemas.microsoft.com/office/drawing/2014/main" id="{E18BAF07-59CF-9F5F-8B2B-7B97FDC956E5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933" name="Trapezoid 539">
            <a:extLst>
              <a:ext uri="{FF2B5EF4-FFF2-40B4-BE49-F238E27FC236}">
                <a16:creationId xmlns:a16="http://schemas.microsoft.com/office/drawing/2014/main" id="{F59E842D-4986-E089-880E-D73896ED468C}"/>
              </a:ext>
            </a:extLst>
          </p:cNvPr>
          <p:cNvSpPr/>
          <p:nvPr/>
        </p:nvSpPr>
        <p:spPr>
          <a:xfrm rot="10800000">
            <a:off x="10054432" y="6100630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4" name="Rectangle 933">
            <a:extLst>
              <a:ext uri="{FF2B5EF4-FFF2-40B4-BE49-F238E27FC236}">
                <a16:creationId xmlns:a16="http://schemas.microsoft.com/office/drawing/2014/main" id="{442997C7-D380-842A-5790-2D1391A7D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0626" y="5667404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35" name="Oval 934">
            <a:extLst>
              <a:ext uri="{FF2B5EF4-FFF2-40B4-BE49-F238E27FC236}">
                <a16:creationId xmlns:a16="http://schemas.microsoft.com/office/drawing/2014/main" id="{8BA53E3C-BBA5-D902-540F-F2BDB6C70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5946" y="5710653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Trapezoid 542">
            <a:extLst>
              <a:ext uri="{FF2B5EF4-FFF2-40B4-BE49-F238E27FC236}">
                <a16:creationId xmlns:a16="http://schemas.microsoft.com/office/drawing/2014/main" id="{7382E76B-4802-1D67-D855-F838D1892AAD}"/>
              </a:ext>
            </a:extLst>
          </p:cNvPr>
          <p:cNvSpPr/>
          <p:nvPr/>
        </p:nvSpPr>
        <p:spPr>
          <a:xfrm rot="10800000">
            <a:off x="10056441" y="5767932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37" name="Straight Arrow Connector 936">
            <a:extLst>
              <a:ext uri="{FF2B5EF4-FFF2-40B4-BE49-F238E27FC236}">
                <a16:creationId xmlns:a16="http://schemas.microsoft.com/office/drawing/2014/main" id="{A685201D-C80D-0DB3-CEE7-D6D137E112C4}"/>
              </a:ext>
            </a:extLst>
          </p:cNvPr>
          <p:cNvCxnSpPr>
            <a:cxnSpLocks/>
            <a:stCxn id="934" idx="2"/>
            <a:endCxn id="927" idx="0"/>
          </p:cNvCxnSpPr>
          <p:nvPr/>
        </p:nvCxnSpPr>
        <p:spPr>
          <a:xfrm>
            <a:off x="10158767" y="5841138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38" name="Rectangle 60">
            <a:extLst>
              <a:ext uri="{FF2B5EF4-FFF2-40B4-BE49-F238E27FC236}">
                <a16:creationId xmlns:a16="http://schemas.microsoft.com/office/drawing/2014/main" id="{D54A4B1F-0528-3AE7-E32D-0BC6BC360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943" y="4549149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39" name="Group 719">
            <a:extLst>
              <a:ext uri="{FF2B5EF4-FFF2-40B4-BE49-F238E27FC236}">
                <a16:creationId xmlns:a16="http://schemas.microsoft.com/office/drawing/2014/main" id="{51D55A0F-9C28-BC6C-51BE-4A205BBF21E2}"/>
              </a:ext>
            </a:extLst>
          </p:cNvPr>
          <p:cNvGrpSpPr/>
          <p:nvPr/>
        </p:nvGrpSpPr>
        <p:grpSpPr>
          <a:xfrm>
            <a:off x="10081068" y="4550458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40" name="Straight Connector 939">
              <a:extLst>
                <a:ext uri="{FF2B5EF4-FFF2-40B4-BE49-F238E27FC236}">
                  <a16:creationId xmlns:a16="http://schemas.microsoft.com/office/drawing/2014/main" id="{1E80172F-9F2D-606A-F5F1-CD26DFCDE273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9C46F736-8D29-93B8-A959-BD18DAB4B846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2" name="Straight Connector 941">
              <a:extLst>
                <a:ext uri="{FF2B5EF4-FFF2-40B4-BE49-F238E27FC236}">
                  <a16:creationId xmlns:a16="http://schemas.microsoft.com/office/drawing/2014/main" id="{1D8241C1-E857-E9B3-EAEE-A1A8BBAFB2C4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3" name="Straight Connector 942">
              <a:extLst>
                <a:ext uri="{FF2B5EF4-FFF2-40B4-BE49-F238E27FC236}">
                  <a16:creationId xmlns:a16="http://schemas.microsoft.com/office/drawing/2014/main" id="{8878894A-ADF8-81E6-E81B-FCABA32C77E8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44" name="Trapezoid 566">
            <a:extLst>
              <a:ext uri="{FF2B5EF4-FFF2-40B4-BE49-F238E27FC236}">
                <a16:creationId xmlns:a16="http://schemas.microsoft.com/office/drawing/2014/main" id="{9D0AE832-A3D9-2391-7AA8-CF443BEDCDF6}"/>
              </a:ext>
            </a:extLst>
          </p:cNvPr>
          <p:cNvSpPr/>
          <p:nvPr/>
        </p:nvSpPr>
        <p:spPr>
          <a:xfrm rot="10800000">
            <a:off x="10062510" y="4619155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5" name="Rectangle 944">
            <a:extLst>
              <a:ext uri="{FF2B5EF4-FFF2-40B4-BE49-F238E27FC236}">
                <a16:creationId xmlns:a16="http://schemas.microsoft.com/office/drawing/2014/main" id="{D6289FD9-93AC-2FDD-E945-ED9D242C5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4" y="4185926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46" name="Oval 945">
            <a:extLst>
              <a:ext uri="{FF2B5EF4-FFF2-40B4-BE49-F238E27FC236}">
                <a16:creationId xmlns:a16="http://schemas.microsoft.com/office/drawing/2014/main" id="{486482E2-7995-B136-F772-970E8D475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4025" y="4229176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Trapezoid 571">
            <a:extLst>
              <a:ext uri="{FF2B5EF4-FFF2-40B4-BE49-F238E27FC236}">
                <a16:creationId xmlns:a16="http://schemas.microsoft.com/office/drawing/2014/main" id="{7E86FB0E-10AD-D3E9-6783-3927FF1CF878}"/>
              </a:ext>
            </a:extLst>
          </p:cNvPr>
          <p:cNvSpPr/>
          <p:nvPr/>
        </p:nvSpPr>
        <p:spPr>
          <a:xfrm rot="10800000">
            <a:off x="10064521" y="4286454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Rectangle 25">
            <a:extLst>
              <a:ext uri="{FF2B5EF4-FFF2-40B4-BE49-F238E27FC236}">
                <a16:creationId xmlns:a16="http://schemas.microsoft.com/office/drawing/2014/main" id="{9CA4DFD9-9F7F-742F-DA33-F402DEB2D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947" y="5539327"/>
            <a:ext cx="370245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49" name="Rectangle 29">
            <a:extLst>
              <a:ext uri="{FF2B5EF4-FFF2-40B4-BE49-F238E27FC236}">
                <a16:creationId xmlns:a16="http://schemas.microsoft.com/office/drawing/2014/main" id="{EAB18E03-F41B-81BB-B053-C55E81E6E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9390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50" name="Rectangle 29">
            <a:extLst>
              <a:ext uri="{FF2B5EF4-FFF2-40B4-BE49-F238E27FC236}">
                <a16:creationId xmlns:a16="http://schemas.microsoft.com/office/drawing/2014/main" id="{FB001EC9-F7EE-5B27-08D4-B18E94103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9375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51" name="Straight Arrow Connector 950">
            <a:extLst>
              <a:ext uri="{FF2B5EF4-FFF2-40B4-BE49-F238E27FC236}">
                <a16:creationId xmlns:a16="http://schemas.microsoft.com/office/drawing/2014/main" id="{CF9D3576-CEB7-D52E-4501-DDD7244CA5AE}"/>
              </a:ext>
            </a:extLst>
          </p:cNvPr>
          <p:cNvCxnSpPr>
            <a:cxnSpLocks/>
            <a:stCxn id="950" idx="6"/>
            <a:endCxn id="934" idx="0"/>
          </p:cNvCxnSpPr>
          <p:nvPr/>
        </p:nvCxnSpPr>
        <p:spPr>
          <a:xfrm>
            <a:off x="9354457" y="5580153"/>
            <a:ext cx="804309" cy="8725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52" name="Rectangle 135">
            <a:extLst>
              <a:ext uri="{FF2B5EF4-FFF2-40B4-BE49-F238E27FC236}">
                <a16:creationId xmlns:a16="http://schemas.microsoft.com/office/drawing/2014/main" id="{513E9E0E-2B32-F0C0-5850-5864736ED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848" y="5315778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</a:t>
            </a:r>
          </a:p>
        </p:txBody>
      </p:sp>
      <p:sp>
        <p:nvSpPr>
          <p:cNvPr id="953" name="Rectangle 135">
            <a:extLst>
              <a:ext uri="{FF2B5EF4-FFF2-40B4-BE49-F238E27FC236}">
                <a16:creationId xmlns:a16="http://schemas.microsoft.com/office/drawing/2014/main" id="{A4EF1FAD-AF3D-060E-95EF-9C4786096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3016" y="1363872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Transceiver2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56" name="Oval 955">
            <a:extLst>
              <a:ext uri="{FF2B5EF4-FFF2-40B4-BE49-F238E27FC236}">
                <a16:creationId xmlns:a16="http://schemas.microsoft.com/office/drawing/2014/main" id="{491653C8-5C42-CE5F-FF89-E6EB9F7EBDF9}"/>
              </a:ext>
            </a:extLst>
          </p:cNvPr>
          <p:cNvSpPr/>
          <p:nvPr/>
        </p:nvSpPr>
        <p:spPr>
          <a:xfrm>
            <a:off x="9325649" y="5837038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57" name="Straight Connector 956">
            <a:extLst>
              <a:ext uri="{FF2B5EF4-FFF2-40B4-BE49-F238E27FC236}">
                <a16:creationId xmlns:a16="http://schemas.microsoft.com/office/drawing/2014/main" id="{3BB5CF13-B9F2-9974-8372-7DEC8F03884E}"/>
              </a:ext>
            </a:extLst>
          </p:cNvPr>
          <p:cNvCxnSpPr>
            <a:cxnSpLocks/>
            <a:stCxn id="927" idx="1"/>
            <a:endCxn id="956" idx="5"/>
          </p:cNvCxnSpPr>
          <p:nvPr/>
        </p:nvCxnSpPr>
        <p:spPr>
          <a:xfrm flipH="1" flipV="1">
            <a:off x="9631883" y="5949766"/>
            <a:ext cx="387982" cy="161489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58" name="Straight Arrow Connector 957">
            <a:extLst>
              <a:ext uri="{FF2B5EF4-FFF2-40B4-BE49-F238E27FC236}">
                <a16:creationId xmlns:a16="http://schemas.microsoft.com/office/drawing/2014/main" id="{C701048D-9BCA-9B0A-D502-DC6561A57436}"/>
              </a:ext>
            </a:extLst>
          </p:cNvPr>
          <p:cNvCxnSpPr>
            <a:cxnSpLocks/>
            <a:stCxn id="38" idx="1"/>
            <a:endCxn id="1227" idx="3"/>
          </p:cNvCxnSpPr>
          <p:nvPr/>
        </p:nvCxnSpPr>
        <p:spPr>
          <a:xfrm flipH="1">
            <a:off x="3301457" y="6119607"/>
            <a:ext cx="553381" cy="180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59" name="Straight Arrow Connector 958">
            <a:extLst>
              <a:ext uri="{FF2B5EF4-FFF2-40B4-BE49-F238E27FC236}">
                <a16:creationId xmlns:a16="http://schemas.microsoft.com/office/drawing/2014/main" id="{9DA1EE29-5340-443E-E5AD-59EF9E0F23BF}"/>
              </a:ext>
            </a:extLst>
          </p:cNvPr>
          <p:cNvCxnSpPr>
            <a:cxnSpLocks/>
            <a:stCxn id="373" idx="0"/>
            <a:endCxn id="949" idx="2"/>
          </p:cNvCxnSpPr>
          <p:nvPr/>
        </p:nvCxnSpPr>
        <p:spPr>
          <a:xfrm flipV="1">
            <a:off x="8283796" y="5580153"/>
            <a:ext cx="755595" cy="9302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990" name="Group 989">
            <a:extLst>
              <a:ext uri="{FF2B5EF4-FFF2-40B4-BE49-F238E27FC236}">
                <a16:creationId xmlns:a16="http://schemas.microsoft.com/office/drawing/2014/main" id="{D7FD5DDF-4E32-4016-8FAC-1AED332829D7}"/>
              </a:ext>
            </a:extLst>
          </p:cNvPr>
          <p:cNvGrpSpPr/>
          <p:nvPr/>
        </p:nvGrpSpPr>
        <p:grpSpPr>
          <a:xfrm>
            <a:off x="3852572" y="3499658"/>
            <a:ext cx="276281" cy="173735"/>
            <a:chOff x="3417117" y="2447654"/>
            <a:chExt cx="362556" cy="227987"/>
          </a:xfrm>
        </p:grpSpPr>
        <p:sp>
          <p:nvSpPr>
            <p:cNvPr id="991" name="Rectangle 990">
              <a:extLst>
                <a:ext uri="{FF2B5EF4-FFF2-40B4-BE49-F238E27FC236}">
                  <a16:creationId xmlns:a16="http://schemas.microsoft.com/office/drawing/2014/main" id="{A3B351EB-F6F7-8D52-035F-FEA3EFD4D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992" name="Oval 991">
              <a:extLst>
                <a:ext uri="{FF2B5EF4-FFF2-40B4-BE49-F238E27FC236}">
                  <a16:creationId xmlns:a16="http://schemas.microsoft.com/office/drawing/2014/main" id="{018A0AFC-2A22-F5DE-34D9-6DA3E17EE0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93" name="Trapezoid 613">
              <a:extLst>
                <a:ext uri="{FF2B5EF4-FFF2-40B4-BE49-F238E27FC236}">
                  <a16:creationId xmlns:a16="http://schemas.microsoft.com/office/drawing/2014/main" id="{B936CF79-A641-2EDD-0C6C-710805B90C5E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994" name="Straight Arrow Connector 993">
            <a:extLst>
              <a:ext uri="{FF2B5EF4-FFF2-40B4-BE49-F238E27FC236}">
                <a16:creationId xmlns:a16="http://schemas.microsoft.com/office/drawing/2014/main" id="{28C538C6-54F0-393F-5C85-FC5702677403}"/>
              </a:ext>
            </a:extLst>
          </p:cNvPr>
          <p:cNvCxnSpPr>
            <a:cxnSpLocks/>
            <a:endCxn id="991" idx="3"/>
          </p:cNvCxnSpPr>
          <p:nvPr/>
        </p:nvCxnSpPr>
        <p:spPr>
          <a:xfrm flipH="1" flipV="1">
            <a:off x="412885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995" name="Group 254">
            <a:extLst>
              <a:ext uri="{FF2B5EF4-FFF2-40B4-BE49-F238E27FC236}">
                <a16:creationId xmlns:a16="http://schemas.microsoft.com/office/drawing/2014/main" id="{FC935597-7931-48A2-69B1-E860F6AEEB6F}"/>
              </a:ext>
            </a:extLst>
          </p:cNvPr>
          <p:cNvGrpSpPr>
            <a:grpSpLocks noChangeAspect="1"/>
          </p:cNvGrpSpPr>
          <p:nvPr/>
        </p:nvGrpSpPr>
        <p:grpSpPr>
          <a:xfrm>
            <a:off x="3849256" y="3867267"/>
            <a:ext cx="280226" cy="161260"/>
            <a:chOff x="8421867" y="1904979"/>
            <a:chExt cx="347879" cy="255573"/>
          </a:xfrm>
        </p:grpSpPr>
        <p:sp>
          <p:nvSpPr>
            <p:cNvPr id="996" name="Rectangle 60">
              <a:extLst>
                <a:ext uri="{FF2B5EF4-FFF2-40B4-BE49-F238E27FC236}">
                  <a16:creationId xmlns:a16="http://schemas.microsoft.com/office/drawing/2014/main" id="{5B886A13-4072-3716-9C47-6F06DD41DB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997" name="Group 719">
              <a:extLst>
                <a:ext uri="{FF2B5EF4-FFF2-40B4-BE49-F238E27FC236}">
                  <a16:creationId xmlns:a16="http://schemas.microsoft.com/office/drawing/2014/main" id="{22D3559A-8367-D27C-FCE3-4104E87F1D3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999" name="Straight Connector 998">
                <a:extLst>
                  <a:ext uri="{FF2B5EF4-FFF2-40B4-BE49-F238E27FC236}">
                    <a16:creationId xmlns:a16="http://schemas.microsoft.com/office/drawing/2014/main" id="{F0831CAC-AC52-9068-FB74-46464E9B31D4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0" name="Straight Connector 999">
                <a:extLst>
                  <a:ext uri="{FF2B5EF4-FFF2-40B4-BE49-F238E27FC236}">
                    <a16:creationId xmlns:a16="http://schemas.microsoft.com/office/drawing/2014/main" id="{20C8B70C-B69A-3B0C-5E57-489A1C7926D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1" name="Straight Connector 1000">
                <a:extLst>
                  <a:ext uri="{FF2B5EF4-FFF2-40B4-BE49-F238E27FC236}">
                    <a16:creationId xmlns:a16="http://schemas.microsoft.com/office/drawing/2014/main" id="{48AB66FD-818F-3701-68A9-1655ED45257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2" name="Straight Connector 1001">
                <a:extLst>
                  <a:ext uri="{FF2B5EF4-FFF2-40B4-BE49-F238E27FC236}">
                    <a16:creationId xmlns:a16="http://schemas.microsoft.com/office/drawing/2014/main" id="{5E8B38D6-CAB7-0222-C789-93A2A2928B9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998" name="Trapezoid 136">
              <a:extLst>
                <a:ext uri="{FF2B5EF4-FFF2-40B4-BE49-F238E27FC236}">
                  <a16:creationId xmlns:a16="http://schemas.microsoft.com/office/drawing/2014/main" id="{7720DC34-F548-906D-BFEA-A1C6E2E9A4A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15" name="Rectangle 135">
            <a:extLst>
              <a:ext uri="{FF2B5EF4-FFF2-40B4-BE49-F238E27FC236}">
                <a16:creationId xmlns:a16="http://schemas.microsoft.com/office/drawing/2014/main" id="{D17DA0E7-9992-71F0-D7A4-B1CBFA66C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82" y="31354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17" name="Group 1016">
            <a:extLst>
              <a:ext uri="{FF2B5EF4-FFF2-40B4-BE49-F238E27FC236}">
                <a16:creationId xmlns:a16="http://schemas.microsoft.com/office/drawing/2014/main" id="{3790E617-8F8E-C813-66F3-4EFFA8168DF9}"/>
              </a:ext>
            </a:extLst>
          </p:cNvPr>
          <p:cNvGrpSpPr/>
          <p:nvPr/>
        </p:nvGrpSpPr>
        <p:grpSpPr>
          <a:xfrm>
            <a:off x="8153313" y="3494806"/>
            <a:ext cx="276281" cy="173735"/>
            <a:chOff x="3417117" y="2447654"/>
            <a:chExt cx="362556" cy="227987"/>
          </a:xfrm>
        </p:grpSpPr>
        <p:sp>
          <p:nvSpPr>
            <p:cNvPr id="1018" name="Rectangle 1017">
              <a:extLst>
                <a:ext uri="{FF2B5EF4-FFF2-40B4-BE49-F238E27FC236}">
                  <a16:creationId xmlns:a16="http://schemas.microsoft.com/office/drawing/2014/main" id="{7509F6FE-E05A-E093-5F18-B1EF16C4E4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019" name="Oval 1018">
              <a:extLst>
                <a:ext uri="{FF2B5EF4-FFF2-40B4-BE49-F238E27FC236}">
                  <a16:creationId xmlns:a16="http://schemas.microsoft.com/office/drawing/2014/main" id="{746C9F15-43B6-C022-FF44-594B0F25CD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0" name="Trapezoid 661">
              <a:extLst>
                <a:ext uri="{FF2B5EF4-FFF2-40B4-BE49-F238E27FC236}">
                  <a16:creationId xmlns:a16="http://schemas.microsoft.com/office/drawing/2014/main" id="{B72080A9-02C3-B89D-8F18-D14D4DA9002C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D460D450-4F25-CB1E-ABF9-5D18FEB8D13A}"/>
              </a:ext>
            </a:extLst>
          </p:cNvPr>
          <p:cNvGrpSpPr>
            <a:grpSpLocks noChangeAspect="1"/>
          </p:cNvGrpSpPr>
          <p:nvPr/>
        </p:nvGrpSpPr>
        <p:grpSpPr>
          <a:xfrm>
            <a:off x="2151458" y="3485901"/>
            <a:ext cx="273517" cy="173113"/>
            <a:chOff x="980945" y="1888766"/>
            <a:chExt cx="271916" cy="172099"/>
          </a:xfrm>
        </p:grpSpPr>
        <p:grpSp>
          <p:nvGrpSpPr>
            <p:cNvPr id="1036" name="Group 898">
              <a:extLst>
                <a:ext uri="{FF2B5EF4-FFF2-40B4-BE49-F238E27FC236}">
                  <a16:creationId xmlns:a16="http://schemas.microsoft.com/office/drawing/2014/main" id="{001AB9C7-231D-DD91-E2E2-8351F44DD62C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38" name="Rectangle 88">
                <a:extLst>
                  <a:ext uri="{FF2B5EF4-FFF2-40B4-BE49-F238E27FC236}">
                    <a16:creationId xmlns:a16="http://schemas.microsoft.com/office/drawing/2014/main" id="{E9B9DD40-C817-B2FD-5A76-E82AB205C8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39" name="Rectangle 88">
                <a:extLst>
                  <a:ext uri="{FF2B5EF4-FFF2-40B4-BE49-F238E27FC236}">
                    <a16:creationId xmlns:a16="http://schemas.microsoft.com/office/drawing/2014/main" id="{F53D5375-3C0B-5AE3-C422-5592DD4217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0" name="Isosceles Triangle 1039">
                <a:extLst>
                  <a:ext uri="{FF2B5EF4-FFF2-40B4-BE49-F238E27FC236}">
                    <a16:creationId xmlns:a16="http://schemas.microsoft.com/office/drawing/2014/main" id="{A93203B8-EAFB-7D72-DFF0-C47D5818948E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1" name="Oval 341">
                <a:extLst>
                  <a:ext uri="{FF2B5EF4-FFF2-40B4-BE49-F238E27FC236}">
                    <a16:creationId xmlns:a16="http://schemas.microsoft.com/office/drawing/2014/main" id="{01B42298-299C-A5EF-6584-D99CF015E4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37" name="Trapezoid 688">
              <a:extLst>
                <a:ext uri="{FF2B5EF4-FFF2-40B4-BE49-F238E27FC236}">
                  <a16:creationId xmlns:a16="http://schemas.microsoft.com/office/drawing/2014/main" id="{A845FD17-A56A-E8BC-3245-0E67D946E833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5E703F36-5AEC-FA5C-5B66-923D0A2203C8}"/>
              </a:ext>
            </a:extLst>
          </p:cNvPr>
          <p:cNvGrpSpPr/>
          <p:nvPr/>
        </p:nvGrpSpPr>
        <p:grpSpPr>
          <a:xfrm>
            <a:off x="2147739" y="3135153"/>
            <a:ext cx="280226" cy="161260"/>
            <a:chOff x="1539943" y="2795561"/>
            <a:chExt cx="367732" cy="211616"/>
          </a:xfrm>
        </p:grpSpPr>
        <p:sp>
          <p:nvSpPr>
            <p:cNvPr id="1043" name="Rectangle 60">
              <a:extLst>
                <a:ext uri="{FF2B5EF4-FFF2-40B4-BE49-F238E27FC236}">
                  <a16:creationId xmlns:a16="http://schemas.microsoft.com/office/drawing/2014/main" id="{9D3C1255-9E31-31C6-2B87-9A8CA325F3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44" name="Group 719">
              <a:extLst>
                <a:ext uri="{FF2B5EF4-FFF2-40B4-BE49-F238E27FC236}">
                  <a16:creationId xmlns:a16="http://schemas.microsoft.com/office/drawing/2014/main" id="{E6C4A7BD-B5BC-CE55-CB5D-23BB467262B4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46" name="Straight Connector 1045">
                <a:extLst>
                  <a:ext uri="{FF2B5EF4-FFF2-40B4-BE49-F238E27FC236}">
                    <a16:creationId xmlns:a16="http://schemas.microsoft.com/office/drawing/2014/main" id="{2038A5FE-F65F-597C-572F-BA43E55724E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7" name="Straight Connector 1046">
                <a:extLst>
                  <a:ext uri="{FF2B5EF4-FFF2-40B4-BE49-F238E27FC236}">
                    <a16:creationId xmlns:a16="http://schemas.microsoft.com/office/drawing/2014/main" id="{AB340D6C-B848-0510-A4D9-501E7917E84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8" name="Straight Connector 1047">
                <a:extLst>
                  <a:ext uri="{FF2B5EF4-FFF2-40B4-BE49-F238E27FC236}">
                    <a16:creationId xmlns:a16="http://schemas.microsoft.com/office/drawing/2014/main" id="{3DC24B56-6DE1-2635-BD08-B50A3595CF1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9" name="Straight Connector 1048">
                <a:extLst>
                  <a:ext uri="{FF2B5EF4-FFF2-40B4-BE49-F238E27FC236}">
                    <a16:creationId xmlns:a16="http://schemas.microsoft.com/office/drawing/2014/main" id="{33657D20-9D5C-3ABA-7D48-E119B477E24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45" name="Trapezoid 696">
              <a:extLst>
                <a:ext uri="{FF2B5EF4-FFF2-40B4-BE49-F238E27FC236}">
                  <a16:creationId xmlns:a16="http://schemas.microsoft.com/office/drawing/2014/main" id="{CEF37BEA-3694-0B51-8490-5418D4A5FEC6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7AA8CF79-18E0-8E6D-89E5-12B8C09E6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5386" y="2110561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51" name="Oval 1050">
            <a:extLst>
              <a:ext uri="{FF2B5EF4-FFF2-40B4-BE49-F238E27FC236}">
                <a16:creationId xmlns:a16="http://schemas.microsoft.com/office/drawing/2014/main" id="{03FC405A-8E55-8ACF-E263-356B2F5FC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0708" y="215381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2" name="Trapezoid 709">
            <a:extLst>
              <a:ext uri="{FF2B5EF4-FFF2-40B4-BE49-F238E27FC236}">
                <a16:creationId xmlns:a16="http://schemas.microsoft.com/office/drawing/2014/main" id="{E0D4D12D-2B64-2D93-40D4-7505E0BD2B18}"/>
              </a:ext>
            </a:extLst>
          </p:cNvPr>
          <p:cNvSpPr/>
          <p:nvPr/>
        </p:nvSpPr>
        <p:spPr>
          <a:xfrm rot="10800000">
            <a:off x="2201203" y="221109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3" name="Rectangle 135">
            <a:extLst>
              <a:ext uri="{FF2B5EF4-FFF2-40B4-BE49-F238E27FC236}">
                <a16:creationId xmlns:a16="http://schemas.microsoft.com/office/drawing/2014/main" id="{71053C17-FCE0-EDEE-5EF5-88F4894A8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260" y="214236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ODU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19F2F854-4245-48E5-CCB5-ED8329487FFC}"/>
              </a:ext>
            </a:extLst>
          </p:cNvPr>
          <p:cNvGrpSpPr>
            <a:grpSpLocks noChangeAspect="1"/>
          </p:cNvGrpSpPr>
          <p:nvPr/>
        </p:nvGrpSpPr>
        <p:grpSpPr>
          <a:xfrm>
            <a:off x="9999104" y="3503371"/>
            <a:ext cx="273517" cy="173113"/>
            <a:chOff x="980945" y="1888766"/>
            <a:chExt cx="271916" cy="172099"/>
          </a:xfrm>
        </p:grpSpPr>
        <p:grpSp>
          <p:nvGrpSpPr>
            <p:cNvPr id="1064" name="Group 898">
              <a:extLst>
                <a:ext uri="{FF2B5EF4-FFF2-40B4-BE49-F238E27FC236}">
                  <a16:creationId xmlns:a16="http://schemas.microsoft.com/office/drawing/2014/main" id="{4319B68B-1FF8-E272-244C-E93B01F4ECB1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66" name="Rectangle 88">
                <a:extLst>
                  <a:ext uri="{FF2B5EF4-FFF2-40B4-BE49-F238E27FC236}">
                    <a16:creationId xmlns:a16="http://schemas.microsoft.com/office/drawing/2014/main" id="{2CA6C50D-FD0C-DE73-883D-9266A27969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7" name="Rectangle 88">
                <a:extLst>
                  <a:ext uri="{FF2B5EF4-FFF2-40B4-BE49-F238E27FC236}">
                    <a16:creationId xmlns:a16="http://schemas.microsoft.com/office/drawing/2014/main" id="{DEDF3163-E0DF-2801-0FB0-B3B7D0514B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8" name="Isosceles Triangle 1067">
                <a:extLst>
                  <a:ext uri="{FF2B5EF4-FFF2-40B4-BE49-F238E27FC236}">
                    <a16:creationId xmlns:a16="http://schemas.microsoft.com/office/drawing/2014/main" id="{ADD0327E-D657-4BC1-8783-5C85DEED094D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9" name="Oval 341">
                <a:extLst>
                  <a:ext uri="{FF2B5EF4-FFF2-40B4-BE49-F238E27FC236}">
                    <a16:creationId xmlns:a16="http://schemas.microsoft.com/office/drawing/2014/main" id="{9B940106-176C-468B-9B3B-68F14E26D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65" name="Trapezoid 778">
              <a:extLst>
                <a:ext uri="{FF2B5EF4-FFF2-40B4-BE49-F238E27FC236}">
                  <a16:creationId xmlns:a16="http://schemas.microsoft.com/office/drawing/2014/main" id="{4634B053-7E91-7C46-28D8-73628DDBD111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70" name="Group 1069">
            <a:extLst>
              <a:ext uri="{FF2B5EF4-FFF2-40B4-BE49-F238E27FC236}">
                <a16:creationId xmlns:a16="http://schemas.microsoft.com/office/drawing/2014/main" id="{4C510203-7D15-C2D6-A1C3-B6BAE54B4AF2}"/>
              </a:ext>
            </a:extLst>
          </p:cNvPr>
          <p:cNvGrpSpPr/>
          <p:nvPr/>
        </p:nvGrpSpPr>
        <p:grpSpPr>
          <a:xfrm>
            <a:off x="9995385" y="3152623"/>
            <a:ext cx="280226" cy="161260"/>
            <a:chOff x="1539943" y="2795561"/>
            <a:chExt cx="367732" cy="211616"/>
          </a:xfrm>
        </p:grpSpPr>
        <p:sp>
          <p:nvSpPr>
            <p:cNvPr id="1071" name="Rectangle 60">
              <a:extLst>
                <a:ext uri="{FF2B5EF4-FFF2-40B4-BE49-F238E27FC236}">
                  <a16:creationId xmlns:a16="http://schemas.microsoft.com/office/drawing/2014/main" id="{14402896-B359-C986-43D1-496A66F92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72" name="Group 719">
              <a:extLst>
                <a:ext uri="{FF2B5EF4-FFF2-40B4-BE49-F238E27FC236}">
                  <a16:creationId xmlns:a16="http://schemas.microsoft.com/office/drawing/2014/main" id="{C458FC12-3751-1BB3-EC5E-B52F9F127BA5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74" name="Straight Connector 1073">
                <a:extLst>
                  <a:ext uri="{FF2B5EF4-FFF2-40B4-BE49-F238E27FC236}">
                    <a16:creationId xmlns:a16="http://schemas.microsoft.com/office/drawing/2014/main" id="{E59E3C12-DD41-20CB-AB67-1CDE72750C3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5" name="Straight Connector 1074">
                <a:extLst>
                  <a:ext uri="{FF2B5EF4-FFF2-40B4-BE49-F238E27FC236}">
                    <a16:creationId xmlns:a16="http://schemas.microsoft.com/office/drawing/2014/main" id="{DFFA9429-0118-8072-A11A-503E9EA609D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6" name="Straight Connector 1075">
                <a:extLst>
                  <a:ext uri="{FF2B5EF4-FFF2-40B4-BE49-F238E27FC236}">
                    <a16:creationId xmlns:a16="http://schemas.microsoft.com/office/drawing/2014/main" id="{361EFB82-8F86-0147-CBCA-237E1FD891D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BF33511C-074D-A60E-EB18-441714C6B69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73" name="Trapezoid 786">
              <a:extLst>
                <a:ext uri="{FF2B5EF4-FFF2-40B4-BE49-F238E27FC236}">
                  <a16:creationId xmlns:a16="http://schemas.microsoft.com/office/drawing/2014/main" id="{7D5B6C93-2199-05DE-426C-30E0135795D8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0E31221B-0CA0-665C-C6A9-A6036B50D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8956" y="2128032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79" name="Oval 1078">
            <a:extLst>
              <a:ext uri="{FF2B5EF4-FFF2-40B4-BE49-F238E27FC236}">
                <a16:creationId xmlns:a16="http://schemas.microsoft.com/office/drawing/2014/main" id="{3A055907-F6FA-FF83-FB96-155F8B6CA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353" y="217128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0" name="Trapezoid 793">
            <a:extLst>
              <a:ext uri="{FF2B5EF4-FFF2-40B4-BE49-F238E27FC236}">
                <a16:creationId xmlns:a16="http://schemas.microsoft.com/office/drawing/2014/main" id="{6904B0CA-6A43-38F5-BA1D-E396CC9A6E6B}"/>
              </a:ext>
            </a:extLst>
          </p:cNvPr>
          <p:cNvSpPr/>
          <p:nvPr/>
        </p:nvSpPr>
        <p:spPr>
          <a:xfrm rot="10800000">
            <a:off x="10048848" y="222856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89" name="Group 1088">
            <a:extLst>
              <a:ext uri="{FF2B5EF4-FFF2-40B4-BE49-F238E27FC236}">
                <a16:creationId xmlns:a16="http://schemas.microsoft.com/office/drawing/2014/main" id="{9D25E745-B302-A3AD-2269-D2316A046B52}"/>
              </a:ext>
            </a:extLst>
          </p:cNvPr>
          <p:cNvGrpSpPr/>
          <p:nvPr/>
        </p:nvGrpSpPr>
        <p:grpSpPr>
          <a:xfrm>
            <a:off x="10019865" y="3862006"/>
            <a:ext cx="280226" cy="161260"/>
            <a:chOff x="11871597" y="3154592"/>
            <a:chExt cx="367732" cy="211616"/>
          </a:xfrm>
        </p:grpSpPr>
        <p:sp>
          <p:nvSpPr>
            <p:cNvPr id="1090" name="Rectangle 60">
              <a:extLst>
                <a:ext uri="{FF2B5EF4-FFF2-40B4-BE49-F238E27FC236}">
                  <a16:creationId xmlns:a16="http://schemas.microsoft.com/office/drawing/2014/main" id="{CB1B0FF1-E957-DEB1-DCEC-D6601ADA6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1597" y="3154592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91" name="Group 719">
              <a:extLst>
                <a:ext uri="{FF2B5EF4-FFF2-40B4-BE49-F238E27FC236}">
                  <a16:creationId xmlns:a16="http://schemas.microsoft.com/office/drawing/2014/main" id="{D130D027-1359-87A9-8BED-09E81ADE788E}"/>
                </a:ext>
              </a:extLst>
            </p:cNvPr>
            <p:cNvGrpSpPr/>
            <p:nvPr/>
          </p:nvGrpSpPr>
          <p:grpSpPr>
            <a:xfrm>
              <a:off x="11941310" y="3156308"/>
              <a:ext cx="228353" cy="90129"/>
              <a:chOff x="8553742" y="2601251"/>
              <a:chExt cx="216024" cy="108852"/>
            </a:xfrm>
          </p:grpSpPr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028EC72D-10E9-416E-F804-1892CC1EFB9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4" name="Straight Connector 1093">
                <a:extLst>
                  <a:ext uri="{FF2B5EF4-FFF2-40B4-BE49-F238E27FC236}">
                    <a16:creationId xmlns:a16="http://schemas.microsoft.com/office/drawing/2014/main" id="{9F4C3AA4-9C70-4F1E-5971-68077AB33FE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5" name="Straight Connector 1094">
                <a:extLst>
                  <a:ext uri="{FF2B5EF4-FFF2-40B4-BE49-F238E27FC236}">
                    <a16:creationId xmlns:a16="http://schemas.microsoft.com/office/drawing/2014/main" id="{73D8D84B-1468-82F7-3A2A-56EF326B26C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6" name="Straight Connector 1095">
                <a:extLst>
                  <a:ext uri="{FF2B5EF4-FFF2-40B4-BE49-F238E27FC236}">
                    <a16:creationId xmlns:a16="http://schemas.microsoft.com/office/drawing/2014/main" id="{3643ADF0-82FA-96F0-8B82-4D82FE5BEA7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92" name="Trapezoid 529">
              <a:extLst>
                <a:ext uri="{FF2B5EF4-FFF2-40B4-BE49-F238E27FC236}">
                  <a16:creationId xmlns:a16="http://schemas.microsoft.com/office/drawing/2014/main" id="{D5CE6655-F3C1-DE89-8BB9-EE83A5DDC136}"/>
                </a:ext>
              </a:extLst>
            </p:cNvPr>
            <p:cNvSpPr/>
            <p:nvPr/>
          </p:nvSpPr>
          <p:spPr>
            <a:xfrm rot="10800000">
              <a:off x="11916958" y="3246458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01" name="Rectangle 25">
            <a:extLst>
              <a:ext uri="{FF2B5EF4-FFF2-40B4-BE49-F238E27FC236}">
                <a16:creationId xmlns:a16="http://schemas.microsoft.com/office/drawing/2014/main" id="{AACA1484-EE2B-85C4-936A-263BFB887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3641" y="3162058"/>
            <a:ext cx="1317064" cy="87951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102" name="Rectangle 29">
            <a:extLst>
              <a:ext uri="{FF2B5EF4-FFF2-40B4-BE49-F238E27FC236}">
                <a16:creationId xmlns:a16="http://schemas.microsoft.com/office/drawing/2014/main" id="{F74F297D-A10A-12C2-3EC6-A8BC0003A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4788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103" name="Rectangle 135">
            <a:extLst>
              <a:ext uri="{FF2B5EF4-FFF2-40B4-BE49-F238E27FC236}">
                <a16:creationId xmlns:a16="http://schemas.microsoft.com/office/drawing/2014/main" id="{798186A9-8DD0-6D5E-CE1F-73B5FCE09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314737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Top Connection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104" name="Rectangle 29">
            <a:extLst>
              <a:ext uri="{FF2B5EF4-FFF2-40B4-BE49-F238E27FC236}">
                <a16:creationId xmlns:a16="http://schemas.microsoft.com/office/drawing/2014/main" id="{A27C417A-391E-C9B9-242C-E6BAD12C5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0887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129" name="Group 1128">
            <a:extLst>
              <a:ext uri="{FF2B5EF4-FFF2-40B4-BE49-F238E27FC236}">
                <a16:creationId xmlns:a16="http://schemas.microsoft.com/office/drawing/2014/main" id="{DB62FDBB-0072-26B7-1607-96D68EEE8820}"/>
              </a:ext>
            </a:extLst>
          </p:cNvPr>
          <p:cNvGrpSpPr/>
          <p:nvPr/>
        </p:nvGrpSpPr>
        <p:grpSpPr>
          <a:xfrm>
            <a:off x="2150475" y="3871489"/>
            <a:ext cx="280226" cy="161260"/>
            <a:chOff x="1539943" y="2795561"/>
            <a:chExt cx="367732" cy="211616"/>
          </a:xfrm>
        </p:grpSpPr>
        <p:sp>
          <p:nvSpPr>
            <p:cNvPr id="1130" name="Rectangle 60">
              <a:extLst>
                <a:ext uri="{FF2B5EF4-FFF2-40B4-BE49-F238E27FC236}">
                  <a16:creationId xmlns:a16="http://schemas.microsoft.com/office/drawing/2014/main" id="{89BB311B-DF91-A445-B413-B0276B81F2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1" name="Group 719">
              <a:extLst>
                <a:ext uri="{FF2B5EF4-FFF2-40B4-BE49-F238E27FC236}">
                  <a16:creationId xmlns:a16="http://schemas.microsoft.com/office/drawing/2014/main" id="{676CA10C-2B6A-3FAE-35B0-C76722FE04C5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133" name="Straight Connector 1132">
                <a:extLst>
                  <a:ext uri="{FF2B5EF4-FFF2-40B4-BE49-F238E27FC236}">
                    <a16:creationId xmlns:a16="http://schemas.microsoft.com/office/drawing/2014/main" id="{E2EA5126-1E37-B1FB-81B0-ECC97543557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4" name="Straight Connector 1133">
                <a:extLst>
                  <a:ext uri="{FF2B5EF4-FFF2-40B4-BE49-F238E27FC236}">
                    <a16:creationId xmlns:a16="http://schemas.microsoft.com/office/drawing/2014/main" id="{C110D4F5-2265-ABEE-3F2F-111C518B94C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5" name="Straight Connector 1134">
                <a:extLst>
                  <a:ext uri="{FF2B5EF4-FFF2-40B4-BE49-F238E27FC236}">
                    <a16:creationId xmlns:a16="http://schemas.microsoft.com/office/drawing/2014/main" id="{0F5B458D-C297-0FDB-3980-8A22038D662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6" name="Straight Connector 1135">
                <a:extLst>
                  <a:ext uri="{FF2B5EF4-FFF2-40B4-BE49-F238E27FC236}">
                    <a16:creationId xmlns:a16="http://schemas.microsoft.com/office/drawing/2014/main" id="{4ADDC3C5-4E73-4FAC-6F88-7A4201672EE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32" name="Trapezoid 384">
              <a:extLst>
                <a:ext uri="{FF2B5EF4-FFF2-40B4-BE49-F238E27FC236}">
                  <a16:creationId xmlns:a16="http://schemas.microsoft.com/office/drawing/2014/main" id="{2D97CCC1-0DF4-5364-6DDF-A88B0BEB0037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37" name="Group 254">
            <a:extLst>
              <a:ext uri="{FF2B5EF4-FFF2-40B4-BE49-F238E27FC236}">
                <a16:creationId xmlns:a16="http://schemas.microsoft.com/office/drawing/2014/main" id="{97E2015A-60CF-5EBC-473E-BD29CAE55215}"/>
              </a:ext>
            </a:extLst>
          </p:cNvPr>
          <p:cNvGrpSpPr>
            <a:grpSpLocks noChangeAspect="1"/>
          </p:cNvGrpSpPr>
          <p:nvPr/>
        </p:nvGrpSpPr>
        <p:grpSpPr>
          <a:xfrm>
            <a:off x="4420699" y="5309600"/>
            <a:ext cx="280226" cy="161260"/>
            <a:chOff x="8421867" y="1904979"/>
            <a:chExt cx="347879" cy="255573"/>
          </a:xfrm>
        </p:grpSpPr>
        <p:sp>
          <p:nvSpPr>
            <p:cNvPr id="1138" name="Rectangle 60">
              <a:extLst>
                <a:ext uri="{FF2B5EF4-FFF2-40B4-BE49-F238E27FC236}">
                  <a16:creationId xmlns:a16="http://schemas.microsoft.com/office/drawing/2014/main" id="{8C5EC353-B99C-E35E-D2A4-C5300F729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9" name="Group 719">
              <a:extLst>
                <a:ext uri="{FF2B5EF4-FFF2-40B4-BE49-F238E27FC236}">
                  <a16:creationId xmlns:a16="http://schemas.microsoft.com/office/drawing/2014/main" id="{EE8C9EAE-99B5-05CD-A861-84C23DF75BC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1" name="Straight Connector 1140">
                <a:extLst>
                  <a:ext uri="{FF2B5EF4-FFF2-40B4-BE49-F238E27FC236}">
                    <a16:creationId xmlns:a16="http://schemas.microsoft.com/office/drawing/2014/main" id="{2CF24782-FA32-E0CF-3DB0-2416E8D28EC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2" name="Straight Connector 1141">
                <a:extLst>
                  <a:ext uri="{FF2B5EF4-FFF2-40B4-BE49-F238E27FC236}">
                    <a16:creationId xmlns:a16="http://schemas.microsoft.com/office/drawing/2014/main" id="{C7ED196F-7684-F6FE-1509-2F4304B1FF3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3" name="Straight Connector 1142">
                <a:extLst>
                  <a:ext uri="{FF2B5EF4-FFF2-40B4-BE49-F238E27FC236}">
                    <a16:creationId xmlns:a16="http://schemas.microsoft.com/office/drawing/2014/main" id="{B7339296-2DEA-C515-34E7-EE813B80AFF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4" name="Straight Connector 1143">
                <a:extLst>
                  <a:ext uri="{FF2B5EF4-FFF2-40B4-BE49-F238E27FC236}">
                    <a16:creationId xmlns:a16="http://schemas.microsoft.com/office/drawing/2014/main" id="{DB08FA76-F002-0391-38FD-D2B838635EB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0" name="Trapezoid 162">
              <a:extLst>
                <a:ext uri="{FF2B5EF4-FFF2-40B4-BE49-F238E27FC236}">
                  <a16:creationId xmlns:a16="http://schemas.microsoft.com/office/drawing/2014/main" id="{0BC97AEF-9833-D1F2-C983-E451BC247ACD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45" name="Group 254">
            <a:extLst>
              <a:ext uri="{FF2B5EF4-FFF2-40B4-BE49-F238E27FC236}">
                <a16:creationId xmlns:a16="http://schemas.microsoft.com/office/drawing/2014/main" id="{B9F10997-E62C-7734-08D9-7BC2DFE5F45E}"/>
              </a:ext>
            </a:extLst>
          </p:cNvPr>
          <p:cNvGrpSpPr>
            <a:grpSpLocks noChangeAspect="1"/>
          </p:cNvGrpSpPr>
          <p:nvPr/>
        </p:nvGrpSpPr>
        <p:grpSpPr>
          <a:xfrm>
            <a:off x="8139314" y="3873352"/>
            <a:ext cx="280226" cy="161260"/>
            <a:chOff x="8421867" y="1904979"/>
            <a:chExt cx="347879" cy="255573"/>
          </a:xfrm>
        </p:grpSpPr>
        <p:sp>
          <p:nvSpPr>
            <p:cNvPr id="1146" name="Rectangle 60">
              <a:extLst>
                <a:ext uri="{FF2B5EF4-FFF2-40B4-BE49-F238E27FC236}">
                  <a16:creationId xmlns:a16="http://schemas.microsoft.com/office/drawing/2014/main" id="{9E4583CD-0E9D-1E79-713E-0E3911E58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47" name="Group 719">
              <a:extLst>
                <a:ext uri="{FF2B5EF4-FFF2-40B4-BE49-F238E27FC236}">
                  <a16:creationId xmlns:a16="http://schemas.microsoft.com/office/drawing/2014/main" id="{CE9A2187-51A9-2C1E-7D66-AD801C7060B7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9" name="Straight Connector 1148">
                <a:extLst>
                  <a:ext uri="{FF2B5EF4-FFF2-40B4-BE49-F238E27FC236}">
                    <a16:creationId xmlns:a16="http://schemas.microsoft.com/office/drawing/2014/main" id="{AC112698-E4FB-7020-6657-0982D666A76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0" name="Straight Connector 1149">
                <a:extLst>
                  <a:ext uri="{FF2B5EF4-FFF2-40B4-BE49-F238E27FC236}">
                    <a16:creationId xmlns:a16="http://schemas.microsoft.com/office/drawing/2014/main" id="{4312920D-568C-79C3-E04D-B6F08583EF6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1" name="Straight Connector 1150">
                <a:extLst>
                  <a:ext uri="{FF2B5EF4-FFF2-40B4-BE49-F238E27FC236}">
                    <a16:creationId xmlns:a16="http://schemas.microsoft.com/office/drawing/2014/main" id="{0001DE0A-6234-9212-47B0-BA975D862E1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2" name="Straight Connector 1151">
                <a:extLst>
                  <a:ext uri="{FF2B5EF4-FFF2-40B4-BE49-F238E27FC236}">
                    <a16:creationId xmlns:a16="http://schemas.microsoft.com/office/drawing/2014/main" id="{80476EF9-56C6-51A4-AE4F-D602F82111A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8" name="Trapezoid 494">
              <a:extLst>
                <a:ext uri="{FF2B5EF4-FFF2-40B4-BE49-F238E27FC236}">
                  <a16:creationId xmlns:a16="http://schemas.microsoft.com/office/drawing/2014/main" id="{55A35706-B6AF-B9AD-65EA-B1D2E8E2770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165" name="Straight Arrow Connector 1164">
            <a:extLst>
              <a:ext uri="{FF2B5EF4-FFF2-40B4-BE49-F238E27FC236}">
                <a16:creationId xmlns:a16="http://schemas.microsoft.com/office/drawing/2014/main" id="{D1771769-A0C0-E0D9-196B-F4E401904A97}"/>
              </a:ext>
            </a:extLst>
          </p:cNvPr>
          <p:cNvCxnSpPr>
            <a:cxnSpLocks/>
            <a:stCxn id="46" idx="0"/>
            <a:endCxn id="917" idx="6"/>
          </p:cNvCxnSpPr>
          <p:nvPr/>
        </p:nvCxnSpPr>
        <p:spPr>
          <a:xfrm flipH="1" flipV="1">
            <a:off x="3313112" y="5577755"/>
            <a:ext cx="680628" cy="9800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196" name="Group 1195">
            <a:extLst>
              <a:ext uri="{FF2B5EF4-FFF2-40B4-BE49-F238E27FC236}">
                <a16:creationId xmlns:a16="http://schemas.microsoft.com/office/drawing/2014/main" id="{CB42E1F1-5BC7-3D7F-AFEB-077BBAC463DC}"/>
              </a:ext>
            </a:extLst>
          </p:cNvPr>
          <p:cNvGrpSpPr>
            <a:grpSpLocks noChangeAspect="1"/>
          </p:cNvGrpSpPr>
          <p:nvPr/>
        </p:nvGrpSpPr>
        <p:grpSpPr>
          <a:xfrm>
            <a:off x="2159941" y="2768012"/>
            <a:ext cx="273517" cy="173113"/>
            <a:chOff x="980945" y="1888766"/>
            <a:chExt cx="271916" cy="172099"/>
          </a:xfrm>
        </p:grpSpPr>
        <p:grpSp>
          <p:nvGrpSpPr>
            <p:cNvPr id="1197" name="Group 898">
              <a:extLst>
                <a:ext uri="{FF2B5EF4-FFF2-40B4-BE49-F238E27FC236}">
                  <a16:creationId xmlns:a16="http://schemas.microsoft.com/office/drawing/2014/main" id="{1AFF239E-EDD5-7122-C637-49703500D981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199" name="Rectangle 88">
                <a:extLst>
                  <a:ext uri="{FF2B5EF4-FFF2-40B4-BE49-F238E27FC236}">
                    <a16:creationId xmlns:a16="http://schemas.microsoft.com/office/drawing/2014/main" id="{45A901DB-322A-571A-90B3-897FC7D731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0" name="Isosceles Triangle 1199">
                <a:extLst>
                  <a:ext uri="{FF2B5EF4-FFF2-40B4-BE49-F238E27FC236}">
                    <a16:creationId xmlns:a16="http://schemas.microsoft.com/office/drawing/2014/main" id="{B6D4FA60-007D-9D83-08CA-E2B16212BC1A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1" name="Oval 341">
                <a:extLst>
                  <a:ext uri="{FF2B5EF4-FFF2-40B4-BE49-F238E27FC236}">
                    <a16:creationId xmlns:a16="http://schemas.microsoft.com/office/drawing/2014/main" id="{E4BAAAAD-1E01-85B1-B6C5-6A4D292074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198" name="Trapezoid 624">
              <a:extLst>
                <a:ext uri="{FF2B5EF4-FFF2-40B4-BE49-F238E27FC236}">
                  <a16:creationId xmlns:a16="http://schemas.microsoft.com/office/drawing/2014/main" id="{84EE95C6-B309-1FC2-43E2-DB857DBD0D94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02" name="Group 1201">
            <a:extLst>
              <a:ext uri="{FF2B5EF4-FFF2-40B4-BE49-F238E27FC236}">
                <a16:creationId xmlns:a16="http://schemas.microsoft.com/office/drawing/2014/main" id="{D601EC1B-2917-6DB4-2DE3-7E462FA14059}"/>
              </a:ext>
            </a:extLst>
          </p:cNvPr>
          <p:cNvGrpSpPr/>
          <p:nvPr/>
        </p:nvGrpSpPr>
        <p:grpSpPr>
          <a:xfrm>
            <a:off x="2156221" y="2453557"/>
            <a:ext cx="280226" cy="161260"/>
            <a:chOff x="1539943" y="2795561"/>
            <a:chExt cx="367732" cy="211616"/>
          </a:xfrm>
        </p:grpSpPr>
        <p:sp>
          <p:nvSpPr>
            <p:cNvPr id="1203" name="Rectangle 60">
              <a:extLst>
                <a:ext uri="{FF2B5EF4-FFF2-40B4-BE49-F238E27FC236}">
                  <a16:creationId xmlns:a16="http://schemas.microsoft.com/office/drawing/2014/main" id="{703C843A-3D12-7B42-32A1-597EBB8FD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04" name="Group 719">
              <a:extLst>
                <a:ext uri="{FF2B5EF4-FFF2-40B4-BE49-F238E27FC236}">
                  <a16:creationId xmlns:a16="http://schemas.microsoft.com/office/drawing/2014/main" id="{72F84EE3-9E00-B086-19DD-19D05949836C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06" name="Straight Connector 1205">
                <a:extLst>
                  <a:ext uri="{FF2B5EF4-FFF2-40B4-BE49-F238E27FC236}">
                    <a16:creationId xmlns:a16="http://schemas.microsoft.com/office/drawing/2014/main" id="{63536C25-C136-3D5B-7ADE-CA94C47A55F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7" name="Straight Connector 1206">
                <a:extLst>
                  <a:ext uri="{FF2B5EF4-FFF2-40B4-BE49-F238E27FC236}">
                    <a16:creationId xmlns:a16="http://schemas.microsoft.com/office/drawing/2014/main" id="{73452E65-3921-FC9A-B162-F50062AFB65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8" name="Straight Connector 1207">
                <a:extLst>
                  <a:ext uri="{FF2B5EF4-FFF2-40B4-BE49-F238E27FC236}">
                    <a16:creationId xmlns:a16="http://schemas.microsoft.com/office/drawing/2014/main" id="{438D4B86-03D8-F825-1145-ABF410F3520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9" name="Straight Connector 1208">
                <a:extLst>
                  <a:ext uri="{FF2B5EF4-FFF2-40B4-BE49-F238E27FC236}">
                    <a16:creationId xmlns:a16="http://schemas.microsoft.com/office/drawing/2014/main" id="{9CF35CF5-7E3E-9ED8-4AC0-99A14C6FF24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05" name="Trapezoid 640">
              <a:extLst>
                <a:ext uri="{FF2B5EF4-FFF2-40B4-BE49-F238E27FC236}">
                  <a16:creationId xmlns:a16="http://schemas.microsoft.com/office/drawing/2014/main" id="{084C6B96-6586-3AF3-807C-242A15A18257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10" name="Rectangle 135">
            <a:extLst>
              <a:ext uri="{FF2B5EF4-FFF2-40B4-BE49-F238E27FC236}">
                <a16:creationId xmlns:a16="http://schemas.microsoft.com/office/drawing/2014/main" id="{794178DF-A33A-2559-53FE-F4D250731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281" y="2477043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211" name="Rectangle 135">
            <a:extLst>
              <a:ext uri="{FF2B5EF4-FFF2-40B4-BE49-F238E27FC236}">
                <a16:creationId xmlns:a16="http://schemas.microsoft.com/office/drawing/2014/main" id="{C3C16676-B2E2-4266-1954-E91D8EBFA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578" y="2804029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212" name="Group 1211">
            <a:extLst>
              <a:ext uri="{FF2B5EF4-FFF2-40B4-BE49-F238E27FC236}">
                <a16:creationId xmlns:a16="http://schemas.microsoft.com/office/drawing/2014/main" id="{43FE4C08-8298-DF63-EAD7-D2E7FC6D54A7}"/>
              </a:ext>
            </a:extLst>
          </p:cNvPr>
          <p:cNvGrpSpPr>
            <a:grpSpLocks noChangeAspect="1"/>
          </p:cNvGrpSpPr>
          <p:nvPr/>
        </p:nvGrpSpPr>
        <p:grpSpPr>
          <a:xfrm>
            <a:off x="9999077" y="2767159"/>
            <a:ext cx="273517" cy="173113"/>
            <a:chOff x="980945" y="1888766"/>
            <a:chExt cx="271916" cy="172099"/>
          </a:xfrm>
        </p:grpSpPr>
        <p:grpSp>
          <p:nvGrpSpPr>
            <p:cNvPr id="1213" name="Group 898">
              <a:extLst>
                <a:ext uri="{FF2B5EF4-FFF2-40B4-BE49-F238E27FC236}">
                  <a16:creationId xmlns:a16="http://schemas.microsoft.com/office/drawing/2014/main" id="{1C798A90-090F-01C7-11BC-608030173BDF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215" name="Rectangle 88">
                <a:extLst>
                  <a:ext uri="{FF2B5EF4-FFF2-40B4-BE49-F238E27FC236}">
                    <a16:creationId xmlns:a16="http://schemas.microsoft.com/office/drawing/2014/main" id="{5D3EF1FE-0D13-AB61-CAB0-96F91A4E3D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6" name="Isosceles Triangle 1215">
                <a:extLst>
                  <a:ext uri="{FF2B5EF4-FFF2-40B4-BE49-F238E27FC236}">
                    <a16:creationId xmlns:a16="http://schemas.microsoft.com/office/drawing/2014/main" id="{44905450-92F6-8BE7-9CEF-EF36554A0F1B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7" name="Oval 341">
                <a:extLst>
                  <a:ext uri="{FF2B5EF4-FFF2-40B4-BE49-F238E27FC236}">
                    <a16:creationId xmlns:a16="http://schemas.microsoft.com/office/drawing/2014/main" id="{27687643-1B45-3A76-59B2-45982FA052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214" name="Trapezoid 655">
              <a:extLst>
                <a:ext uri="{FF2B5EF4-FFF2-40B4-BE49-F238E27FC236}">
                  <a16:creationId xmlns:a16="http://schemas.microsoft.com/office/drawing/2014/main" id="{20211429-DF04-9196-3F84-22C063B46082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18" name="Group 1217">
            <a:extLst>
              <a:ext uri="{FF2B5EF4-FFF2-40B4-BE49-F238E27FC236}">
                <a16:creationId xmlns:a16="http://schemas.microsoft.com/office/drawing/2014/main" id="{C0A48DDD-02E2-F946-8E74-9771E5658D11}"/>
              </a:ext>
            </a:extLst>
          </p:cNvPr>
          <p:cNvGrpSpPr/>
          <p:nvPr/>
        </p:nvGrpSpPr>
        <p:grpSpPr>
          <a:xfrm>
            <a:off x="9995358" y="2452703"/>
            <a:ext cx="280226" cy="161260"/>
            <a:chOff x="1539943" y="2795561"/>
            <a:chExt cx="367732" cy="211616"/>
          </a:xfrm>
        </p:grpSpPr>
        <p:sp>
          <p:nvSpPr>
            <p:cNvPr id="1219" name="Rectangle 60">
              <a:extLst>
                <a:ext uri="{FF2B5EF4-FFF2-40B4-BE49-F238E27FC236}">
                  <a16:creationId xmlns:a16="http://schemas.microsoft.com/office/drawing/2014/main" id="{A85302FE-9595-3188-5427-616521E265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20" name="Group 719">
              <a:extLst>
                <a:ext uri="{FF2B5EF4-FFF2-40B4-BE49-F238E27FC236}">
                  <a16:creationId xmlns:a16="http://schemas.microsoft.com/office/drawing/2014/main" id="{246FC2A9-017D-5D9C-5711-ABD7A90215D0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22" name="Straight Connector 1221">
                <a:extLst>
                  <a:ext uri="{FF2B5EF4-FFF2-40B4-BE49-F238E27FC236}">
                    <a16:creationId xmlns:a16="http://schemas.microsoft.com/office/drawing/2014/main" id="{5A8F7EEA-6FC6-959E-C956-C0103290B86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3" name="Straight Connector 1222">
                <a:extLst>
                  <a:ext uri="{FF2B5EF4-FFF2-40B4-BE49-F238E27FC236}">
                    <a16:creationId xmlns:a16="http://schemas.microsoft.com/office/drawing/2014/main" id="{38D7CD71-635C-44C7-D2C6-4A9601EB280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4" name="Straight Connector 1223">
                <a:extLst>
                  <a:ext uri="{FF2B5EF4-FFF2-40B4-BE49-F238E27FC236}">
                    <a16:creationId xmlns:a16="http://schemas.microsoft.com/office/drawing/2014/main" id="{577CBAE1-B232-A412-03D6-23A26FE8A51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5" name="Straight Connector 1224">
                <a:extLst>
                  <a:ext uri="{FF2B5EF4-FFF2-40B4-BE49-F238E27FC236}">
                    <a16:creationId xmlns:a16="http://schemas.microsoft.com/office/drawing/2014/main" id="{DE811020-9183-8CBA-9515-CF4D0E31AFA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21" name="Trapezoid 666">
              <a:extLst>
                <a:ext uri="{FF2B5EF4-FFF2-40B4-BE49-F238E27FC236}">
                  <a16:creationId xmlns:a16="http://schemas.microsoft.com/office/drawing/2014/main" id="{2C233663-290E-F01A-4E61-5A914347D6C2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26" name="Group 1225">
            <a:extLst>
              <a:ext uri="{FF2B5EF4-FFF2-40B4-BE49-F238E27FC236}">
                <a16:creationId xmlns:a16="http://schemas.microsoft.com/office/drawing/2014/main" id="{4E5A2049-3B4D-EF10-5893-3D00D157EB22}"/>
              </a:ext>
            </a:extLst>
          </p:cNvPr>
          <p:cNvGrpSpPr>
            <a:grpSpLocks noChangeAspect="1"/>
          </p:cNvGrpSpPr>
          <p:nvPr/>
        </p:nvGrpSpPr>
        <p:grpSpPr>
          <a:xfrm>
            <a:off x="2997672" y="6085601"/>
            <a:ext cx="303785" cy="71625"/>
            <a:chOff x="3526822" y="4206320"/>
            <a:chExt cx="567386" cy="133776"/>
          </a:xfrm>
        </p:grpSpPr>
        <p:sp>
          <p:nvSpPr>
            <p:cNvPr id="1227" name="Rectangle 25">
              <a:extLst>
                <a:ext uri="{FF2B5EF4-FFF2-40B4-BE49-F238E27FC236}">
                  <a16:creationId xmlns:a16="http://schemas.microsoft.com/office/drawing/2014/main" id="{8DA9A2CB-D20B-766C-3556-070A15B87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6822" y="4206320"/>
              <a:ext cx="567386" cy="133776"/>
            </a:xfrm>
            <a:prstGeom prst="rect">
              <a:avLst/>
            </a:prstGeom>
            <a:solidFill>
              <a:srgbClr val="FFAF00">
                <a:lumMod val="75000"/>
              </a:srgbClr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69681" tIns="34840" rIns="69681" bIns="34840" numCol="1" anchor="ctr" anchorCtr="0" compatLnSpc="1">
              <a:prstTxWarp prst="textNoShape">
                <a:avLst/>
              </a:prstTxWarp>
            </a:bodyPr>
            <a:lstStyle/>
            <a:p>
              <a:pPr algn="ctr" defTabSz="464492">
                <a:defRPr/>
              </a:pPr>
              <a:endParaRPr lang="en-US" sz="813" kern="0">
                <a:solidFill>
                  <a:srgbClr val="4B4B4B">
                    <a:lumMod val="50000"/>
                  </a:srgbClr>
                </a:solidFill>
                <a:latin typeface="Calibri"/>
              </a:endParaRPr>
            </a:p>
          </p:txBody>
        </p:sp>
        <p:sp>
          <p:nvSpPr>
            <p:cNvPr id="1228" name="Rectangle 29">
              <a:extLst>
                <a:ext uri="{FF2B5EF4-FFF2-40B4-BE49-F238E27FC236}">
                  <a16:creationId xmlns:a16="http://schemas.microsoft.com/office/drawing/2014/main" id="{AD95E92B-2C88-7012-12C4-875BE6C4A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7763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  <p:sp>
          <p:nvSpPr>
            <p:cNvPr id="1229" name="Rectangle 29">
              <a:extLst>
                <a:ext uri="{FF2B5EF4-FFF2-40B4-BE49-F238E27FC236}">
                  <a16:creationId xmlns:a16="http://schemas.microsoft.com/office/drawing/2014/main" id="{27CAA469-241D-7FBB-FEF3-B0C4A64A56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769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</p:grpSp>
      <p:grpSp>
        <p:nvGrpSpPr>
          <p:cNvPr id="1230" name="Group 1229">
            <a:extLst>
              <a:ext uri="{FF2B5EF4-FFF2-40B4-BE49-F238E27FC236}">
                <a16:creationId xmlns:a16="http://schemas.microsoft.com/office/drawing/2014/main" id="{C2AB7CE4-AEC5-5FA4-7A21-6BAE6E34DDE3}"/>
              </a:ext>
            </a:extLst>
          </p:cNvPr>
          <p:cNvGrpSpPr/>
          <p:nvPr/>
        </p:nvGrpSpPr>
        <p:grpSpPr>
          <a:xfrm>
            <a:off x="4706505" y="6106196"/>
            <a:ext cx="1029166" cy="71625"/>
            <a:chOff x="3595799" y="4960156"/>
            <a:chExt cx="1012906" cy="70493"/>
          </a:xfrm>
        </p:grpSpPr>
        <p:cxnSp>
          <p:nvCxnSpPr>
            <p:cNvPr id="1231" name="Straight Arrow Connector 1230">
              <a:extLst>
                <a:ext uri="{FF2B5EF4-FFF2-40B4-BE49-F238E27FC236}">
                  <a16:creationId xmlns:a16="http://schemas.microsoft.com/office/drawing/2014/main" id="{E0641404-32D6-82D2-7E1F-7031288B8318}"/>
                </a:ext>
              </a:extLst>
            </p:cNvPr>
            <p:cNvCxnSpPr>
              <a:cxnSpLocks/>
              <a:stCxn id="288" idx="1"/>
              <a:endCxn id="1235" idx="3"/>
            </p:cNvCxnSpPr>
            <p:nvPr/>
          </p:nvCxnSpPr>
          <p:spPr>
            <a:xfrm flipH="1">
              <a:off x="4152522" y="4969811"/>
              <a:ext cx="456183" cy="2480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2" name="Straight Arrow Connector 1231">
              <a:extLst>
                <a:ext uri="{FF2B5EF4-FFF2-40B4-BE49-F238E27FC236}">
                  <a16:creationId xmlns:a16="http://schemas.microsoft.com/office/drawing/2014/main" id="{307CA00F-4E65-30E8-910C-F99D4C2D2532}"/>
                </a:ext>
              </a:extLst>
            </p:cNvPr>
            <p:cNvCxnSpPr>
              <a:cxnSpLocks/>
              <a:stCxn id="1236" idx="1"/>
              <a:endCxn id="236" idx="3"/>
            </p:cNvCxnSpPr>
            <p:nvPr/>
          </p:nvCxnSpPr>
          <p:spPr>
            <a:xfrm flipH="1" flipV="1">
              <a:off x="3595799" y="4973354"/>
              <a:ext cx="289632" cy="21266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33" name="Group 1232">
              <a:extLst>
                <a:ext uri="{FF2B5EF4-FFF2-40B4-BE49-F238E27FC236}">
                  <a16:creationId xmlns:a16="http://schemas.microsoft.com/office/drawing/2014/main" id="{15E169BB-098D-8790-F690-6C0B341F51F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34" name="Rectangle 25">
                <a:extLst>
                  <a:ext uri="{FF2B5EF4-FFF2-40B4-BE49-F238E27FC236}">
                    <a16:creationId xmlns:a16="http://schemas.microsoft.com/office/drawing/2014/main" id="{D5F7AEC9-B002-0C35-DD17-846B8FE554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35" name="Rectangle 29">
                <a:extLst>
                  <a:ext uri="{FF2B5EF4-FFF2-40B4-BE49-F238E27FC236}">
                    <a16:creationId xmlns:a16="http://schemas.microsoft.com/office/drawing/2014/main" id="{18DE7D5F-C4DD-39E0-8C5A-83EC8F8D60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36" name="Rectangle 29">
                <a:extLst>
                  <a:ext uri="{FF2B5EF4-FFF2-40B4-BE49-F238E27FC236}">
                    <a16:creationId xmlns:a16="http://schemas.microsoft.com/office/drawing/2014/main" id="{6AEBC1E2-7B43-540C-2C71-2E2286BB3B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37" name="Group 1236">
            <a:extLst>
              <a:ext uri="{FF2B5EF4-FFF2-40B4-BE49-F238E27FC236}">
                <a16:creationId xmlns:a16="http://schemas.microsoft.com/office/drawing/2014/main" id="{C8C5CD24-A424-C26F-4F8D-14A7D8CF2F32}"/>
              </a:ext>
            </a:extLst>
          </p:cNvPr>
          <p:cNvGrpSpPr/>
          <p:nvPr/>
        </p:nvGrpSpPr>
        <p:grpSpPr>
          <a:xfrm>
            <a:off x="6580618" y="6095623"/>
            <a:ext cx="1049124" cy="71625"/>
            <a:chOff x="3490493" y="4960156"/>
            <a:chExt cx="1032550" cy="70493"/>
          </a:xfrm>
        </p:grpSpPr>
        <p:cxnSp>
          <p:nvCxnSpPr>
            <p:cNvPr id="1238" name="Straight Arrow Connector 1237">
              <a:extLst>
                <a:ext uri="{FF2B5EF4-FFF2-40B4-BE49-F238E27FC236}">
                  <a16:creationId xmlns:a16="http://schemas.microsoft.com/office/drawing/2014/main" id="{2EFF4F69-0256-362E-C1E1-4D049C6DB618}"/>
                </a:ext>
              </a:extLst>
            </p:cNvPr>
            <p:cNvCxnSpPr>
              <a:cxnSpLocks/>
              <a:stCxn id="349" idx="3"/>
              <a:endCxn id="1242" idx="3"/>
            </p:cNvCxnSpPr>
            <p:nvPr/>
          </p:nvCxnSpPr>
          <p:spPr>
            <a:xfrm flipH="1">
              <a:off x="4152522" y="4986541"/>
              <a:ext cx="370521" cy="807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9" name="Straight Arrow Connector 1238">
              <a:extLst>
                <a:ext uri="{FF2B5EF4-FFF2-40B4-BE49-F238E27FC236}">
                  <a16:creationId xmlns:a16="http://schemas.microsoft.com/office/drawing/2014/main" id="{2244C57B-0696-4B2C-EB37-9A037087F74F}"/>
                </a:ext>
              </a:extLst>
            </p:cNvPr>
            <p:cNvCxnSpPr>
              <a:cxnSpLocks/>
              <a:stCxn id="1243" idx="1"/>
              <a:endCxn id="327" idx="3"/>
            </p:cNvCxnSpPr>
            <p:nvPr/>
          </p:nvCxnSpPr>
          <p:spPr>
            <a:xfrm flipH="1" flipV="1">
              <a:off x="3490493" y="4980219"/>
              <a:ext cx="394937" cy="14401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0" name="Group 1239">
              <a:extLst>
                <a:ext uri="{FF2B5EF4-FFF2-40B4-BE49-F238E27FC236}">
                  <a16:creationId xmlns:a16="http://schemas.microsoft.com/office/drawing/2014/main" id="{60AE1073-7B2F-CDBF-5009-9E7E043B1CA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1" name="Rectangle 25">
                <a:extLst>
                  <a:ext uri="{FF2B5EF4-FFF2-40B4-BE49-F238E27FC236}">
                    <a16:creationId xmlns:a16="http://schemas.microsoft.com/office/drawing/2014/main" id="{D734E285-4AA8-4367-ACB3-5F3D53D77B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2" name="Rectangle 29">
                <a:extLst>
                  <a:ext uri="{FF2B5EF4-FFF2-40B4-BE49-F238E27FC236}">
                    <a16:creationId xmlns:a16="http://schemas.microsoft.com/office/drawing/2014/main" id="{52071621-A78D-06FE-C104-941BD1B63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43" name="Rectangle 29">
                <a:extLst>
                  <a:ext uri="{FF2B5EF4-FFF2-40B4-BE49-F238E27FC236}">
                    <a16:creationId xmlns:a16="http://schemas.microsoft.com/office/drawing/2014/main" id="{F71B11D4-6A16-661F-69AD-9C8E352D33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44" name="Group 1243">
            <a:extLst>
              <a:ext uri="{FF2B5EF4-FFF2-40B4-BE49-F238E27FC236}">
                <a16:creationId xmlns:a16="http://schemas.microsoft.com/office/drawing/2014/main" id="{ACC210A8-2458-4ED4-5228-701CCAB66D14}"/>
              </a:ext>
            </a:extLst>
          </p:cNvPr>
          <p:cNvGrpSpPr/>
          <p:nvPr/>
        </p:nvGrpSpPr>
        <p:grpSpPr>
          <a:xfrm>
            <a:off x="8425121" y="6109337"/>
            <a:ext cx="1594744" cy="71625"/>
            <a:chOff x="3602868" y="4960156"/>
            <a:chExt cx="1569549" cy="70493"/>
          </a:xfrm>
        </p:grpSpPr>
        <p:cxnSp>
          <p:nvCxnSpPr>
            <p:cNvPr id="1245" name="Straight Arrow Connector 1244">
              <a:extLst>
                <a:ext uri="{FF2B5EF4-FFF2-40B4-BE49-F238E27FC236}">
                  <a16:creationId xmlns:a16="http://schemas.microsoft.com/office/drawing/2014/main" id="{5292B2A5-0B5E-E985-4DA4-DF961103AE54}"/>
                </a:ext>
              </a:extLst>
            </p:cNvPr>
            <p:cNvCxnSpPr>
              <a:cxnSpLocks/>
              <a:stCxn id="927" idx="1"/>
              <a:endCxn id="1249" idx="3"/>
            </p:cNvCxnSpPr>
            <p:nvPr/>
          </p:nvCxnSpPr>
          <p:spPr>
            <a:xfrm flipH="1">
              <a:off x="4152522" y="4962044"/>
              <a:ext cx="1019895" cy="3257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46" name="Straight Arrow Connector 1245">
              <a:extLst>
                <a:ext uri="{FF2B5EF4-FFF2-40B4-BE49-F238E27FC236}">
                  <a16:creationId xmlns:a16="http://schemas.microsoft.com/office/drawing/2014/main" id="{EF5A84FA-3C14-A0CE-13CB-4F552D7B1A40}"/>
                </a:ext>
              </a:extLst>
            </p:cNvPr>
            <p:cNvCxnSpPr>
              <a:cxnSpLocks/>
              <a:stCxn id="1250" idx="1"/>
              <a:endCxn id="359" idx="3"/>
            </p:cNvCxnSpPr>
            <p:nvPr/>
          </p:nvCxnSpPr>
          <p:spPr>
            <a:xfrm flipH="1" flipV="1">
              <a:off x="3602868" y="4967725"/>
              <a:ext cx="282563" cy="2689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7" name="Group 1246">
              <a:extLst>
                <a:ext uri="{FF2B5EF4-FFF2-40B4-BE49-F238E27FC236}">
                  <a16:creationId xmlns:a16="http://schemas.microsoft.com/office/drawing/2014/main" id="{EC42E24C-2894-D994-C0E0-F857329BB5E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8" name="Rectangle 25">
                <a:extLst>
                  <a:ext uri="{FF2B5EF4-FFF2-40B4-BE49-F238E27FC236}">
                    <a16:creationId xmlns:a16="http://schemas.microsoft.com/office/drawing/2014/main" id="{F16DF81B-455F-86CC-F087-03562AD60C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9" name="Rectangle 29">
                <a:extLst>
                  <a:ext uri="{FF2B5EF4-FFF2-40B4-BE49-F238E27FC236}">
                    <a16:creationId xmlns:a16="http://schemas.microsoft.com/office/drawing/2014/main" id="{57A6618A-245B-23A6-8B3D-A6F78B0247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50" name="Rectangle 29">
                <a:extLst>
                  <a:ext uri="{FF2B5EF4-FFF2-40B4-BE49-F238E27FC236}">
                    <a16:creationId xmlns:a16="http://schemas.microsoft.com/office/drawing/2014/main" id="{AA30BAAC-EF5A-2174-A891-F83DAC247E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51" name="Group 254">
            <a:extLst>
              <a:ext uri="{FF2B5EF4-FFF2-40B4-BE49-F238E27FC236}">
                <a16:creationId xmlns:a16="http://schemas.microsoft.com/office/drawing/2014/main" id="{A3279E30-1049-6B7D-FFFA-DC73123E185D}"/>
              </a:ext>
            </a:extLst>
          </p:cNvPr>
          <p:cNvGrpSpPr>
            <a:grpSpLocks noChangeAspect="1"/>
          </p:cNvGrpSpPr>
          <p:nvPr/>
        </p:nvGrpSpPr>
        <p:grpSpPr>
          <a:xfrm>
            <a:off x="4417264" y="3838625"/>
            <a:ext cx="280226" cy="161260"/>
            <a:chOff x="8421867" y="1904979"/>
            <a:chExt cx="347879" cy="255573"/>
          </a:xfrm>
        </p:grpSpPr>
        <p:sp>
          <p:nvSpPr>
            <p:cNvPr id="1252" name="Rectangle 60">
              <a:extLst>
                <a:ext uri="{FF2B5EF4-FFF2-40B4-BE49-F238E27FC236}">
                  <a16:creationId xmlns:a16="http://schemas.microsoft.com/office/drawing/2014/main" id="{38774AA8-AF40-4B2A-E513-4A8AEBB059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53" name="Group 719">
              <a:extLst>
                <a:ext uri="{FF2B5EF4-FFF2-40B4-BE49-F238E27FC236}">
                  <a16:creationId xmlns:a16="http://schemas.microsoft.com/office/drawing/2014/main" id="{C34F66B3-EC56-1D2C-2B64-DC00541E316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55" name="Straight Connector 1254">
                <a:extLst>
                  <a:ext uri="{FF2B5EF4-FFF2-40B4-BE49-F238E27FC236}">
                    <a16:creationId xmlns:a16="http://schemas.microsoft.com/office/drawing/2014/main" id="{63F3708A-E4AA-5373-2225-771069A42F8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6" name="Straight Connector 1255">
                <a:extLst>
                  <a:ext uri="{FF2B5EF4-FFF2-40B4-BE49-F238E27FC236}">
                    <a16:creationId xmlns:a16="http://schemas.microsoft.com/office/drawing/2014/main" id="{C0043F03-B982-87C2-0ADA-BFCC3F0D345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7" name="Straight Connector 1256">
                <a:extLst>
                  <a:ext uri="{FF2B5EF4-FFF2-40B4-BE49-F238E27FC236}">
                    <a16:creationId xmlns:a16="http://schemas.microsoft.com/office/drawing/2014/main" id="{5574FBC1-2376-9618-F1A0-F0AACE96E2C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8" name="Straight Connector 1257">
                <a:extLst>
                  <a:ext uri="{FF2B5EF4-FFF2-40B4-BE49-F238E27FC236}">
                    <a16:creationId xmlns:a16="http://schemas.microsoft.com/office/drawing/2014/main" id="{9EF8E07F-061C-7B5C-E1B3-4F94047510A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54" name="Trapezoid 798">
              <a:extLst>
                <a:ext uri="{FF2B5EF4-FFF2-40B4-BE49-F238E27FC236}">
                  <a16:creationId xmlns:a16="http://schemas.microsoft.com/office/drawing/2014/main" id="{2AC025F9-AE6B-40D7-009A-131FBAAFC9C2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59" name="Rectangle 25">
            <a:extLst>
              <a:ext uri="{FF2B5EF4-FFF2-40B4-BE49-F238E27FC236}">
                <a16:creationId xmlns:a16="http://schemas.microsoft.com/office/drawing/2014/main" id="{F7B3907B-D39A-F297-D7E6-657045F3E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397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60" name="Straight Arrow Connector 1259">
            <a:extLst>
              <a:ext uri="{FF2B5EF4-FFF2-40B4-BE49-F238E27FC236}">
                <a16:creationId xmlns:a16="http://schemas.microsoft.com/office/drawing/2014/main" id="{D244F0D6-22A5-C0C7-9F86-F87C7CF34A16}"/>
              </a:ext>
            </a:extLst>
          </p:cNvPr>
          <p:cNvCxnSpPr>
            <a:cxnSpLocks/>
            <a:stCxn id="1265" idx="1"/>
            <a:endCxn id="1263" idx="6"/>
          </p:cNvCxnSpPr>
          <p:nvPr/>
        </p:nvCxnSpPr>
        <p:spPr>
          <a:xfrm flipH="1" flipV="1">
            <a:off x="4359187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1" name="Rectangle 29">
            <a:extLst>
              <a:ext uri="{FF2B5EF4-FFF2-40B4-BE49-F238E27FC236}">
                <a16:creationId xmlns:a16="http://schemas.microsoft.com/office/drawing/2014/main" id="{005D9C62-264E-29F8-8F01-48F3D23B1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638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62" name="Straight Arrow Connector 1261">
            <a:extLst>
              <a:ext uri="{FF2B5EF4-FFF2-40B4-BE49-F238E27FC236}">
                <a16:creationId xmlns:a16="http://schemas.microsoft.com/office/drawing/2014/main" id="{104F5664-63B2-1463-2793-78DAD5117876}"/>
              </a:ext>
            </a:extLst>
          </p:cNvPr>
          <p:cNvCxnSpPr>
            <a:cxnSpLocks/>
            <a:stCxn id="1261" idx="2"/>
            <a:endCxn id="991" idx="3"/>
          </p:cNvCxnSpPr>
          <p:nvPr/>
        </p:nvCxnSpPr>
        <p:spPr>
          <a:xfrm flipH="1">
            <a:off x="4128853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3" name="Rectangle 29">
            <a:extLst>
              <a:ext uri="{FF2B5EF4-FFF2-40B4-BE49-F238E27FC236}">
                <a16:creationId xmlns:a16="http://schemas.microsoft.com/office/drawing/2014/main" id="{DDEFDC7A-1604-F91C-A408-9E221DE69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105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264" name="Group 1263">
            <a:extLst>
              <a:ext uri="{FF2B5EF4-FFF2-40B4-BE49-F238E27FC236}">
                <a16:creationId xmlns:a16="http://schemas.microsoft.com/office/drawing/2014/main" id="{0BAED52E-059E-B7FF-11D7-FEC73435337A}"/>
              </a:ext>
            </a:extLst>
          </p:cNvPr>
          <p:cNvGrpSpPr/>
          <p:nvPr/>
        </p:nvGrpSpPr>
        <p:grpSpPr>
          <a:xfrm>
            <a:off x="4417318" y="3501234"/>
            <a:ext cx="276281" cy="173735"/>
            <a:chOff x="3417117" y="2447654"/>
            <a:chExt cx="362556" cy="227987"/>
          </a:xfrm>
        </p:grpSpPr>
        <p:sp>
          <p:nvSpPr>
            <p:cNvPr id="1265" name="Rectangle 1264">
              <a:extLst>
                <a:ext uri="{FF2B5EF4-FFF2-40B4-BE49-F238E27FC236}">
                  <a16:creationId xmlns:a16="http://schemas.microsoft.com/office/drawing/2014/main" id="{CF132667-F967-AD83-57DF-8D2827B93B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66" name="Oval 1265">
              <a:extLst>
                <a:ext uri="{FF2B5EF4-FFF2-40B4-BE49-F238E27FC236}">
                  <a16:creationId xmlns:a16="http://schemas.microsoft.com/office/drawing/2014/main" id="{37136AAE-C61B-2102-9CBE-75BE4D0A9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7" name="Trapezoid 849">
              <a:extLst>
                <a:ext uri="{FF2B5EF4-FFF2-40B4-BE49-F238E27FC236}">
                  <a16:creationId xmlns:a16="http://schemas.microsoft.com/office/drawing/2014/main" id="{7F15B5DA-022F-03B2-9FE8-DCF00766D576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68" name="Straight Arrow Connector 1267">
            <a:extLst>
              <a:ext uri="{FF2B5EF4-FFF2-40B4-BE49-F238E27FC236}">
                <a16:creationId xmlns:a16="http://schemas.microsoft.com/office/drawing/2014/main" id="{BE560728-1C05-3C62-3D94-7CB5ECCC8BC6}"/>
              </a:ext>
            </a:extLst>
          </p:cNvPr>
          <p:cNvCxnSpPr>
            <a:cxnSpLocks/>
            <a:stCxn id="1102" idx="3"/>
            <a:endCxn id="1039" idx="3"/>
          </p:cNvCxnSpPr>
          <p:nvPr/>
        </p:nvCxnSpPr>
        <p:spPr>
          <a:xfrm flipH="1">
            <a:off x="2421268" y="3227932"/>
            <a:ext cx="3063051" cy="37573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69" name="Group 254">
            <a:extLst>
              <a:ext uri="{FF2B5EF4-FFF2-40B4-BE49-F238E27FC236}">
                <a16:creationId xmlns:a16="http://schemas.microsoft.com/office/drawing/2014/main" id="{F12CFC1D-2417-AA29-9290-8DFCC0171C6D}"/>
              </a:ext>
            </a:extLst>
          </p:cNvPr>
          <p:cNvGrpSpPr>
            <a:grpSpLocks noChangeAspect="1"/>
          </p:cNvGrpSpPr>
          <p:nvPr/>
        </p:nvGrpSpPr>
        <p:grpSpPr>
          <a:xfrm>
            <a:off x="7575569" y="3850494"/>
            <a:ext cx="280226" cy="161260"/>
            <a:chOff x="8421867" y="1904979"/>
            <a:chExt cx="347879" cy="255573"/>
          </a:xfrm>
        </p:grpSpPr>
        <p:sp>
          <p:nvSpPr>
            <p:cNvPr id="1270" name="Rectangle 60">
              <a:extLst>
                <a:ext uri="{FF2B5EF4-FFF2-40B4-BE49-F238E27FC236}">
                  <a16:creationId xmlns:a16="http://schemas.microsoft.com/office/drawing/2014/main" id="{7425BBC4-2D30-D7D5-B618-BEDD798E9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71" name="Group 719">
              <a:extLst>
                <a:ext uri="{FF2B5EF4-FFF2-40B4-BE49-F238E27FC236}">
                  <a16:creationId xmlns:a16="http://schemas.microsoft.com/office/drawing/2014/main" id="{935513A8-B390-00AF-9096-654E689C5C11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73" name="Straight Connector 1272">
                <a:extLst>
                  <a:ext uri="{FF2B5EF4-FFF2-40B4-BE49-F238E27FC236}">
                    <a16:creationId xmlns:a16="http://schemas.microsoft.com/office/drawing/2014/main" id="{9043F129-8C2C-BA56-FA9C-4AAB4B7B37C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4" name="Straight Connector 1273">
                <a:extLst>
                  <a:ext uri="{FF2B5EF4-FFF2-40B4-BE49-F238E27FC236}">
                    <a16:creationId xmlns:a16="http://schemas.microsoft.com/office/drawing/2014/main" id="{5CD9F6B5-DAE4-9567-8850-F3129A3AE54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5" name="Straight Connector 1274">
                <a:extLst>
                  <a:ext uri="{FF2B5EF4-FFF2-40B4-BE49-F238E27FC236}">
                    <a16:creationId xmlns:a16="http://schemas.microsoft.com/office/drawing/2014/main" id="{7FBFBDEE-01DD-3233-9900-F4E551536D0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6" name="Straight Connector 1275">
                <a:extLst>
                  <a:ext uri="{FF2B5EF4-FFF2-40B4-BE49-F238E27FC236}">
                    <a16:creationId xmlns:a16="http://schemas.microsoft.com/office/drawing/2014/main" id="{A37273A8-AA3D-CE5E-CE63-B100D415F87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72" name="Trapezoid 853">
              <a:extLst>
                <a:ext uri="{FF2B5EF4-FFF2-40B4-BE49-F238E27FC236}">
                  <a16:creationId xmlns:a16="http://schemas.microsoft.com/office/drawing/2014/main" id="{FAF64E46-53C2-E0C3-C38C-2F7A4F51FE9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77" name="Group 1276">
            <a:extLst>
              <a:ext uri="{FF2B5EF4-FFF2-40B4-BE49-F238E27FC236}">
                <a16:creationId xmlns:a16="http://schemas.microsoft.com/office/drawing/2014/main" id="{E30F09A4-E694-F2E5-2CAE-147CD0564D48}"/>
              </a:ext>
            </a:extLst>
          </p:cNvPr>
          <p:cNvGrpSpPr/>
          <p:nvPr/>
        </p:nvGrpSpPr>
        <p:grpSpPr>
          <a:xfrm>
            <a:off x="7572492" y="3498108"/>
            <a:ext cx="276281" cy="173735"/>
            <a:chOff x="3417117" y="2447654"/>
            <a:chExt cx="362556" cy="227987"/>
          </a:xfrm>
        </p:grpSpPr>
        <p:sp>
          <p:nvSpPr>
            <p:cNvPr id="1278" name="Rectangle 1277">
              <a:extLst>
                <a:ext uri="{FF2B5EF4-FFF2-40B4-BE49-F238E27FC236}">
                  <a16:creationId xmlns:a16="http://schemas.microsoft.com/office/drawing/2014/main" id="{75410DB6-B030-7326-015F-8F348B206F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79" name="Oval 1278">
              <a:extLst>
                <a:ext uri="{FF2B5EF4-FFF2-40B4-BE49-F238E27FC236}">
                  <a16:creationId xmlns:a16="http://schemas.microsoft.com/office/drawing/2014/main" id="{672E8E18-3EA5-94ED-C520-05E100967B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80" name="Trapezoid 861">
              <a:extLst>
                <a:ext uri="{FF2B5EF4-FFF2-40B4-BE49-F238E27FC236}">
                  <a16:creationId xmlns:a16="http://schemas.microsoft.com/office/drawing/2014/main" id="{AE2F1F5C-B993-CCAC-B33B-9EB2D3D58B92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81" name="Rectangle 25">
            <a:extLst>
              <a:ext uri="{FF2B5EF4-FFF2-40B4-BE49-F238E27FC236}">
                <a16:creationId xmlns:a16="http://schemas.microsoft.com/office/drawing/2014/main" id="{3C803B6D-EE53-77A3-D39F-5252F5C92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6526" y="3538880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82" name="Straight Arrow Connector 1281">
            <a:extLst>
              <a:ext uri="{FF2B5EF4-FFF2-40B4-BE49-F238E27FC236}">
                <a16:creationId xmlns:a16="http://schemas.microsoft.com/office/drawing/2014/main" id="{C78E012B-7AC2-EA3F-3F21-3FC4E80841CB}"/>
              </a:ext>
            </a:extLst>
          </p:cNvPr>
          <p:cNvCxnSpPr>
            <a:cxnSpLocks/>
            <a:stCxn id="1018" idx="1"/>
            <a:endCxn id="1285" idx="6"/>
          </p:cNvCxnSpPr>
          <p:nvPr/>
        </p:nvCxnSpPr>
        <p:spPr>
          <a:xfrm flipH="1">
            <a:off x="8091744" y="3581673"/>
            <a:ext cx="61570" cy="434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3" name="Rectangle 29">
            <a:extLst>
              <a:ext uri="{FF2B5EF4-FFF2-40B4-BE49-F238E27FC236}">
                <a16:creationId xmlns:a16="http://schemas.microsoft.com/office/drawing/2014/main" id="{A4A76154-BAAD-EC69-3990-F0B483912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8939" y="355479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4" name="Straight Arrow Connector 1283">
            <a:extLst>
              <a:ext uri="{FF2B5EF4-FFF2-40B4-BE49-F238E27FC236}">
                <a16:creationId xmlns:a16="http://schemas.microsoft.com/office/drawing/2014/main" id="{7CB382F4-FCB6-0076-6BB5-812BCFC57834}"/>
              </a:ext>
            </a:extLst>
          </p:cNvPr>
          <p:cNvCxnSpPr>
            <a:cxnSpLocks/>
            <a:stCxn id="1283" idx="2"/>
            <a:endCxn id="1278" idx="3"/>
          </p:cNvCxnSpPr>
          <p:nvPr/>
        </p:nvCxnSpPr>
        <p:spPr>
          <a:xfrm flipH="1">
            <a:off x="7848773" y="3584507"/>
            <a:ext cx="50166" cy="46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5" name="Rectangle 29">
            <a:extLst>
              <a:ext uri="{FF2B5EF4-FFF2-40B4-BE49-F238E27FC236}">
                <a16:creationId xmlns:a16="http://schemas.microsoft.com/office/drawing/2014/main" id="{477D955A-AF9F-AB3A-8EBB-820D3F33F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6662" y="35563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6" name="Straight Arrow Connector 1285">
            <a:extLst>
              <a:ext uri="{FF2B5EF4-FFF2-40B4-BE49-F238E27FC236}">
                <a16:creationId xmlns:a16="http://schemas.microsoft.com/office/drawing/2014/main" id="{8DBA7960-9E52-EEA3-870D-342A57698B05}"/>
              </a:ext>
            </a:extLst>
          </p:cNvPr>
          <p:cNvCxnSpPr>
            <a:cxnSpLocks/>
            <a:stCxn id="1067" idx="1"/>
            <a:endCxn id="1104" idx="5"/>
          </p:cNvCxnSpPr>
          <p:nvPr/>
        </p:nvCxnSpPr>
        <p:spPr>
          <a:xfrm flipH="1" flipV="1">
            <a:off x="6756438" y="3227932"/>
            <a:ext cx="3246147" cy="39320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87" name="Group 1286">
            <a:extLst>
              <a:ext uri="{FF2B5EF4-FFF2-40B4-BE49-F238E27FC236}">
                <a16:creationId xmlns:a16="http://schemas.microsoft.com/office/drawing/2014/main" id="{62FB585A-6B4F-D989-9EF6-93E700E30BF6}"/>
              </a:ext>
            </a:extLst>
          </p:cNvPr>
          <p:cNvGrpSpPr/>
          <p:nvPr/>
        </p:nvGrpSpPr>
        <p:grpSpPr>
          <a:xfrm>
            <a:off x="5730192" y="3499658"/>
            <a:ext cx="276281" cy="173735"/>
            <a:chOff x="3417117" y="2447654"/>
            <a:chExt cx="362556" cy="227987"/>
          </a:xfrm>
        </p:grpSpPr>
        <p:sp>
          <p:nvSpPr>
            <p:cNvPr id="1288" name="Rectangle 1287">
              <a:extLst>
                <a:ext uri="{FF2B5EF4-FFF2-40B4-BE49-F238E27FC236}">
                  <a16:creationId xmlns:a16="http://schemas.microsoft.com/office/drawing/2014/main" id="{D2418D93-85A0-A511-F4AD-3A059717F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89" name="Oval 1288">
              <a:extLst>
                <a:ext uri="{FF2B5EF4-FFF2-40B4-BE49-F238E27FC236}">
                  <a16:creationId xmlns:a16="http://schemas.microsoft.com/office/drawing/2014/main" id="{9676685F-1EEE-1DEA-0280-C2023A5D9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0" name="Trapezoid 613">
              <a:extLst>
                <a:ext uri="{FF2B5EF4-FFF2-40B4-BE49-F238E27FC236}">
                  <a16:creationId xmlns:a16="http://schemas.microsoft.com/office/drawing/2014/main" id="{7AB6EE61-32B7-C5FC-3EF0-0F375FF5784A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91" name="Straight Arrow Connector 1290">
            <a:extLst>
              <a:ext uri="{FF2B5EF4-FFF2-40B4-BE49-F238E27FC236}">
                <a16:creationId xmlns:a16="http://schemas.microsoft.com/office/drawing/2014/main" id="{038247F1-2FE8-3250-EA76-0CF94F5FAF71}"/>
              </a:ext>
            </a:extLst>
          </p:cNvPr>
          <p:cNvCxnSpPr>
            <a:cxnSpLocks/>
            <a:endCxn id="1288" idx="3"/>
          </p:cNvCxnSpPr>
          <p:nvPr/>
        </p:nvCxnSpPr>
        <p:spPr>
          <a:xfrm flipH="1" flipV="1">
            <a:off x="600647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1292" name="Group 254">
            <a:extLst>
              <a:ext uri="{FF2B5EF4-FFF2-40B4-BE49-F238E27FC236}">
                <a16:creationId xmlns:a16="http://schemas.microsoft.com/office/drawing/2014/main" id="{974DA11E-04EF-A0D7-F10D-5B72A4BEBE4A}"/>
              </a:ext>
            </a:extLst>
          </p:cNvPr>
          <p:cNvGrpSpPr>
            <a:grpSpLocks noChangeAspect="1"/>
          </p:cNvGrpSpPr>
          <p:nvPr/>
        </p:nvGrpSpPr>
        <p:grpSpPr>
          <a:xfrm>
            <a:off x="5726877" y="3867267"/>
            <a:ext cx="280226" cy="161260"/>
            <a:chOff x="8421867" y="1904979"/>
            <a:chExt cx="347879" cy="255573"/>
          </a:xfrm>
        </p:grpSpPr>
        <p:sp>
          <p:nvSpPr>
            <p:cNvPr id="1293" name="Rectangle 60">
              <a:extLst>
                <a:ext uri="{FF2B5EF4-FFF2-40B4-BE49-F238E27FC236}">
                  <a16:creationId xmlns:a16="http://schemas.microsoft.com/office/drawing/2014/main" id="{678F6FBF-D0BE-AB17-2CF2-E6FA87AE39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94" name="Group 719">
              <a:extLst>
                <a:ext uri="{FF2B5EF4-FFF2-40B4-BE49-F238E27FC236}">
                  <a16:creationId xmlns:a16="http://schemas.microsoft.com/office/drawing/2014/main" id="{15D3115E-BCF3-9312-D3BF-8986CA71D8C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96" name="Straight Connector 1295">
                <a:extLst>
                  <a:ext uri="{FF2B5EF4-FFF2-40B4-BE49-F238E27FC236}">
                    <a16:creationId xmlns:a16="http://schemas.microsoft.com/office/drawing/2014/main" id="{CEA5D817-8705-9C4D-7346-9B6C2640DEA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7" name="Straight Connector 1296">
                <a:extLst>
                  <a:ext uri="{FF2B5EF4-FFF2-40B4-BE49-F238E27FC236}">
                    <a16:creationId xmlns:a16="http://schemas.microsoft.com/office/drawing/2014/main" id="{8B05595F-A4A3-C052-800E-713B7CAB791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8" name="Straight Connector 1297">
                <a:extLst>
                  <a:ext uri="{FF2B5EF4-FFF2-40B4-BE49-F238E27FC236}">
                    <a16:creationId xmlns:a16="http://schemas.microsoft.com/office/drawing/2014/main" id="{3C2AE0CC-50E1-75E6-430B-7FDF27A326D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9" name="Straight Connector 1298">
                <a:extLst>
                  <a:ext uri="{FF2B5EF4-FFF2-40B4-BE49-F238E27FC236}">
                    <a16:creationId xmlns:a16="http://schemas.microsoft.com/office/drawing/2014/main" id="{05C03CCF-60A7-BFBA-9E10-6C683F7BA36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95" name="Trapezoid 136">
              <a:extLst>
                <a:ext uri="{FF2B5EF4-FFF2-40B4-BE49-F238E27FC236}">
                  <a16:creationId xmlns:a16="http://schemas.microsoft.com/office/drawing/2014/main" id="{EC56F5F4-7F35-DE91-F8BA-ED9ECCCEB4B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01" name="Group 254">
            <a:extLst>
              <a:ext uri="{FF2B5EF4-FFF2-40B4-BE49-F238E27FC236}">
                <a16:creationId xmlns:a16="http://schemas.microsoft.com/office/drawing/2014/main" id="{360E601A-42F5-9888-0667-2CA75C24FBCB}"/>
              </a:ext>
            </a:extLst>
          </p:cNvPr>
          <p:cNvGrpSpPr>
            <a:grpSpLocks noChangeAspect="1"/>
          </p:cNvGrpSpPr>
          <p:nvPr/>
        </p:nvGrpSpPr>
        <p:grpSpPr>
          <a:xfrm>
            <a:off x="6294884" y="3838625"/>
            <a:ext cx="280226" cy="161260"/>
            <a:chOff x="8421867" y="1904979"/>
            <a:chExt cx="347879" cy="255573"/>
          </a:xfrm>
        </p:grpSpPr>
        <p:sp>
          <p:nvSpPr>
            <p:cNvPr id="1302" name="Rectangle 60">
              <a:extLst>
                <a:ext uri="{FF2B5EF4-FFF2-40B4-BE49-F238E27FC236}">
                  <a16:creationId xmlns:a16="http://schemas.microsoft.com/office/drawing/2014/main" id="{39BF2C0B-C583-C138-016B-FB766CC3C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03" name="Group 719">
              <a:extLst>
                <a:ext uri="{FF2B5EF4-FFF2-40B4-BE49-F238E27FC236}">
                  <a16:creationId xmlns:a16="http://schemas.microsoft.com/office/drawing/2014/main" id="{9000BE2A-4532-5381-69AB-F0FE3DAF4DFA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05" name="Straight Connector 1304">
                <a:extLst>
                  <a:ext uri="{FF2B5EF4-FFF2-40B4-BE49-F238E27FC236}">
                    <a16:creationId xmlns:a16="http://schemas.microsoft.com/office/drawing/2014/main" id="{C6039682-722F-AB42-863D-463650FC8BF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6" name="Straight Connector 1305">
                <a:extLst>
                  <a:ext uri="{FF2B5EF4-FFF2-40B4-BE49-F238E27FC236}">
                    <a16:creationId xmlns:a16="http://schemas.microsoft.com/office/drawing/2014/main" id="{1C128395-01BB-9900-E7D8-C9F220A7CBC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7" name="Straight Connector 1306">
                <a:extLst>
                  <a:ext uri="{FF2B5EF4-FFF2-40B4-BE49-F238E27FC236}">
                    <a16:creationId xmlns:a16="http://schemas.microsoft.com/office/drawing/2014/main" id="{C2CD984A-CB76-1A90-700E-B6271612917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8" name="Straight Connector 1307">
                <a:extLst>
                  <a:ext uri="{FF2B5EF4-FFF2-40B4-BE49-F238E27FC236}">
                    <a16:creationId xmlns:a16="http://schemas.microsoft.com/office/drawing/2014/main" id="{3A15DDE6-D68B-0DAA-61A0-FEA4B8CB188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04" name="Trapezoid 798">
              <a:extLst>
                <a:ext uri="{FF2B5EF4-FFF2-40B4-BE49-F238E27FC236}">
                  <a16:creationId xmlns:a16="http://schemas.microsoft.com/office/drawing/2014/main" id="{36603231-DAD6-C867-4EA5-7B0804A56AD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09" name="Rectangle 1308">
            <a:extLst>
              <a:ext uri="{FF2B5EF4-FFF2-40B4-BE49-F238E27FC236}">
                <a16:creationId xmlns:a16="http://schemas.microsoft.com/office/drawing/2014/main" id="{B6159962-5963-5500-5421-BC7EB186E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159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310" name="Straight Arrow Connector 1309">
            <a:extLst>
              <a:ext uri="{FF2B5EF4-FFF2-40B4-BE49-F238E27FC236}">
                <a16:creationId xmlns:a16="http://schemas.microsoft.com/office/drawing/2014/main" id="{5C835ADD-A207-67FC-8561-1B157EA43A24}"/>
              </a:ext>
            </a:extLst>
          </p:cNvPr>
          <p:cNvCxnSpPr>
            <a:cxnSpLocks/>
            <a:stCxn id="1315" idx="1"/>
            <a:endCxn id="1313" idx="6"/>
          </p:cNvCxnSpPr>
          <p:nvPr/>
        </p:nvCxnSpPr>
        <p:spPr>
          <a:xfrm flipH="1" flipV="1">
            <a:off x="6236808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1" name="Rectangle 29">
            <a:extLst>
              <a:ext uri="{FF2B5EF4-FFF2-40B4-BE49-F238E27FC236}">
                <a16:creationId xmlns:a16="http://schemas.microsoft.com/office/drawing/2014/main" id="{B3FAA925-5D6E-BEA4-1238-E5022F03F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400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312" name="Straight Arrow Connector 1311">
            <a:extLst>
              <a:ext uri="{FF2B5EF4-FFF2-40B4-BE49-F238E27FC236}">
                <a16:creationId xmlns:a16="http://schemas.microsoft.com/office/drawing/2014/main" id="{1877C8DB-4CD0-CA93-C139-8C4C088F87A6}"/>
              </a:ext>
            </a:extLst>
          </p:cNvPr>
          <p:cNvCxnSpPr>
            <a:cxnSpLocks/>
            <a:stCxn id="1311" idx="2"/>
            <a:endCxn id="1288" idx="3"/>
          </p:cNvCxnSpPr>
          <p:nvPr/>
        </p:nvCxnSpPr>
        <p:spPr>
          <a:xfrm flipH="1">
            <a:off x="6006474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3" name="Rectangle 29">
            <a:extLst>
              <a:ext uri="{FF2B5EF4-FFF2-40B4-BE49-F238E27FC236}">
                <a16:creationId xmlns:a16="http://schemas.microsoft.com/office/drawing/2014/main" id="{B1388087-F9D6-C2B9-2D9C-729FC6A6B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1726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314" name="Group 1313">
            <a:extLst>
              <a:ext uri="{FF2B5EF4-FFF2-40B4-BE49-F238E27FC236}">
                <a16:creationId xmlns:a16="http://schemas.microsoft.com/office/drawing/2014/main" id="{EAA9964D-28C6-A213-7EFD-3F51B15A8E82}"/>
              </a:ext>
            </a:extLst>
          </p:cNvPr>
          <p:cNvGrpSpPr/>
          <p:nvPr/>
        </p:nvGrpSpPr>
        <p:grpSpPr>
          <a:xfrm>
            <a:off x="6294938" y="3501234"/>
            <a:ext cx="276281" cy="173735"/>
            <a:chOff x="3417117" y="2447654"/>
            <a:chExt cx="362556" cy="227987"/>
          </a:xfrm>
        </p:grpSpPr>
        <p:sp>
          <p:nvSpPr>
            <p:cNvPr id="1315" name="Rectangle 1314">
              <a:extLst>
                <a:ext uri="{FF2B5EF4-FFF2-40B4-BE49-F238E27FC236}">
                  <a16:creationId xmlns:a16="http://schemas.microsoft.com/office/drawing/2014/main" id="{2FD1098D-7266-CE95-555F-9FFBC8B93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316" name="Oval 1315">
              <a:extLst>
                <a:ext uri="{FF2B5EF4-FFF2-40B4-BE49-F238E27FC236}">
                  <a16:creationId xmlns:a16="http://schemas.microsoft.com/office/drawing/2014/main" id="{DC881218-2D68-34F2-A27E-54A4F052C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7" name="Trapezoid 849">
              <a:extLst>
                <a:ext uri="{FF2B5EF4-FFF2-40B4-BE49-F238E27FC236}">
                  <a16:creationId xmlns:a16="http://schemas.microsoft.com/office/drawing/2014/main" id="{AD90C620-2019-7533-EAF8-C7CDF02F7B9B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30" name="Group 254">
            <a:extLst>
              <a:ext uri="{FF2B5EF4-FFF2-40B4-BE49-F238E27FC236}">
                <a16:creationId xmlns:a16="http://schemas.microsoft.com/office/drawing/2014/main" id="{A8663B25-D5D3-BF53-1461-634CC450C8EB}"/>
              </a:ext>
            </a:extLst>
          </p:cNvPr>
          <p:cNvGrpSpPr>
            <a:grpSpLocks noChangeAspect="1"/>
          </p:cNvGrpSpPr>
          <p:nvPr/>
        </p:nvGrpSpPr>
        <p:grpSpPr>
          <a:xfrm>
            <a:off x="3849256" y="2422880"/>
            <a:ext cx="280226" cy="161260"/>
            <a:chOff x="8421867" y="1904979"/>
            <a:chExt cx="347879" cy="255573"/>
          </a:xfrm>
        </p:grpSpPr>
        <p:sp>
          <p:nvSpPr>
            <p:cNvPr id="1331" name="Rectangle 60">
              <a:extLst>
                <a:ext uri="{FF2B5EF4-FFF2-40B4-BE49-F238E27FC236}">
                  <a16:creationId xmlns:a16="http://schemas.microsoft.com/office/drawing/2014/main" id="{A0C2DC8F-35C8-F59F-33CC-E5B5882D8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32" name="Group 719">
              <a:extLst>
                <a:ext uri="{FF2B5EF4-FFF2-40B4-BE49-F238E27FC236}">
                  <a16:creationId xmlns:a16="http://schemas.microsoft.com/office/drawing/2014/main" id="{FC0F788D-601A-531A-846B-12625CB8EAD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34" name="Straight Connector 1333">
                <a:extLst>
                  <a:ext uri="{FF2B5EF4-FFF2-40B4-BE49-F238E27FC236}">
                    <a16:creationId xmlns:a16="http://schemas.microsoft.com/office/drawing/2014/main" id="{1A2E6BA7-EE1E-0C09-8537-6DA3084A55A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35" name="Straight Connector 1334">
                <a:extLst>
                  <a:ext uri="{FF2B5EF4-FFF2-40B4-BE49-F238E27FC236}">
                    <a16:creationId xmlns:a16="http://schemas.microsoft.com/office/drawing/2014/main" id="{23D11ECA-14B5-3476-EB21-10018AF60FD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36" name="Straight Connector 1335">
                <a:extLst>
                  <a:ext uri="{FF2B5EF4-FFF2-40B4-BE49-F238E27FC236}">
                    <a16:creationId xmlns:a16="http://schemas.microsoft.com/office/drawing/2014/main" id="{A8B231A2-A65E-167C-E85D-02506029148A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37" name="Straight Connector 1336">
                <a:extLst>
                  <a:ext uri="{FF2B5EF4-FFF2-40B4-BE49-F238E27FC236}">
                    <a16:creationId xmlns:a16="http://schemas.microsoft.com/office/drawing/2014/main" id="{7708A741-782B-7FFD-CDEC-BB3B841D85B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33" name="Trapezoid 136">
              <a:extLst>
                <a:ext uri="{FF2B5EF4-FFF2-40B4-BE49-F238E27FC236}">
                  <a16:creationId xmlns:a16="http://schemas.microsoft.com/office/drawing/2014/main" id="{29C762A3-C757-6134-4513-510D1C233470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52" name="Rectangle 135">
            <a:extLst>
              <a:ext uri="{FF2B5EF4-FFF2-40B4-BE49-F238E27FC236}">
                <a16:creationId xmlns:a16="http://schemas.microsoft.com/office/drawing/2014/main" id="{BE296846-1B48-E77D-28A6-F39E6F433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131" y="45974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353" name="Rectangle 127">
            <a:extLst>
              <a:ext uri="{FF2B5EF4-FFF2-40B4-BE49-F238E27FC236}">
                <a16:creationId xmlns:a16="http://schemas.microsoft.com/office/drawing/2014/main" id="{D02205BB-EA2E-B6A0-97B7-D55C22282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2222" y="469981"/>
            <a:ext cx="3093175" cy="97606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69615" tIns="34806" rIns="69615" bIns="34806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464504" eaLnBrk="1" hangingPunct="1">
              <a:spcBef>
                <a:spcPct val="0"/>
              </a:spcBef>
              <a:buNone/>
              <a:defRPr/>
            </a:pPr>
            <a:endParaRPr lang="en-US" altLang="en-US" sz="686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356" name="Rectangle 135">
            <a:extLst>
              <a:ext uri="{FF2B5EF4-FFF2-40B4-BE49-F238E27FC236}">
                <a16:creationId xmlns:a16="http://schemas.microsoft.com/office/drawing/2014/main" id="{EB49C091-4C9D-4972-7367-73F2D46BD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6895" y="45974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CP connection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1357" name="Straight Arrow Connector 1356">
            <a:extLst>
              <a:ext uri="{FF2B5EF4-FFF2-40B4-BE49-F238E27FC236}">
                <a16:creationId xmlns:a16="http://schemas.microsoft.com/office/drawing/2014/main" id="{D17D41A3-5E5B-ACAE-39BB-B9219DD9CE2A}"/>
              </a:ext>
            </a:extLst>
          </p:cNvPr>
          <p:cNvCxnSpPr>
            <a:cxnSpLocks/>
            <a:stCxn id="1351" idx="5"/>
            <a:endCxn id="1468" idx="0"/>
          </p:cNvCxnSpPr>
          <p:nvPr/>
        </p:nvCxnSpPr>
        <p:spPr>
          <a:xfrm>
            <a:off x="7660892" y="539794"/>
            <a:ext cx="812045" cy="412341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grpSp>
        <p:nvGrpSpPr>
          <p:cNvPr id="1359" name="Group 254">
            <a:extLst>
              <a:ext uri="{FF2B5EF4-FFF2-40B4-BE49-F238E27FC236}">
                <a16:creationId xmlns:a16="http://schemas.microsoft.com/office/drawing/2014/main" id="{84E036D7-1401-CDC9-B1FB-01B1732542B9}"/>
              </a:ext>
            </a:extLst>
          </p:cNvPr>
          <p:cNvGrpSpPr>
            <a:grpSpLocks noChangeAspect="1"/>
          </p:cNvGrpSpPr>
          <p:nvPr/>
        </p:nvGrpSpPr>
        <p:grpSpPr>
          <a:xfrm>
            <a:off x="8139314" y="2428964"/>
            <a:ext cx="280226" cy="161260"/>
            <a:chOff x="8421867" y="1904979"/>
            <a:chExt cx="347879" cy="255573"/>
          </a:xfrm>
        </p:grpSpPr>
        <p:sp>
          <p:nvSpPr>
            <p:cNvPr id="1360" name="Rectangle 60">
              <a:extLst>
                <a:ext uri="{FF2B5EF4-FFF2-40B4-BE49-F238E27FC236}">
                  <a16:creationId xmlns:a16="http://schemas.microsoft.com/office/drawing/2014/main" id="{5992E2F6-6018-52AF-CFC8-5392EAC80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61" name="Group 719">
              <a:extLst>
                <a:ext uri="{FF2B5EF4-FFF2-40B4-BE49-F238E27FC236}">
                  <a16:creationId xmlns:a16="http://schemas.microsoft.com/office/drawing/2014/main" id="{417119B7-D1D7-D9F4-B068-42853A59A21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63" name="Straight Connector 1362">
                <a:extLst>
                  <a:ext uri="{FF2B5EF4-FFF2-40B4-BE49-F238E27FC236}">
                    <a16:creationId xmlns:a16="http://schemas.microsoft.com/office/drawing/2014/main" id="{002923F9-2F9A-B4C4-F3A1-F0D2D12D4B2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64" name="Straight Connector 1363">
                <a:extLst>
                  <a:ext uri="{FF2B5EF4-FFF2-40B4-BE49-F238E27FC236}">
                    <a16:creationId xmlns:a16="http://schemas.microsoft.com/office/drawing/2014/main" id="{5FD986FD-3E91-391F-7676-9AB09C827A3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65" name="Straight Connector 1364">
                <a:extLst>
                  <a:ext uri="{FF2B5EF4-FFF2-40B4-BE49-F238E27FC236}">
                    <a16:creationId xmlns:a16="http://schemas.microsoft.com/office/drawing/2014/main" id="{24A64C42-FE9C-55F8-61E1-B3DE0ADCF84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66" name="Straight Connector 1365">
                <a:extLst>
                  <a:ext uri="{FF2B5EF4-FFF2-40B4-BE49-F238E27FC236}">
                    <a16:creationId xmlns:a16="http://schemas.microsoft.com/office/drawing/2014/main" id="{E84A1A87-B781-D4A8-E80B-2DBE45847F7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62" name="Trapezoid 494">
              <a:extLst>
                <a:ext uri="{FF2B5EF4-FFF2-40B4-BE49-F238E27FC236}">
                  <a16:creationId xmlns:a16="http://schemas.microsoft.com/office/drawing/2014/main" id="{82E5CD75-95A2-608E-A3EC-959002EAA47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467" name="Group 1466">
            <a:extLst>
              <a:ext uri="{FF2B5EF4-FFF2-40B4-BE49-F238E27FC236}">
                <a16:creationId xmlns:a16="http://schemas.microsoft.com/office/drawing/2014/main" id="{0235E2D9-342D-D417-DBB8-8A25BF9A8549}"/>
              </a:ext>
            </a:extLst>
          </p:cNvPr>
          <p:cNvGrpSpPr/>
          <p:nvPr/>
        </p:nvGrpSpPr>
        <p:grpSpPr>
          <a:xfrm>
            <a:off x="8334796" y="952135"/>
            <a:ext cx="276281" cy="173735"/>
            <a:chOff x="3417117" y="2447654"/>
            <a:chExt cx="362556" cy="227987"/>
          </a:xfrm>
        </p:grpSpPr>
        <p:sp>
          <p:nvSpPr>
            <p:cNvPr id="1468" name="Rectangle 1467">
              <a:extLst>
                <a:ext uri="{FF2B5EF4-FFF2-40B4-BE49-F238E27FC236}">
                  <a16:creationId xmlns:a16="http://schemas.microsoft.com/office/drawing/2014/main" id="{32002CCC-3899-5672-05D2-B51B413832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FF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469" name="Oval 1468">
              <a:extLst>
                <a:ext uri="{FF2B5EF4-FFF2-40B4-BE49-F238E27FC236}">
                  <a16:creationId xmlns:a16="http://schemas.microsoft.com/office/drawing/2014/main" id="{91A2C4C1-36B3-9845-4C4B-4C6CCCBD54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70" name="Trapezoid 613">
              <a:extLst>
                <a:ext uri="{FF2B5EF4-FFF2-40B4-BE49-F238E27FC236}">
                  <a16:creationId xmlns:a16="http://schemas.microsoft.com/office/drawing/2014/main" id="{30429015-FAC9-AAE9-A7FB-3DF83B5D0345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476" name="Straight Connector 1475">
            <a:extLst>
              <a:ext uri="{FF2B5EF4-FFF2-40B4-BE49-F238E27FC236}">
                <a16:creationId xmlns:a16="http://schemas.microsoft.com/office/drawing/2014/main" id="{6C6EA0DC-1012-BACA-88E1-8B7667ACBCBE}"/>
              </a:ext>
            </a:extLst>
          </p:cNvPr>
          <p:cNvCxnSpPr>
            <a:stCxn id="1360" idx="0"/>
            <a:endCxn id="1468" idx="2"/>
          </p:cNvCxnSpPr>
          <p:nvPr/>
        </p:nvCxnSpPr>
        <p:spPr>
          <a:xfrm flipV="1">
            <a:off x="8279427" y="1125870"/>
            <a:ext cx="193510" cy="1303094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520" name="Rectangle 25">
            <a:extLst>
              <a:ext uri="{FF2B5EF4-FFF2-40B4-BE49-F238E27FC236}">
                <a16:creationId xmlns:a16="http://schemas.microsoft.com/office/drawing/2014/main" id="{F28B8A43-CEA1-1D18-F61E-B0B6688BC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127207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1" name="Rectangle 29">
            <a:extLst>
              <a:ext uri="{FF2B5EF4-FFF2-40B4-BE49-F238E27FC236}">
                <a16:creationId xmlns:a16="http://schemas.microsoft.com/office/drawing/2014/main" id="{3CDEFF71-6F55-9D88-4F99-DFAD5FB03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14235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2" name="Rectangle 135">
            <a:extLst>
              <a:ext uri="{FF2B5EF4-FFF2-40B4-BE49-F238E27FC236}">
                <a16:creationId xmlns:a16="http://schemas.microsoft.com/office/drawing/2014/main" id="{A7AB205F-A81E-18CD-E9CC-2648BA0E8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112524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3" name="Rectangle 29">
            <a:extLst>
              <a:ext uri="{FF2B5EF4-FFF2-40B4-BE49-F238E27FC236}">
                <a16:creationId xmlns:a16="http://schemas.microsoft.com/office/drawing/2014/main" id="{949A91F0-2B68-CF6D-E2CD-49CFCF815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14235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4" name="Rectangle 25">
            <a:extLst>
              <a:ext uri="{FF2B5EF4-FFF2-40B4-BE49-F238E27FC236}">
                <a16:creationId xmlns:a16="http://schemas.microsoft.com/office/drawing/2014/main" id="{1E0E4A88-733D-7EAF-F799-C8D01AE29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354457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5" name="Rectangle 29">
            <a:extLst>
              <a:ext uri="{FF2B5EF4-FFF2-40B4-BE49-F238E27FC236}">
                <a16:creationId xmlns:a16="http://schemas.microsoft.com/office/drawing/2014/main" id="{799473D1-6D92-E924-84EA-1A510E581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3696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6" name="Rectangle 135">
            <a:extLst>
              <a:ext uri="{FF2B5EF4-FFF2-40B4-BE49-F238E27FC236}">
                <a16:creationId xmlns:a16="http://schemas.microsoft.com/office/drawing/2014/main" id="{DDCE2493-AB71-CB0A-F7C1-383DFF01C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339774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7" name="Rectangle 29">
            <a:extLst>
              <a:ext uri="{FF2B5EF4-FFF2-40B4-BE49-F238E27FC236}">
                <a16:creationId xmlns:a16="http://schemas.microsoft.com/office/drawing/2014/main" id="{4B4D2228-ED7B-FD05-0B07-B945AD349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3696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542" name="Connector: Elbow 1541">
            <a:extLst>
              <a:ext uri="{FF2B5EF4-FFF2-40B4-BE49-F238E27FC236}">
                <a16:creationId xmlns:a16="http://schemas.microsoft.com/office/drawing/2014/main" id="{B20DBCCE-F8AB-6FDB-DE38-B0C2C6F94393}"/>
              </a:ext>
            </a:extLst>
          </p:cNvPr>
          <p:cNvCxnSpPr>
            <a:cxnSpLocks/>
            <a:stCxn id="1331" idx="1"/>
            <a:endCxn id="996" idx="1"/>
          </p:cNvCxnSpPr>
          <p:nvPr/>
        </p:nvCxnSpPr>
        <p:spPr>
          <a:xfrm rot="10800000" flipV="1">
            <a:off x="3849256" y="2503510"/>
            <a:ext cx="9678" cy="1444387"/>
          </a:xfrm>
          <a:prstGeom prst="bentConnector3">
            <a:avLst>
              <a:gd name="adj1" fmla="val 1800000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3" name="Straight Connector 1552">
            <a:extLst>
              <a:ext uri="{FF2B5EF4-FFF2-40B4-BE49-F238E27FC236}">
                <a16:creationId xmlns:a16="http://schemas.microsoft.com/office/drawing/2014/main" id="{88DA9E99-F869-2D74-ACCC-094A5B0B092D}"/>
              </a:ext>
            </a:extLst>
          </p:cNvPr>
          <p:cNvCxnSpPr>
            <a:cxnSpLocks/>
            <a:endCxn id="1259" idx="0"/>
          </p:cNvCxnSpPr>
          <p:nvPr/>
        </p:nvCxnSpPr>
        <p:spPr>
          <a:xfrm flipH="1">
            <a:off x="4265763" y="3249073"/>
            <a:ext cx="1504720" cy="278004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6" name="Straight Connector 1555">
            <a:extLst>
              <a:ext uri="{FF2B5EF4-FFF2-40B4-BE49-F238E27FC236}">
                <a16:creationId xmlns:a16="http://schemas.microsoft.com/office/drawing/2014/main" id="{2ADB4F97-A472-8C9D-C27D-5D7AF2C9F160}"/>
              </a:ext>
            </a:extLst>
          </p:cNvPr>
          <p:cNvCxnSpPr>
            <a:cxnSpLocks/>
            <a:stCxn id="1281" idx="0"/>
          </p:cNvCxnSpPr>
          <p:nvPr/>
        </p:nvCxnSpPr>
        <p:spPr>
          <a:xfrm flipH="1" flipV="1">
            <a:off x="6442984" y="3249073"/>
            <a:ext cx="1555335" cy="289807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8" name="Straight Connector 1557">
            <a:extLst>
              <a:ext uri="{FF2B5EF4-FFF2-40B4-BE49-F238E27FC236}">
                <a16:creationId xmlns:a16="http://schemas.microsoft.com/office/drawing/2014/main" id="{47010861-FE70-222C-EA7C-C32077DEC48E}"/>
              </a:ext>
            </a:extLst>
          </p:cNvPr>
          <p:cNvCxnSpPr>
            <a:cxnSpLocks/>
            <a:stCxn id="1309" idx="0"/>
          </p:cNvCxnSpPr>
          <p:nvPr/>
        </p:nvCxnSpPr>
        <p:spPr>
          <a:xfrm flipH="1" flipV="1">
            <a:off x="6062170" y="3232868"/>
            <a:ext cx="81213" cy="294209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572" name="TextBox 1571">
            <a:extLst>
              <a:ext uri="{FF2B5EF4-FFF2-40B4-BE49-F238E27FC236}">
                <a16:creationId xmlns:a16="http://schemas.microsoft.com/office/drawing/2014/main" id="{D14B815D-E384-2CF2-0E82-DAAC2926B4B4}"/>
              </a:ext>
            </a:extLst>
          </p:cNvPr>
          <p:cNvSpPr txBox="1"/>
          <p:nvPr/>
        </p:nvSpPr>
        <p:spPr>
          <a:xfrm>
            <a:off x="10239757" y="135202"/>
            <a:ext cx="859531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855846"/>
            <a:r>
              <a:rPr lang="en-GB" sz="914" dirty="0">
                <a:solidFill>
                  <a:srgbClr val="000000"/>
                </a:solidFill>
                <a:latin typeface="Arial"/>
              </a:rPr>
              <a:t>View change</a:t>
            </a:r>
          </a:p>
        </p:txBody>
      </p:sp>
      <p:cxnSp>
        <p:nvCxnSpPr>
          <p:cNvPr id="1573" name="Straight Connector 1572">
            <a:extLst>
              <a:ext uri="{FF2B5EF4-FFF2-40B4-BE49-F238E27FC236}">
                <a16:creationId xmlns:a16="http://schemas.microsoft.com/office/drawing/2014/main" id="{297AA9CB-14BF-786B-A1AF-66242936AC89}"/>
              </a:ext>
            </a:extLst>
          </p:cNvPr>
          <p:cNvCxnSpPr>
            <a:cxnSpLocks/>
          </p:cNvCxnSpPr>
          <p:nvPr/>
        </p:nvCxnSpPr>
        <p:spPr>
          <a:xfrm flipH="1" flipV="1">
            <a:off x="9802951" y="239203"/>
            <a:ext cx="395205" cy="1541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3562F0C5-3735-C0A8-7D42-C62CB5D9CADC}"/>
              </a:ext>
            </a:extLst>
          </p:cNvPr>
          <p:cNvSpPr/>
          <p:nvPr/>
        </p:nvSpPr>
        <p:spPr>
          <a:xfrm>
            <a:off x="3308247" y="5812713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9D271FD-F4E9-0483-A471-154D2AD8DBDF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3667021" y="5878748"/>
            <a:ext cx="187817" cy="24085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AF5F45BA-EEB7-07DB-0201-4A247A323505}"/>
              </a:ext>
            </a:extLst>
          </p:cNvPr>
          <p:cNvSpPr/>
          <p:nvPr/>
        </p:nvSpPr>
        <p:spPr>
          <a:xfrm>
            <a:off x="8588946" y="5878747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CAA52F-CC9A-DE90-5986-D983ADE3BF4B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8425121" y="5944782"/>
            <a:ext cx="163825" cy="172244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25C64AC-D416-55F0-4FC1-2F9441AF3030}"/>
              </a:ext>
            </a:extLst>
          </p:cNvPr>
          <p:cNvSpPr>
            <a:spLocks noChangeAspect="1"/>
          </p:cNvSpPr>
          <p:nvPr/>
        </p:nvSpPr>
        <p:spPr>
          <a:xfrm>
            <a:off x="2666659" y="2252428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00CED80-3ED5-876F-2661-C4805E98C9FC}"/>
              </a:ext>
            </a:extLst>
          </p:cNvPr>
          <p:cNvSpPr>
            <a:spLocks noChangeAspect="1"/>
          </p:cNvSpPr>
          <p:nvPr/>
        </p:nvSpPr>
        <p:spPr>
          <a:xfrm>
            <a:off x="9335039" y="2273143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8E172AA-2B3D-C325-B616-6CAB5B40F55A}"/>
              </a:ext>
            </a:extLst>
          </p:cNvPr>
          <p:cNvCxnSpPr>
            <a:cxnSpLocks/>
            <a:stCxn id="9" idx="4"/>
            <a:endCxn id="923" idx="0"/>
          </p:cNvCxnSpPr>
          <p:nvPr/>
        </p:nvCxnSpPr>
        <p:spPr>
          <a:xfrm flipH="1">
            <a:off x="2836924" y="2389506"/>
            <a:ext cx="4562" cy="344770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D7F55A9-9460-4B92-B803-CC697E2CF693}"/>
              </a:ext>
            </a:extLst>
          </p:cNvPr>
          <p:cNvCxnSpPr>
            <a:cxnSpLocks/>
            <a:stCxn id="956" idx="0"/>
            <a:endCxn id="10" idx="4"/>
          </p:cNvCxnSpPr>
          <p:nvPr/>
        </p:nvCxnSpPr>
        <p:spPr>
          <a:xfrm flipV="1">
            <a:off x="9505036" y="2410221"/>
            <a:ext cx="4830" cy="3426817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13" name="Rectangle 29">
            <a:extLst>
              <a:ext uri="{FF2B5EF4-FFF2-40B4-BE49-F238E27FC236}">
                <a16:creationId xmlns:a16="http://schemas.microsoft.com/office/drawing/2014/main" id="{40E47F98-C4D6-329B-AEFD-D340C56B7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490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4" name="Rectangle 29">
            <a:extLst>
              <a:ext uri="{FF2B5EF4-FFF2-40B4-BE49-F238E27FC236}">
                <a16:creationId xmlns:a16="http://schemas.microsoft.com/office/drawing/2014/main" id="{4AFD2319-C938-DAD7-F6D6-18214B747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0189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" name="Rectangle 135">
            <a:extLst>
              <a:ext uri="{FF2B5EF4-FFF2-40B4-BE49-F238E27FC236}">
                <a16:creationId xmlns:a16="http://schemas.microsoft.com/office/drawing/2014/main" id="{67B5640B-570B-D3AD-A76E-58771A44B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978" y="188882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6" name="Rectangle 127">
            <a:extLst>
              <a:ext uri="{FF2B5EF4-FFF2-40B4-BE49-F238E27FC236}">
                <a16:creationId xmlns:a16="http://schemas.microsoft.com/office/drawing/2014/main" id="{B12411A8-4A75-99BA-BD4C-F40ADD1BF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2408" y="199118"/>
            <a:ext cx="5565308" cy="97606"/>
          </a:xfrm>
          <a:prstGeom prst="rect">
            <a:avLst/>
          </a:prstGeom>
          <a:solidFill>
            <a:srgbClr val="FFC0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69615" tIns="34806" rIns="69615" bIns="34806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464504" eaLnBrk="1" hangingPunct="1">
              <a:spcBef>
                <a:spcPct val="0"/>
              </a:spcBef>
              <a:buNone/>
              <a:defRPr/>
            </a:pPr>
            <a:endParaRPr lang="en-US" altLang="en-US" sz="686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7" name="Rectangle 29">
            <a:extLst>
              <a:ext uri="{FF2B5EF4-FFF2-40B4-BE49-F238E27FC236}">
                <a16:creationId xmlns:a16="http://schemas.microsoft.com/office/drawing/2014/main" id="{C639FE28-501F-3BB0-FB6A-259AC979E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895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E02F8950-7260-487B-2862-FE642500F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5317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9" name="Rectangle 135">
            <a:extLst>
              <a:ext uri="{FF2B5EF4-FFF2-40B4-BE49-F238E27FC236}">
                <a16:creationId xmlns:a16="http://schemas.microsoft.com/office/drawing/2014/main" id="{A4329319-7C6C-AF42-7BFD-7C836065B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226" y="188882"/>
            <a:ext cx="2575184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 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E3A830C-B5CA-47A6-0813-D904C76A5CAF}"/>
              </a:ext>
            </a:extLst>
          </p:cNvPr>
          <p:cNvCxnSpPr>
            <a:cxnSpLocks/>
            <a:stCxn id="17" idx="3"/>
            <a:endCxn id="9" idx="0"/>
          </p:cNvCxnSpPr>
          <p:nvPr/>
        </p:nvCxnSpPr>
        <p:spPr>
          <a:xfrm flipH="1">
            <a:off x="2841486" y="268931"/>
            <a:ext cx="574940" cy="198349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4283DF-00F1-9F49-8591-95653762B044}"/>
              </a:ext>
            </a:extLst>
          </p:cNvPr>
          <p:cNvCxnSpPr>
            <a:cxnSpLocks/>
            <a:stCxn id="18" idx="5"/>
            <a:endCxn id="10" idx="0"/>
          </p:cNvCxnSpPr>
          <p:nvPr/>
        </p:nvCxnSpPr>
        <p:spPr>
          <a:xfrm>
            <a:off x="8880867" y="268931"/>
            <a:ext cx="628998" cy="200421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225" name="Rectangle 25">
            <a:extLst>
              <a:ext uri="{FF2B5EF4-FFF2-40B4-BE49-F238E27FC236}">
                <a16:creationId xmlns:a16="http://schemas.microsoft.com/office/drawing/2014/main" id="{3771D19E-AD28-D52C-A53B-F74D384BE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588" y="835140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r>
              <a:rPr lang="en-US" sz="914" kern="0" dirty="0" err="1">
                <a:solidFill>
                  <a:srgbClr val="000000"/>
                </a:solidFill>
                <a:latin typeface="Calibri" pitchFamily="34" charset="0"/>
              </a:rPr>
              <a:t>PathSet</a:t>
            </a: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7714A809-4FE2-0933-7749-7E363363C965}"/>
              </a:ext>
            </a:extLst>
          </p:cNvPr>
          <p:cNvCxnSpPr>
            <a:cxnSpLocks/>
          </p:cNvCxnSpPr>
          <p:nvPr/>
        </p:nvCxnSpPr>
        <p:spPr>
          <a:xfrm>
            <a:off x="5398559" y="541645"/>
            <a:ext cx="0" cy="832589"/>
          </a:xfrm>
          <a:prstGeom prst="line">
            <a:avLst/>
          </a:prstGeom>
          <a:ln w="28575">
            <a:solidFill>
              <a:srgbClr val="00B050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71679354-CB06-722D-791B-EFFC038B1A22}"/>
              </a:ext>
            </a:extLst>
          </p:cNvPr>
          <p:cNvCxnSpPr>
            <a:cxnSpLocks/>
            <a:stCxn id="1350" idx="2"/>
            <a:endCxn id="279" idx="0"/>
          </p:cNvCxnSpPr>
          <p:nvPr/>
        </p:nvCxnSpPr>
        <p:spPr>
          <a:xfrm flipH="1">
            <a:off x="3876566" y="518783"/>
            <a:ext cx="783076" cy="206495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CFCF36CD-8E34-2C0C-6FB5-58E5CB3CC85E}"/>
              </a:ext>
            </a:extLst>
          </p:cNvPr>
          <p:cNvGrpSpPr/>
          <p:nvPr/>
        </p:nvGrpSpPr>
        <p:grpSpPr>
          <a:xfrm>
            <a:off x="3738425" y="725278"/>
            <a:ext cx="276281" cy="173735"/>
            <a:chOff x="3417117" y="2447654"/>
            <a:chExt cx="362556" cy="227987"/>
          </a:xfrm>
        </p:grpSpPr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58A0358A-5DC1-5B29-F9B0-81F81A6CC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FF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7B19D0A5-3875-3309-6D43-2DC59D1211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1" name="Trapezoid 613">
              <a:extLst>
                <a:ext uri="{FF2B5EF4-FFF2-40B4-BE49-F238E27FC236}">
                  <a16:creationId xmlns:a16="http://schemas.microsoft.com/office/drawing/2014/main" id="{ABD4CFC8-3BBB-664D-2A2D-AD8F5E8C3424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8AB8EC3E-C476-DB91-57F8-69975431BD33}"/>
              </a:ext>
            </a:extLst>
          </p:cNvPr>
          <p:cNvCxnSpPr>
            <a:cxnSpLocks/>
            <a:stCxn id="1331" idx="0"/>
            <a:endCxn id="279" idx="2"/>
          </p:cNvCxnSpPr>
          <p:nvPr/>
        </p:nvCxnSpPr>
        <p:spPr>
          <a:xfrm flipH="1" flipV="1">
            <a:off x="3876566" y="899013"/>
            <a:ext cx="112803" cy="1523867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51B72DDE-E938-3AE6-E945-05F86D565F1C}"/>
              </a:ext>
            </a:extLst>
          </p:cNvPr>
          <p:cNvCxnSpPr>
            <a:cxnSpLocks/>
            <a:stCxn id="1356" idx="2"/>
            <a:endCxn id="225" idx="0"/>
          </p:cNvCxnSpPr>
          <p:nvPr/>
        </p:nvCxnSpPr>
        <p:spPr>
          <a:xfrm flipH="1">
            <a:off x="6096001" y="577021"/>
            <a:ext cx="16148" cy="258119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Arrow Connector 373">
            <a:extLst>
              <a:ext uri="{FF2B5EF4-FFF2-40B4-BE49-F238E27FC236}">
                <a16:creationId xmlns:a16="http://schemas.microsoft.com/office/drawing/2014/main" id="{996FF3DF-F006-142D-B720-2365494A9863}"/>
              </a:ext>
            </a:extLst>
          </p:cNvPr>
          <p:cNvCxnSpPr>
            <a:cxnSpLocks/>
            <a:stCxn id="210" idx="2"/>
            <a:endCxn id="339" idx="0"/>
          </p:cNvCxnSpPr>
          <p:nvPr/>
        </p:nvCxnSpPr>
        <p:spPr>
          <a:xfrm flipH="1">
            <a:off x="5202557" y="2773822"/>
            <a:ext cx="15524" cy="2036447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377">
            <a:extLst>
              <a:ext uri="{FF2B5EF4-FFF2-40B4-BE49-F238E27FC236}">
                <a16:creationId xmlns:a16="http://schemas.microsoft.com/office/drawing/2014/main" id="{1820F3F7-56F3-466C-12F5-813714B12F8B}"/>
              </a:ext>
            </a:extLst>
          </p:cNvPr>
          <p:cNvCxnSpPr>
            <a:cxnSpLocks/>
            <a:stCxn id="58" idx="2"/>
            <a:endCxn id="252" idx="0"/>
          </p:cNvCxnSpPr>
          <p:nvPr/>
        </p:nvCxnSpPr>
        <p:spPr>
          <a:xfrm flipH="1">
            <a:off x="4559601" y="3047078"/>
            <a:ext cx="192075" cy="1899301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Connector 379">
            <a:extLst>
              <a:ext uri="{FF2B5EF4-FFF2-40B4-BE49-F238E27FC236}">
                <a16:creationId xmlns:a16="http://schemas.microsoft.com/office/drawing/2014/main" id="{88E1A7CF-96AF-A1F1-986A-EC8CA0D1BD0A}"/>
              </a:ext>
            </a:extLst>
          </p:cNvPr>
          <p:cNvCxnSpPr>
            <a:cxnSpLocks/>
            <a:stCxn id="197" idx="2"/>
            <a:endCxn id="317" idx="0"/>
          </p:cNvCxnSpPr>
          <p:nvPr/>
        </p:nvCxnSpPr>
        <p:spPr>
          <a:xfrm>
            <a:off x="5685068" y="3047078"/>
            <a:ext cx="183925" cy="1895703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08FEA19F-530E-26B4-0E64-EB8E3AF04AD1}"/>
              </a:ext>
            </a:extLst>
          </p:cNvPr>
          <p:cNvCxnSpPr>
            <a:stCxn id="281" idx="3"/>
            <a:endCxn id="991" idx="1"/>
          </p:cNvCxnSpPr>
          <p:nvPr/>
        </p:nvCxnSpPr>
        <p:spPr>
          <a:xfrm rot="10800000" flipH="1" flipV="1">
            <a:off x="3782614" y="845166"/>
            <a:ext cx="69958" cy="2741360"/>
          </a:xfrm>
          <a:prstGeom prst="bentConnector3">
            <a:avLst>
              <a:gd name="adj1" fmla="val -338736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4D307223-6503-7259-DA9E-C90FD1545EA3}"/>
              </a:ext>
            </a:extLst>
          </p:cNvPr>
          <p:cNvCxnSpPr>
            <a:cxnSpLocks/>
            <a:stCxn id="1360" idx="3"/>
            <a:endCxn id="1146" idx="3"/>
          </p:cNvCxnSpPr>
          <p:nvPr/>
        </p:nvCxnSpPr>
        <p:spPr>
          <a:xfrm>
            <a:off x="8419540" y="2509595"/>
            <a:ext cx="9678" cy="1444387"/>
          </a:xfrm>
          <a:prstGeom prst="bentConnector3">
            <a:avLst>
              <a:gd name="adj1" fmla="val 1800000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3F8A2F44-82C2-84EF-6814-398509F3E960}"/>
              </a:ext>
            </a:extLst>
          </p:cNvPr>
          <p:cNvCxnSpPr>
            <a:cxnSpLocks/>
            <a:stCxn id="1468" idx="3"/>
            <a:endCxn id="1018" idx="3"/>
          </p:cNvCxnSpPr>
          <p:nvPr/>
        </p:nvCxnSpPr>
        <p:spPr>
          <a:xfrm flipH="1">
            <a:off x="8429594" y="1039003"/>
            <a:ext cx="181483" cy="2542671"/>
          </a:xfrm>
          <a:prstGeom prst="bentConnector3">
            <a:avLst>
              <a:gd name="adj1" fmla="val -125962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 254">
            <a:extLst>
              <a:ext uri="{FF2B5EF4-FFF2-40B4-BE49-F238E27FC236}">
                <a16:creationId xmlns:a16="http://schemas.microsoft.com/office/drawing/2014/main" id="{7A5C3BCD-E090-061F-F47A-CF4BF8520230}"/>
              </a:ext>
            </a:extLst>
          </p:cNvPr>
          <p:cNvGrpSpPr>
            <a:grpSpLocks noChangeAspect="1"/>
          </p:cNvGrpSpPr>
          <p:nvPr/>
        </p:nvGrpSpPr>
        <p:grpSpPr>
          <a:xfrm>
            <a:off x="4611563" y="2885818"/>
            <a:ext cx="280226" cy="161260"/>
            <a:chOff x="8421867" y="1904979"/>
            <a:chExt cx="347879" cy="255573"/>
          </a:xfrm>
        </p:grpSpPr>
        <p:sp>
          <p:nvSpPr>
            <p:cNvPr id="58" name="Rectangle 60">
              <a:extLst>
                <a:ext uri="{FF2B5EF4-FFF2-40B4-BE49-F238E27FC236}">
                  <a16:creationId xmlns:a16="http://schemas.microsoft.com/office/drawing/2014/main" id="{A146872F-D1A5-79D6-11C3-A4F13BA59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9" name="Group 719">
              <a:extLst>
                <a:ext uri="{FF2B5EF4-FFF2-40B4-BE49-F238E27FC236}">
                  <a16:creationId xmlns:a16="http://schemas.microsoft.com/office/drawing/2014/main" id="{C753AD73-292D-3E18-BD9B-33FEA2AA3414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27A17C82-9526-E607-F5D9-FCEFC33F897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51760D77-9D7C-CE10-FDC6-2AC769581C6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9386E20A-E04D-2AE4-086D-42D55C28E79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108031E8-F8EA-BCEB-D091-8DF5B0D7F50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0" name="Trapezoid 136">
              <a:extLst>
                <a:ext uri="{FF2B5EF4-FFF2-40B4-BE49-F238E27FC236}">
                  <a16:creationId xmlns:a16="http://schemas.microsoft.com/office/drawing/2014/main" id="{DB3E387C-C32C-F5AD-88B5-563E3784150F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6" name="Group 254">
            <a:extLst>
              <a:ext uri="{FF2B5EF4-FFF2-40B4-BE49-F238E27FC236}">
                <a16:creationId xmlns:a16="http://schemas.microsoft.com/office/drawing/2014/main" id="{1F2B0139-A4EF-D459-3F8F-9E16776461CB}"/>
              </a:ext>
            </a:extLst>
          </p:cNvPr>
          <p:cNvGrpSpPr>
            <a:grpSpLocks noChangeAspect="1"/>
          </p:cNvGrpSpPr>
          <p:nvPr/>
        </p:nvGrpSpPr>
        <p:grpSpPr>
          <a:xfrm>
            <a:off x="5544955" y="2885818"/>
            <a:ext cx="280226" cy="161260"/>
            <a:chOff x="8421867" y="1904979"/>
            <a:chExt cx="347879" cy="255573"/>
          </a:xfrm>
        </p:grpSpPr>
        <p:sp>
          <p:nvSpPr>
            <p:cNvPr id="197" name="Rectangle 60">
              <a:extLst>
                <a:ext uri="{FF2B5EF4-FFF2-40B4-BE49-F238E27FC236}">
                  <a16:creationId xmlns:a16="http://schemas.microsoft.com/office/drawing/2014/main" id="{3A440E69-23E4-E71F-2BF9-31152ED07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98" name="Group 719">
              <a:extLst>
                <a:ext uri="{FF2B5EF4-FFF2-40B4-BE49-F238E27FC236}">
                  <a16:creationId xmlns:a16="http://schemas.microsoft.com/office/drawing/2014/main" id="{D3B8F5D6-ECA3-C4EC-E0B2-091B8C48B85B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FEEA5941-D5F0-B360-9D96-E3FA93F2CFB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5B300E2B-2FD8-FC3B-5346-1473C261F2F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85108E5A-591D-8CB8-9680-058E1B91F6E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51F7119B-FEFA-279E-E177-07DBC471E45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99" name="Trapezoid 136">
              <a:extLst>
                <a:ext uri="{FF2B5EF4-FFF2-40B4-BE49-F238E27FC236}">
                  <a16:creationId xmlns:a16="http://schemas.microsoft.com/office/drawing/2014/main" id="{01188A09-4693-84C6-7CA2-DDF911A5B16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5FC20791-5BE4-EB4E-DE55-31A9D5B1A41D}"/>
              </a:ext>
            </a:extLst>
          </p:cNvPr>
          <p:cNvGrpSpPr/>
          <p:nvPr/>
        </p:nvGrpSpPr>
        <p:grpSpPr>
          <a:xfrm>
            <a:off x="4751676" y="2622607"/>
            <a:ext cx="933392" cy="271678"/>
            <a:chOff x="3560105" y="4920983"/>
            <a:chExt cx="918646" cy="267385"/>
          </a:xfrm>
        </p:grpSpPr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B8C2132E-68C0-C793-35BD-87EF5875BF2E}"/>
                </a:ext>
              </a:extLst>
            </p:cNvPr>
            <p:cNvCxnSpPr>
              <a:cxnSpLocks/>
              <a:stCxn id="211" idx="0"/>
              <a:endCxn id="197" idx="0"/>
            </p:cNvCxnSpPr>
            <p:nvPr/>
          </p:nvCxnSpPr>
          <p:spPr>
            <a:xfrm>
              <a:off x="4288158" y="4974136"/>
              <a:ext cx="190593" cy="21423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721B6C81-5183-D9ED-E5D8-E1220391CBA7}"/>
                </a:ext>
              </a:extLst>
            </p:cNvPr>
            <p:cNvCxnSpPr>
              <a:cxnSpLocks/>
              <a:stCxn id="212" idx="1"/>
              <a:endCxn id="58" idx="0"/>
            </p:cNvCxnSpPr>
            <p:nvPr/>
          </p:nvCxnSpPr>
          <p:spPr>
            <a:xfrm flipH="1">
              <a:off x="3560105" y="4994613"/>
              <a:ext cx="175856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E09D7C1F-E9AA-39D7-12D0-C30E5DC88C4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10" name="Rectangle 25">
                <a:extLst>
                  <a:ext uri="{FF2B5EF4-FFF2-40B4-BE49-F238E27FC236}">
                    <a16:creationId xmlns:a16="http://schemas.microsoft.com/office/drawing/2014/main" id="{F509A682-7BE3-23E7-0BEB-415E13A52D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1" name="Rectangle 29">
                <a:extLst>
                  <a:ext uri="{FF2B5EF4-FFF2-40B4-BE49-F238E27FC236}">
                    <a16:creationId xmlns:a16="http://schemas.microsoft.com/office/drawing/2014/main" id="{AA5E7C98-174C-497A-253C-34644AACBD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2" name="Rectangle 29">
                <a:extLst>
                  <a:ext uri="{FF2B5EF4-FFF2-40B4-BE49-F238E27FC236}">
                    <a16:creationId xmlns:a16="http://schemas.microsoft.com/office/drawing/2014/main" id="{BAC99A72-C1F6-9A7D-988A-36E343952C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sp>
        <p:nvSpPr>
          <p:cNvPr id="1350" name="Rectangle 29">
            <a:extLst>
              <a:ext uri="{FF2B5EF4-FFF2-40B4-BE49-F238E27FC236}">
                <a16:creationId xmlns:a16="http://schemas.microsoft.com/office/drawing/2014/main" id="{80F756A9-F55B-BEAB-B34A-30123992B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9642" y="489067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351" name="Rectangle 29">
            <a:extLst>
              <a:ext uri="{FF2B5EF4-FFF2-40B4-BE49-F238E27FC236}">
                <a16:creationId xmlns:a16="http://schemas.microsoft.com/office/drawing/2014/main" id="{A38CCB7C-6920-0C93-1E26-7BF3FE73D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341" y="489067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64C5F941-8838-500B-2B11-B85D9E16AD3B}"/>
              </a:ext>
            </a:extLst>
          </p:cNvPr>
          <p:cNvCxnSpPr>
            <a:cxnSpLocks/>
            <a:stCxn id="322" idx="2"/>
            <a:endCxn id="500" idx="0"/>
          </p:cNvCxnSpPr>
          <p:nvPr/>
        </p:nvCxnSpPr>
        <p:spPr>
          <a:xfrm flipH="1">
            <a:off x="7077682" y="2773822"/>
            <a:ext cx="15070" cy="2046820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B761D6A1-FC70-91F9-8BCA-3E87CD4A08BB}"/>
              </a:ext>
            </a:extLst>
          </p:cNvPr>
          <p:cNvCxnSpPr>
            <a:cxnSpLocks/>
            <a:stCxn id="275" idx="2"/>
            <a:endCxn id="475" idx="0"/>
          </p:cNvCxnSpPr>
          <p:nvPr/>
        </p:nvCxnSpPr>
        <p:spPr>
          <a:xfrm flipH="1">
            <a:off x="6434997" y="3047078"/>
            <a:ext cx="191349" cy="1909675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27EE4F03-5804-F190-32A7-305A47FC02ED}"/>
              </a:ext>
            </a:extLst>
          </p:cNvPr>
          <p:cNvCxnSpPr>
            <a:cxnSpLocks/>
            <a:stCxn id="300" idx="2"/>
            <a:endCxn id="355" idx="0"/>
          </p:cNvCxnSpPr>
          <p:nvPr/>
        </p:nvCxnSpPr>
        <p:spPr>
          <a:xfrm>
            <a:off x="7559739" y="3047078"/>
            <a:ext cx="161825" cy="1896720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4" name="Group 254">
            <a:extLst>
              <a:ext uri="{FF2B5EF4-FFF2-40B4-BE49-F238E27FC236}">
                <a16:creationId xmlns:a16="http://schemas.microsoft.com/office/drawing/2014/main" id="{6E475E9C-F86E-778C-BE5D-5F05544BBE14}"/>
              </a:ext>
            </a:extLst>
          </p:cNvPr>
          <p:cNvGrpSpPr>
            <a:grpSpLocks noChangeAspect="1"/>
          </p:cNvGrpSpPr>
          <p:nvPr/>
        </p:nvGrpSpPr>
        <p:grpSpPr>
          <a:xfrm>
            <a:off x="6486233" y="2885818"/>
            <a:ext cx="280226" cy="161260"/>
            <a:chOff x="8421867" y="1904979"/>
            <a:chExt cx="347879" cy="255573"/>
          </a:xfrm>
        </p:grpSpPr>
        <p:sp>
          <p:nvSpPr>
            <p:cNvPr id="275" name="Rectangle 60">
              <a:extLst>
                <a:ext uri="{FF2B5EF4-FFF2-40B4-BE49-F238E27FC236}">
                  <a16:creationId xmlns:a16="http://schemas.microsoft.com/office/drawing/2014/main" id="{B45B7447-7A85-CFF9-DE0E-A833B6DE0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77" name="Group 719">
              <a:extLst>
                <a:ext uri="{FF2B5EF4-FFF2-40B4-BE49-F238E27FC236}">
                  <a16:creationId xmlns:a16="http://schemas.microsoft.com/office/drawing/2014/main" id="{5531A5F1-DCD9-3FB3-C6EE-6E516E0E6542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FFC32D84-DA73-2EDC-1EB9-1EE6373B1FC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990C3085-BA1A-9586-EA2D-D7364F9FA7E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BB7951E2-F795-B59C-5F0E-3CF3D7ABEAC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7" name="Straight Connector 286">
                <a:extLst>
                  <a:ext uri="{FF2B5EF4-FFF2-40B4-BE49-F238E27FC236}">
                    <a16:creationId xmlns:a16="http://schemas.microsoft.com/office/drawing/2014/main" id="{299C78FC-A5C4-696C-4F7A-4A7407D8F8D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83" name="Trapezoid 136">
              <a:extLst>
                <a:ext uri="{FF2B5EF4-FFF2-40B4-BE49-F238E27FC236}">
                  <a16:creationId xmlns:a16="http://schemas.microsoft.com/office/drawing/2014/main" id="{89364262-1D31-34E7-C06E-189319E32B7B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9" name="Group 254">
            <a:extLst>
              <a:ext uri="{FF2B5EF4-FFF2-40B4-BE49-F238E27FC236}">
                <a16:creationId xmlns:a16="http://schemas.microsoft.com/office/drawing/2014/main" id="{310B7A8F-A821-18DC-E8B0-0DB9A410FDFB}"/>
              </a:ext>
            </a:extLst>
          </p:cNvPr>
          <p:cNvGrpSpPr>
            <a:grpSpLocks noChangeAspect="1"/>
          </p:cNvGrpSpPr>
          <p:nvPr/>
        </p:nvGrpSpPr>
        <p:grpSpPr>
          <a:xfrm>
            <a:off x="7419626" y="2885818"/>
            <a:ext cx="280226" cy="161260"/>
            <a:chOff x="8421867" y="1904979"/>
            <a:chExt cx="347879" cy="255573"/>
          </a:xfrm>
        </p:grpSpPr>
        <p:sp>
          <p:nvSpPr>
            <p:cNvPr id="300" name="Rectangle 60">
              <a:extLst>
                <a:ext uri="{FF2B5EF4-FFF2-40B4-BE49-F238E27FC236}">
                  <a16:creationId xmlns:a16="http://schemas.microsoft.com/office/drawing/2014/main" id="{0FA94B6D-73E4-5654-64FF-23A736DA6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01" name="Group 719">
              <a:extLst>
                <a:ext uri="{FF2B5EF4-FFF2-40B4-BE49-F238E27FC236}">
                  <a16:creationId xmlns:a16="http://schemas.microsoft.com/office/drawing/2014/main" id="{2E3AFBF0-5177-0AB1-1D25-6C58207C240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E9FDBFE5-5F02-B635-DF0B-061623E61EF4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9DF5E64D-B6DD-1797-5BF4-32865555CA0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14BE13F4-C747-AE70-3D0E-07363D406F74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670A1EB0-C9BF-AA04-6A77-14353C3DFC5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02" name="Trapezoid 136">
              <a:extLst>
                <a:ext uri="{FF2B5EF4-FFF2-40B4-BE49-F238E27FC236}">
                  <a16:creationId xmlns:a16="http://schemas.microsoft.com/office/drawing/2014/main" id="{8343B6F5-3476-6AA7-3973-90E162CCF4A1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025E4187-19F7-5638-11AB-5ECCC36CF9C3}"/>
              </a:ext>
            </a:extLst>
          </p:cNvPr>
          <p:cNvGrpSpPr/>
          <p:nvPr/>
        </p:nvGrpSpPr>
        <p:grpSpPr>
          <a:xfrm>
            <a:off x="6626346" y="2622607"/>
            <a:ext cx="933393" cy="271678"/>
            <a:chOff x="3560104" y="4920983"/>
            <a:chExt cx="918647" cy="267385"/>
          </a:xfrm>
        </p:grpSpPr>
        <p:cxnSp>
          <p:nvCxnSpPr>
            <p:cNvPr id="319" name="Straight Arrow Connector 318">
              <a:extLst>
                <a:ext uri="{FF2B5EF4-FFF2-40B4-BE49-F238E27FC236}">
                  <a16:creationId xmlns:a16="http://schemas.microsoft.com/office/drawing/2014/main" id="{C92A4006-890E-0683-CC59-F371AFF53A07}"/>
                </a:ext>
              </a:extLst>
            </p:cNvPr>
            <p:cNvCxnSpPr>
              <a:cxnSpLocks/>
              <a:stCxn id="322" idx="1"/>
              <a:endCxn id="300" idx="0"/>
            </p:cNvCxnSpPr>
            <p:nvPr/>
          </p:nvCxnSpPr>
          <p:spPr>
            <a:xfrm>
              <a:off x="4334752" y="4995396"/>
              <a:ext cx="143999" cy="19297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20" name="Straight Arrow Connector 319">
              <a:extLst>
                <a:ext uri="{FF2B5EF4-FFF2-40B4-BE49-F238E27FC236}">
                  <a16:creationId xmlns:a16="http://schemas.microsoft.com/office/drawing/2014/main" id="{271FE13F-2258-C16C-77AD-005D44A5868A}"/>
                </a:ext>
              </a:extLst>
            </p:cNvPr>
            <p:cNvCxnSpPr>
              <a:cxnSpLocks/>
              <a:stCxn id="365" idx="1"/>
              <a:endCxn id="275" idx="0"/>
            </p:cNvCxnSpPr>
            <p:nvPr/>
          </p:nvCxnSpPr>
          <p:spPr>
            <a:xfrm flipH="1">
              <a:off x="3560104" y="4994613"/>
              <a:ext cx="175857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30B74F21-2EF8-4562-67A1-98E509F2A50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22" name="Rectangle 25">
                <a:extLst>
                  <a:ext uri="{FF2B5EF4-FFF2-40B4-BE49-F238E27FC236}">
                    <a16:creationId xmlns:a16="http://schemas.microsoft.com/office/drawing/2014/main" id="{46F94236-3DF7-14AF-DA2D-3B5A5041FF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62" name="Rectangle 29">
                <a:extLst>
                  <a:ext uri="{FF2B5EF4-FFF2-40B4-BE49-F238E27FC236}">
                    <a16:creationId xmlns:a16="http://schemas.microsoft.com/office/drawing/2014/main" id="{9EEED2E8-8412-1255-1E59-EFF08F396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65" name="Rectangle 29">
                <a:extLst>
                  <a:ext uri="{FF2B5EF4-FFF2-40B4-BE49-F238E27FC236}">
                    <a16:creationId xmlns:a16="http://schemas.microsoft.com/office/drawing/2014/main" id="{72ECBFC2-58C3-6B4F-35C3-0D9D600781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08" name="Straight Arrow Connector 407">
            <a:extLst>
              <a:ext uri="{FF2B5EF4-FFF2-40B4-BE49-F238E27FC236}">
                <a16:creationId xmlns:a16="http://schemas.microsoft.com/office/drawing/2014/main" id="{67469544-5C54-E3B6-AB5F-C4961E461F3B}"/>
              </a:ext>
            </a:extLst>
          </p:cNvPr>
          <p:cNvCxnSpPr>
            <a:cxnSpLocks/>
            <a:stCxn id="1526" idx="2"/>
            <a:endCxn id="376" idx="0"/>
          </p:cNvCxnSpPr>
          <p:nvPr/>
        </p:nvCxnSpPr>
        <p:spPr>
          <a:xfrm flipH="1">
            <a:off x="5161977" y="1457050"/>
            <a:ext cx="963272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Arrow Connector 411">
            <a:extLst>
              <a:ext uri="{FF2B5EF4-FFF2-40B4-BE49-F238E27FC236}">
                <a16:creationId xmlns:a16="http://schemas.microsoft.com/office/drawing/2014/main" id="{B35B1881-E830-B967-F7A4-F465E423DC18}"/>
              </a:ext>
            </a:extLst>
          </p:cNvPr>
          <p:cNvCxnSpPr>
            <a:cxnSpLocks/>
            <a:stCxn id="1526" idx="2"/>
            <a:endCxn id="409" idx="0"/>
          </p:cNvCxnSpPr>
          <p:nvPr/>
        </p:nvCxnSpPr>
        <p:spPr>
          <a:xfrm>
            <a:off x="6125249" y="1457050"/>
            <a:ext cx="911399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Arrow Connector 419">
            <a:extLst>
              <a:ext uri="{FF2B5EF4-FFF2-40B4-BE49-F238E27FC236}">
                <a16:creationId xmlns:a16="http://schemas.microsoft.com/office/drawing/2014/main" id="{8300839C-C039-2077-4507-9289496B4112}"/>
              </a:ext>
            </a:extLst>
          </p:cNvPr>
          <p:cNvCxnSpPr>
            <a:cxnSpLocks/>
          </p:cNvCxnSpPr>
          <p:nvPr/>
        </p:nvCxnSpPr>
        <p:spPr>
          <a:xfrm flipH="1">
            <a:off x="6522942" y="906639"/>
            <a:ext cx="9169" cy="238383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Arrow Connector 421">
            <a:extLst>
              <a:ext uri="{FF2B5EF4-FFF2-40B4-BE49-F238E27FC236}">
                <a16:creationId xmlns:a16="http://schemas.microsoft.com/office/drawing/2014/main" id="{C0E33F96-40A7-E52A-C26A-A82AB1D34105}"/>
              </a:ext>
            </a:extLst>
          </p:cNvPr>
          <p:cNvCxnSpPr>
            <a:cxnSpLocks/>
          </p:cNvCxnSpPr>
          <p:nvPr/>
        </p:nvCxnSpPr>
        <p:spPr>
          <a:xfrm>
            <a:off x="5666317" y="903139"/>
            <a:ext cx="4998" cy="452759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Straight Arrow Connector 431">
            <a:extLst>
              <a:ext uri="{FF2B5EF4-FFF2-40B4-BE49-F238E27FC236}">
                <a16:creationId xmlns:a16="http://schemas.microsoft.com/office/drawing/2014/main" id="{5CBB67DB-C0B1-2B7A-734E-F34DF2257172}"/>
              </a:ext>
            </a:extLst>
          </p:cNvPr>
          <p:cNvCxnSpPr>
            <a:cxnSpLocks/>
          </p:cNvCxnSpPr>
          <p:nvPr/>
        </p:nvCxnSpPr>
        <p:spPr>
          <a:xfrm>
            <a:off x="5525858" y="289892"/>
            <a:ext cx="0" cy="56524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7D3800EA-1DA7-FEA1-3DF6-07D8A6D7527A}"/>
              </a:ext>
            </a:extLst>
          </p:cNvPr>
          <p:cNvCxnSpPr>
            <a:cxnSpLocks/>
          </p:cNvCxnSpPr>
          <p:nvPr/>
        </p:nvCxnSpPr>
        <p:spPr>
          <a:xfrm>
            <a:off x="6844189" y="301603"/>
            <a:ext cx="32541" cy="206397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FC98E17B-D71F-08BC-2029-6AA30B51FA71}"/>
              </a:ext>
            </a:extLst>
          </p:cNvPr>
          <p:cNvCxnSpPr>
            <a:cxnSpLocks/>
          </p:cNvCxnSpPr>
          <p:nvPr/>
        </p:nvCxnSpPr>
        <p:spPr>
          <a:xfrm flipH="1">
            <a:off x="5324629" y="3271066"/>
            <a:ext cx="269482" cy="1498093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493D8592-EBD2-32DD-6E1E-8EFB2285867C}"/>
              </a:ext>
            </a:extLst>
          </p:cNvPr>
          <p:cNvCxnSpPr>
            <a:cxnSpLocks/>
          </p:cNvCxnSpPr>
          <p:nvPr/>
        </p:nvCxnSpPr>
        <p:spPr>
          <a:xfrm>
            <a:off x="6654089" y="3271066"/>
            <a:ext cx="265845" cy="1539980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4" name="Group 254">
            <a:extLst>
              <a:ext uri="{FF2B5EF4-FFF2-40B4-BE49-F238E27FC236}">
                <a16:creationId xmlns:a16="http://schemas.microsoft.com/office/drawing/2014/main" id="{1DA00239-CDB4-29AA-59B5-42079C30F739}"/>
              </a:ext>
            </a:extLst>
          </p:cNvPr>
          <p:cNvGrpSpPr>
            <a:grpSpLocks noChangeAspect="1"/>
          </p:cNvGrpSpPr>
          <p:nvPr/>
        </p:nvGrpSpPr>
        <p:grpSpPr>
          <a:xfrm>
            <a:off x="4587124" y="2461803"/>
            <a:ext cx="280226" cy="161260"/>
            <a:chOff x="8421867" y="1904979"/>
            <a:chExt cx="347879" cy="255573"/>
          </a:xfrm>
        </p:grpSpPr>
        <p:sp>
          <p:nvSpPr>
            <p:cNvPr id="22" name="Rectangle 60">
              <a:extLst>
                <a:ext uri="{FF2B5EF4-FFF2-40B4-BE49-F238E27FC236}">
                  <a16:creationId xmlns:a16="http://schemas.microsoft.com/office/drawing/2014/main" id="{D09D4C89-1A32-20C1-FFD1-9E4533706F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" name="Group 719">
              <a:extLst>
                <a:ext uri="{FF2B5EF4-FFF2-40B4-BE49-F238E27FC236}">
                  <a16:creationId xmlns:a16="http://schemas.microsoft.com/office/drawing/2014/main" id="{B40C2A1E-9272-36E8-911E-27C630D5A6B7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01725B28-DC60-E250-EF57-9510A75A6F1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03B8B33-E600-435A-B9F9-2DF010F1630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34809250-A6B0-6571-4340-4BF8CE0C118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F48B7348-62D3-BA8F-7A31-5AEF4D2DF02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4" name="Trapezoid 136">
              <a:extLst>
                <a:ext uri="{FF2B5EF4-FFF2-40B4-BE49-F238E27FC236}">
                  <a16:creationId xmlns:a16="http://schemas.microsoft.com/office/drawing/2014/main" id="{A8C8F56F-37A8-E1F7-8ACC-E568403E0F8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" name="Group 254">
            <a:extLst>
              <a:ext uri="{FF2B5EF4-FFF2-40B4-BE49-F238E27FC236}">
                <a16:creationId xmlns:a16="http://schemas.microsoft.com/office/drawing/2014/main" id="{A3DAADF6-F288-40C5-852A-B21BA017E1D8}"/>
              </a:ext>
            </a:extLst>
          </p:cNvPr>
          <p:cNvGrpSpPr>
            <a:grpSpLocks noChangeAspect="1"/>
          </p:cNvGrpSpPr>
          <p:nvPr/>
        </p:nvGrpSpPr>
        <p:grpSpPr>
          <a:xfrm>
            <a:off x="5520516" y="2461803"/>
            <a:ext cx="280226" cy="161260"/>
            <a:chOff x="8421867" y="1904979"/>
            <a:chExt cx="347879" cy="255573"/>
          </a:xfrm>
        </p:grpSpPr>
        <p:sp>
          <p:nvSpPr>
            <p:cNvPr id="34" name="Rectangle 60">
              <a:extLst>
                <a:ext uri="{FF2B5EF4-FFF2-40B4-BE49-F238E27FC236}">
                  <a16:creationId xmlns:a16="http://schemas.microsoft.com/office/drawing/2014/main" id="{88D2F12E-BE4D-F82C-6539-579E373307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1" name="Group 719">
              <a:extLst>
                <a:ext uri="{FF2B5EF4-FFF2-40B4-BE49-F238E27FC236}">
                  <a16:creationId xmlns:a16="http://schemas.microsoft.com/office/drawing/2014/main" id="{FBBE9D1E-0E52-7567-A50F-08187EB5CEE2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46B8FC09-5AE8-9614-62A7-A8DD6F0395C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E94A2A45-867C-6715-39DF-EEBADA51CF7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77F791A9-D324-2502-1ADA-37A8A172E05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603C6FE8-5639-2A8C-6458-6DDD793815A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52" name="Trapezoid 136">
              <a:extLst>
                <a:ext uri="{FF2B5EF4-FFF2-40B4-BE49-F238E27FC236}">
                  <a16:creationId xmlns:a16="http://schemas.microsoft.com/office/drawing/2014/main" id="{5F12DEBB-6280-FD3C-1300-ADFC62B40AE4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DED386EC-7C5D-17CF-A93D-3C57C08662B0}"/>
              </a:ext>
            </a:extLst>
          </p:cNvPr>
          <p:cNvGrpSpPr/>
          <p:nvPr/>
        </p:nvGrpSpPr>
        <p:grpSpPr>
          <a:xfrm>
            <a:off x="4727237" y="2198592"/>
            <a:ext cx="933392" cy="271678"/>
            <a:chOff x="3560105" y="4920983"/>
            <a:chExt cx="918646" cy="267385"/>
          </a:xfrm>
        </p:grpSpPr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72ECCBA8-426D-0C07-CB0A-51B1C0F95A1B}"/>
                </a:ext>
              </a:extLst>
            </p:cNvPr>
            <p:cNvCxnSpPr>
              <a:cxnSpLocks/>
              <a:stCxn id="213" idx="0"/>
              <a:endCxn id="34" idx="0"/>
            </p:cNvCxnSpPr>
            <p:nvPr/>
          </p:nvCxnSpPr>
          <p:spPr>
            <a:xfrm>
              <a:off x="4288158" y="4974136"/>
              <a:ext cx="190593" cy="21423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B0333189-D9BC-7431-B5CC-2F5EC8ADDF49}"/>
                </a:ext>
              </a:extLst>
            </p:cNvPr>
            <p:cNvCxnSpPr>
              <a:cxnSpLocks/>
              <a:stCxn id="214" idx="1"/>
              <a:endCxn id="22" idx="0"/>
            </p:cNvCxnSpPr>
            <p:nvPr/>
          </p:nvCxnSpPr>
          <p:spPr>
            <a:xfrm flipH="1">
              <a:off x="3560105" y="4994613"/>
              <a:ext cx="175856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AEFB4674-CD33-63B1-37D0-D64446C78E4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05" name="Rectangle 25">
                <a:extLst>
                  <a:ext uri="{FF2B5EF4-FFF2-40B4-BE49-F238E27FC236}">
                    <a16:creationId xmlns:a16="http://schemas.microsoft.com/office/drawing/2014/main" id="{1ED52E19-254E-CA83-D22C-9EE89488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3" name="Rectangle 29">
                <a:extLst>
                  <a:ext uri="{FF2B5EF4-FFF2-40B4-BE49-F238E27FC236}">
                    <a16:creationId xmlns:a16="http://schemas.microsoft.com/office/drawing/2014/main" id="{2E2FA685-7066-99A7-62CF-6C0ED12580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4" name="Rectangle 29">
                <a:extLst>
                  <a:ext uri="{FF2B5EF4-FFF2-40B4-BE49-F238E27FC236}">
                    <a16:creationId xmlns:a16="http://schemas.microsoft.com/office/drawing/2014/main" id="{09A7BB2D-696A-61C5-CF11-E3CBE3B22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15" name="Group 254">
            <a:extLst>
              <a:ext uri="{FF2B5EF4-FFF2-40B4-BE49-F238E27FC236}">
                <a16:creationId xmlns:a16="http://schemas.microsoft.com/office/drawing/2014/main" id="{1C9BA6D4-6E44-8E6C-E4B6-79A495C520D2}"/>
              </a:ext>
            </a:extLst>
          </p:cNvPr>
          <p:cNvGrpSpPr>
            <a:grpSpLocks noChangeAspect="1"/>
          </p:cNvGrpSpPr>
          <p:nvPr/>
        </p:nvGrpSpPr>
        <p:grpSpPr>
          <a:xfrm>
            <a:off x="6461794" y="2461803"/>
            <a:ext cx="280226" cy="161260"/>
            <a:chOff x="8421867" y="1904979"/>
            <a:chExt cx="347879" cy="255573"/>
          </a:xfrm>
        </p:grpSpPr>
        <p:sp>
          <p:nvSpPr>
            <p:cNvPr id="216" name="Rectangle 60">
              <a:extLst>
                <a:ext uri="{FF2B5EF4-FFF2-40B4-BE49-F238E27FC236}">
                  <a16:creationId xmlns:a16="http://schemas.microsoft.com/office/drawing/2014/main" id="{27672B71-CF91-9790-6A84-42931C3D3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17" name="Group 719">
              <a:extLst>
                <a:ext uri="{FF2B5EF4-FFF2-40B4-BE49-F238E27FC236}">
                  <a16:creationId xmlns:a16="http://schemas.microsoft.com/office/drawing/2014/main" id="{056EECF0-E59B-27D3-38FA-DC90DBFE8AC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3B837154-414F-6212-5DCD-B5314E8D64F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31C37E15-0722-59D2-BBA9-015E8B2CB0B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92536B33-2E25-C747-8703-D045CD799E8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B019D75F-9B76-C728-4FF2-C8A9548CEE0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18" name="Trapezoid 136">
              <a:extLst>
                <a:ext uri="{FF2B5EF4-FFF2-40B4-BE49-F238E27FC236}">
                  <a16:creationId xmlns:a16="http://schemas.microsoft.com/office/drawing/2014/main" id="{4284D379-FD53-A3C4-DA1F-5180D2E53DC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23" name="Group 254">
            <a:extLst>
              <a:ext uri="{FF2B5EF4-FFF2-40B4-BE49-F238E27FC236}">
                <a16:creationId xmlns:a16="http://schemas.microsoft.com/office/drawing/2014/main" id="{E1C6758D-33D5-B6DF-7EA7-86FEE4BF2AD8}"/>
              </a:ext>
            </a:extLst>
          </p:cNvPr>
          <p:cNvGrpSpPr>
            <a:grpSpLocks noChangeAspect="1"/>
          </p:cNvGrpSpPr>
          <p:nvPr/>
        </p:nvGrpSpPr>
        <p:grpSpPr>
          <a:xfrm>
            <a:off x="7395187" y="2461803"/>
            <a:ext cx="280226" cy="161260"/>
            <a:chOff x="8421867" y="1904979"/>
            <a:chExt cx="347879" cy="255573"/>
          </a:xfrm>
        </p:grpSpPr>
        <p:sp>
          <p:nvSpPr>
            <p:cNvPr id="224" name="Rectangle 60">
              <a:extLst>
                <a:ext uri="{FF2B5EF4-FFF2-40B4-BE49-F238E27FC236}">
                  <a16:creationId xmlns:a16="http://schemas.microsoft.com/office/drawing/2014/main" id="{E62EB108-EDF5-9363-BD8D-9E02FD5031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26" name="Group 719">
              <a:extLst>
                <a:ext uri="{FF2B5EF4-FFF2-40B4-BE49-F238E27FC236}">
                  <a16:creationId xmlns:a16="http://schemas.microsoft.com/office/drawing/2014/main" id="{086ED3F8-C9E4-B3D3-AF97-1D986F83622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C376F5AC-BDA2-BB18-1A21-9550CA644EB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38F57EB0-1FE0-1AE3-EF9B-20BAC6D63E7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6CDD311C-CFB1-E100-EB61-4A38C8A2E7F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A98D5EB3-9710-C42E-F1A4-BA67D385E35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27" name="Trapezoid 136">
              <a:extLst>
                <a:ext uri="{FF2B5EF4-FFF2-40B4-BE49-F238E27FC236}">
                  <a16:creationId xmlns:a16="http://schemas.microsoft.com/office/drawing/2014/main" id="{F091657A-6BA8-580D-A74F-7992ED0D5DCE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479299FE-D6C6-4215-FB58-988DC15FF8F3}"/>
              </a:ext>
            </a:extLst>
          </p:cNvPr>
          <p:cNvGrpSpPr/>
          <p:nvPr/>
        </p:nvGrpSpPr>
        <p:grpSpPr>
          <a:xfrm>
            <a:off x="6601907" y="2198592"/>
            <a:ext cx="933393" cy="271678"/>
            <a:chOff x="3560104" y="4920983"/>
            <a:chExt cx="918647" cy="267385"/>
          </a:xfrm>
        </p:grpSpPr>
        <p:cxnSp>
          <p:nvCxnSpPr>
            <p:cNvPr id="235" name="Straight Arrow Connector 234">
              <a:extLst>
                <a:ext uri="{FF2B5EF4-FFF2-40B4-BE49-F238E27FC236}">
                  <a16:creationId xmlns:a16="http://schemas.microsoft.com/office/drawing/2014/main" id="{95031878-60E2-3A92-FE1E-AE778712869A}"/>
                </a:ext>
              </a:extLst>
            </p:cNvPr>
            <p:cNvCxnSpPr>
              <a:cxnSpLocks/>
              <a:stCxn id="243" idx="1"/>
              <a:endCxn id="224" idx="0"/>
            </p:cNvCxnSpPr>
            <p:nvPr/>
          </p:nvCxnSpPr>
          <p:spPr>
            <a:xfrm>
              <a:off x="4334752" y="4995396"/>
              <a:ext cx="143999" cy="19297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41" name="Straight Arrow Connector 240">
              <a:extLst>
                <a:ext uri="{FF2B5EF4-FFF2-40B4-BE49-F238E27FC236}">
                  <a16:creationId xmlns:a16="http://schemas.microsoft.com/office/drawing/2014/main" id="{1D36B186-7DF7-4F58-A384-7B3149007EEB}"/>
                </a:ext>
              </a:extLst>
            </p:cNvPr>
            <p:cNvCxnSpPr>
              <a:cxnSpLocks/>
              <a:stCxn id="245" idx="1"/>
              <a:endCxn id="216" idx="0"/>
            </p:cNvCxnSpPr>
            <p:nvPr/>
          </p:nvCxnSpPr>
          <p:spPr>
            <a:xfrm flipH="1">
              <a:off x="3560104" y="4994613"/>
              <a:ext cx="175857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6628EEF1-4CD9-3858-7BA9-242E8EF39E7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43" name="Rectangle 25">
                <a:extLst>
                  <a:ext uri="{FF2B5EF4-FFF2-40B4-BE49-F238E27FC236}">
                    <a16:creationId xmlns:a16="http://schemas.microsoft.com/office/drawing/2014/main" id="{CEBD472E-89C7-CEF0-8B53-185A4D54FE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44" name="Rectangle 29">
                <a:extLst>
                  <a:ext uri="{FF2B5EF4-FFF2-40B4-BE49-F238E27FC236}">
                    <a16:creationId xmlns:a16="http://schemas.microsoft.com/office/drawing/2014/main" id="{FFB66B6F-99D5-7F6B-9E87-2544E38247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45" name="Rectangle 29">
                <a:extLst>
                  <a:ext uri="{FF2B5EF4-FFF2-40B4-BE49-F238E27FC236}">
                    <a16:creationId xmlns:a16="http://schemas.microsoft.com/office/drawing/2014/main" id="{51F728A4-5A15-95C2-6AC2-B60D36F07C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46" name="Group 254">
            <a:extLst>
              <a:ext uri="{FF2B5EF4-FFF2-40B4-BE49-F238E27FC236}">
                <a16:creationId xmlns:a16="http://schemas.microsoft.com/office/drawing/2014/main" id="{87629504-DD13-73ED-B6C9-53705D199868}"/>
              </a:ext>
            </a:extLst>
          </p:cNvPr>
          <p:cNvGrpSpPr>
            <a:grpSpLocks noChangeAspect="1"/>
          </p:cNvGrpSpPr>
          <p:nvPr/>
        </p:nvGrpSpPr>
        <p:grpSpPr>
          <a:xfrm>
            <a:off x="4555459" y="1945406"/>
            <a:ext cx="280226" cy="161260"/>
            <a:chOff x="8421867" y="1904979"/>
            <a:chExt cx="347879" cy="255573"/>
          </a:xfrm>
        </p:grpSpPr>
        <p:sp>
          <p:nvSpPr>
            <p:cNvPr id="250" name="Rectangle 60">
              <a:extLst>
                <a:ext uri="{FF2B5EF4-FFF2-40B4-BE49-F238E27FC236}">
                  <a16:creationId xmlns:a16="http://schemas.microsoft.com/office/drawing/2014/main" id="{17583FCC-83EC-CDB8-EE73-BDC8EAFD5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53" name="Group 719">
              <a:extLst>
                <a:ext uri="{FF2B5EF4-FFF2-40B4-BE49-F238E27FC236}">
                  <a16:creationId xmlns:a16="http://schemas.microsoft.com/office/drawing/2014/main" id="{850D52F7-BBB5-4D36-5944-E37FAE72E7AE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97CF2D30-CD1C-BB88-4080-88AA597D301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74AEB70E-779E-571C-8F9D-81046BBCEA0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F8835BED-72D3-11DD-AA0A-DFE26E79BE8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31D8F460-76F2-B644-A2C9-3B57C0AED59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54" name="Trapezoid 136">
              <a:extLst>
                <a:ext uri="{FF2B5EF4-FFF2-40B4-BE49-F238E27FC236}">
                  <a16:creationId xmlns:a16="http://schemas.microsoft.com/office/drawing/2014/main" id="{E7790F59-F2A4-47A1-F4D1-9CCACACA4D6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61" name="Group 254">
            <a:extLst>
              <a:ext uri="{FF2B5EF4-FFF2-40B4-BE49-F238E27FC236}">
                <a16:creationId xmlns:a16="http://schemas.microsoft.com/office/drawing/2014/main" id="{C6361B6E-ADCF-163A-1BEF-8962F91254ED}"/>
              </a:ext>
            </a:extLst>
          </p:cNvPr>
          <p:cNvGrpSpPr>
            <a:grpSpLocks noChangeAspect="1"/>
          </p:cNvGrpSpPr>
          <p:nvPr/>
        </p:nvGrpSpPr>
        <p:grpSpPr>
          <a:xfrm>
            <a:off x="5488851" y="1945406"/>
            <a:ext cx="280226" cy="161260"/>
            <a:chOff x="8421867" y="1904979"/>
            <a:chExt cx="347879" cy="255573"/>
          </a:xfrm>
        </p:grpSpPr>
        <p:sp>
          <p:nvSpPr>
            <p:cNvPr id="262" name="Rectangle 60">
              <a:extLst>
                <a:ext uri="{FF2B5EF4-FFF2-40B4-BE49-F238E27FC236}">
                  <a16:creationId xmlns:a16="http://schemas.microsoft.com/office/drawing/2014/main" id="{751C87F5-32A9-93E4-1418-85FF273C2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63" name="Group 719">
              <a:extLst>
                <a:ext uri="{FF2B5EF4-FFF2-40B4-BE49-F238E27FC236}">
                  <a16:creationId xmlns:a16="http://schemas.microsoft.com/office/drawing/2014/main" id="{C1C16156-05DA-6DCE-3CFD-F50B3692489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3826AE2A-62A7-4102-FB02-CB5D5B862B3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EDC754A2-115B-AACF-9430-65A713A3749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91FD8F2F-63A9-F813-0F06-3598E5492BE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3" name="Straight Connector 362">
                <a:extLst>
                  <a:ext uri="{FF2B5EF4-FFF2-40B4-BE49-F238E27FC236}">
                    <a16:creationId xmlns:a16="http://schemas.microsoft.com/office/drawing/2014/main" id="{E676FF65-D098-7456-D1FB-AE64EA6784E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64" name="Trapezoid 136">
              <a:extLst>
                <a:ext uri="{FF2B5EF4-FFF2-40B4-BE49-F238E27FC236}">
                  <a16:creationId xmlns:a16="http://schemas.microsoft.com/office/drawing/2014/main" id="{9F51A0C9-2EDC-9B64-4782-D8536F5EDDE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BA2E6770-D9BC-59BB-7AF5-452198F82DEA}"/>
              </a:ext>
            </a:extLst>
          </p:cNvPr>
          <p:cNvGrpSpPr/>
          <p:nvPr/>
        </p:nvGrpSpPr>
        <p:grpSpPr>
          <a:xfrm>
            <a:off x="4695572" y="1682190"/>
            <a:ext cx="933392" cy="263216"/>
            <a:chOff x="3560105" y="4920983"/>
            <a:chExt cx="918646" cy="259057"/>
          </a:xfrm>
        </p:grpSpPr>
        <p:cxnSp>
          <p:nvCxnSpPr>
            <p:cNvPr id="366" name="Straight Arrow Connector 365">
              <a:extLst>
                <a:ext uri="{FF2B5EF4-FFF2-40B4-BE49-F238E27FC236}">
                  <a16:creationId xmlns:a16="http://schemas.microsoft.com/office/drawing/2014/main" id="{49B18709-9376-016E-6F91-748D53AAA691}"/>
                </a:ext>
              </a:extLst>
            </p:cNvPr>
            <p:cNvCxnSpPr>
              <a:cxnSpLocks/>
              <a:stCxn id="377" idx="0"/>
              <a:endCxn id="262" idx="0"/>
            </p:cNvCxnSpPr>
            <p:nvPr/>
          </p:nvCxnSpPr>
          <p:spPr>
            <a:xfrm>
              <a:off x="4288158" y="4974136"/>
              <a:ext cx="190593" cy="20590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67" name="Straight Arrow Connector 366">
              <a:extLst>
                <a:ext uri="{FF2B5EF4-FFF2-40B4-BE49-F238E27FC236}">
                  <a16:creationId xmlns:a16="http://schemas.microsoft.com/office/drawing/2014/main" id="{69A9DB42-3B8A-6788-5142-59D72CE7D167}"/>
                </a:ext>
              </a:extLst>
            </p:cNvPr>
            <p:cNvCxnSpPr>
              <a:cxnSpLocks/>
              <a:stCxn id="379" idx="1"/>
              <a:endCxn id="250" idx="0"/>
            </p:cNvCxnSpPr>
            <p:nvPr/>
          </p:nvCxnSpPr>
          <p:spPr>
            <a:xfrm flipH="1">
              <a:off x="3560105" y="4994613"/>
              <a:ext cx="175856" cy="17709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91A5F49A-E81D-67A9-7984-667403B7043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76" name="Rectangle 25">
                <a:extLst>
                  <a:ext uri="{FF2B5EF4-FFF2-40B4-BE49-F238E27FC236}">
                    <a16:creationId xmlns:a16="http://schemas.microsoft.com/office/drawing/2014/main" id="{D43D7628-D811-5BD1-38CE-3AE75CE655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77" name="Rectangle 29">
                <a:extLst>
                  <a:ext uri="{FF2B5EF4-FFF2-40B4-BE49-F238E27FC236}">
                    <a16:creationId xmlns:a16="http://schemas.microsoft.com/office/drawing/2014/main" id="{ABA6D291-9F53-6DC4-D5B7-CBE6EDED2A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79" name="Rectangle 29">
                <a:extLst>
                  <a:ext uri="{FF2B5EF4-FFF2-40B4-BE49-F238E27FC236}">
                    <a16:creationId xmlns:a16="http://schemas.microsoft.com/office/drawing/2014/main" id="{E5A8C23D-4BA8-D948-AB02-93716813DF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381" name="Group 254">
            <a:extLst>
              <a:ext uri="{FF2B5EF4-FFF2-40B4-BE49-F238E27FC236}">
                <a16:creationId xmlns:a16="http://schemas.microsoft.com/office/drawing/2014/main" id="{347080F3-7CCB-F0E8-FE69-05803283A577}"/>
              </a:ext>
            </a:extLst>
          </p:cNvPr>
          <p:cNvGrpSpPr>
            <a:grpSpLocks noChangeAspect="1"/>
          </p:cNvGrpSpPr>
          <p:nvPr/>
        </p:nvGrpSpPr>
        <p:grpSpPr>
          <a:xfrm>
            <a:off x="6430129" y="1945406"/>
            <a:ext cx="280226" cy="161260"/>
            <a:chOff x="8421867" y="1904979"/>
            <a:chExt cx="347879" cy="255573"/>
          </a:xfrm>
        </p:grpSpPr>
        <p:sp>
          <p:nvSpPr>
            <p:cNvPr id="382" name="Rectangle 60">
              <a:extLst>
                <a:ext uri="{FF2B5EF4-FFF2-40B4-BE49-F238E27FC236}">
                  <a16:creationId xmlns:a16="http://schemas.microsoft.com/office/drawing/2014/main" id="{B1CE27AD-8EF0-FFE8-4545-BB1E270AA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83" name="Group 719">
              <a:extLst>
                <a:ext uri="{FF2B5EF4-FFF2-40B4-BE49-F238E27FC236}">
                  <a16:creationId xmlns:a16="http://schemas.microsoft.com/office/drawing/2014/main" id="{FDAE86AF-96D7-2EAC-42F0-57356C76552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85" name="Straight Connector 384">
                <a:extLst>
                  <a:ext uri="{FF2B5EF4-FFF2-40B4-BE49-F238E27FC236}">
                    <a16:creationId xmlns:a16="http://schemas.microsoft.com/office/drawing/2014/main" id="{5AFB8F30-A353-7D15-C33D-273C88C14E6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2236C20C-618F-B637-B4A6-2A277D91869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8FC34CB7-7320-78C3-F2E3-A9025FB25F3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CA9806AA-D012-B481-63E9-4341335F3E3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84" name="Trapezoid 136">
              <a:extLst>
                <a:ext uri="{FF2B5EF4-FFF2-40B4-BE49-F238E27FC236}">
                  <a16:creationId xmlns:a16="http://schemas.microsoft.com/office/drawing/2014/main" id="{9092D42F-AE1E-B6DB-26A9-A89B44D39898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94" name="Group 254">
            <a:extLst>
              <a:ext uri="{FF2B5EF4-FFF2-40B4-BE49-F238E27FC236}">
                <a16:creationId xmlns:a16="http://schemas.microsoft.com/office/drawing/2014/main" id="{74BC4B31-2D81-8BF4-4248-F4D046CB9656}"/>
              </a:ext>
            </a:extLst>
          </p:cNvPr>
          <p:cNvGrpSpPr>
            <a:grpSpLocks noChangeAspect="1"/>
          </p:cNvGrpSpPr>
          <p:nvPr/>
        </p:nvGrpSpPr>
        <p:grpSpPr>
          <a:xfrm>
            <a:off x="7363522" y="1945406"/>
            <a:ext cx="280226" cy="161260"/>
            <a:chOff x="8421867" y="1904979"/>
            <a:chExt cx="347879" cy="255573"/>
          </a:xfrm>
        </p:grpSpPr>
        <p:sp>
          <p:nvSpPr>
            <p:cNvPr id="395" name="Rectangle 60">
              <a:extLst>
                <a:ext uri="{FF2B5EF4-FFF2-40B4-BE49-F238E27FC236}">
                  <a16:creationId xmlns:a16="http://schemas.microsoft.com/office/drawing/2014/main" id="{23A89E66-224A-6E2E-2069-3B3D33AE6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6" name="Group 719">
              <a:extLst>
                <a:ext uri="{FF2B5EF4-FFF2-40B4-BE49-F238E27FC236}">
                  <a16:creationId xmlns:a16="http://schemas.microsoft.com/office/drawing/2014/main" id="{EF75A1DF-2D72-DF21-057B-F7EC7713740B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B763F1F9-8F5F-8AB2-88B3-96688B7546C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9" name="Straight Connector 398">
                <a:extLst>
                  <a:ext uri="{FF2B5EF4-FFF2-40B4-BE49-F238E27FC236}">
                    <a16:creationId xmlns:a16="http://schemas.microsoft.com/office/drawing/2014/main" id="{9186DA6D-294D-AA74-CB27-1BD91F51529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36EB4A14-CA49-079D-181F-8B404EE96F1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DA79AA34-1E1C-5CB2-124C-30938290967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97" name="Trapezoid 136">
              <a:extLst>
                <a:ext uri="{FF2B5EF4-FFF2-40B4-BE49-F238E27FC236}">
                  <a16:creationId xmlns:a16="http://schemas.microsoft.com/office/drawing/2014/main" id="{2812650C-B06E-4F38-4F67-8CE7BDA3E3C7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D7396898-3BB8-9DAB-1E13-DA1816CFA66C}"/>
              </a:ext>
            </a:extLst>
          </p:cNvPr>
          <p:cNvGrpSpPr/>
          <p:nvPr/>
        </p:nvGrpSpPr>
        <p:grpSpPr>
          <a:xfrm>
            <a:off x="6570242" y="1682190"/>
            <a:ext cx="933393" cy="263216"/>
            <a:chOff x="3560104" y="4920983"/>
            <a:chExt cx="918647" cy="259057"/>
          </a:xfrm>
        </p:grpSpPr>
        <p:cxnSp>
          <p:nvCxnSpPr>
            <p:cNvPr id="405" name="Straight Arrow Connector 404">
              <a:extLst>
                <a:ext uri="{FF2B5EF4-FFF2-40B4-BE49-F238E27FC236}">
                  <a16:creationId xmlns:a16="http://schemas.microsoft.com/office/drawing/2014/main" id="{9B2A9378-8F57-480C-5112-62B63E81CE2F}"/>
                </a:ext>
              </a:extLst>
            </p:cNvPr>
            <p:cNvCxnSpPr>
              <a:cxnSpLocks/>
              <a:stCxn id="409" idx="1"/>
              <a:endCxn id="395" idx="0"/>
            </p:cNvCxnSpPr>
            <p:nvPr/>
          </p:nvCxnSpPr>
          <p:spPr>
            <a:xfrm>
              <a:off x="4334752" y="4995396"/>
              <a:ext cx="143999" cy="18464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6" name="Straight Arrow Connector 405">
              <a:extLst>
                <a:ext uri="{FF2B5EF4-FFF2-40B4-BE49-F238E27FC236}">
                  <a16:creationId xmlns:a16="http://schemas.microsoft.com/office/drawing/2014/main" id="{03C8EBB2-B09C-0B2D-62EE-18791A0F21D6}"/>
                </a:ext>
              </a:extLst>
            </p:cNvPr>
            <p:cNvCxnSpPr>
              <a:cxnSpLocks/>
              <a:stCxn id="411" idx="1"/>
              <a:endCxn id="382" idx="0"/>
            </p:cNvCxnSpPr>
            <p:nvPr/>
          </p:nvCxnSpPr>
          <p:spPr>
            <a:xfrm flipH="1">
              <a:off x="3560104" y="4994613"/>
              <a:ext cx="175857" cy="17709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407" name="Group 406">
              <a:extLst>
                <a:ext uri="{FF2B5EF4-FFF2-40B4-BE49-F238E27FC236}">
                  <a16:creationId xmlns:a16="http://schemas.microsoft.com/office/drawing/2014/main" id="{4F07651D-599D-9106-D21D-DDC14E14AD6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409" name="Rectangle 25">
                <a:extLst>
                  <a:ext uri="{FF2B5EF4-FFF2-40B4-BE49-F238E27FC236}">
                    <a16:creationId xmlns:a16="http://schemas.microsoft.com/office/drawing/2014/main" id="{1113CE72-8A7E-6F64-52E3-B186F19C40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410" name="Rectangle 29">
                <a:extLst>
                  <a:ext uri="{FF2B5EF4-FFF2-40B4-BE49-F238E27FC236}">
                    <a16:creationId xmlns:a16="http://schemas.microsoft.com/office/drawing/2014/main" id="{E986AB5E-904A-4EAA-0436-055B5AFA2F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411" name="Rectangle 29">
                <a:extLst>
                  <a:ext uri="{FF2B5EF4-FFF2-40B4-BE49-F238E27FC236}">
                    <a16:creationId xmlns:a16="http://schemas.microsoft.com/office/drawing/2014/main" id="{29350E56-0BEF-F73A-5152-73A850848C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27" name="Connector: Elbow 426">
            <a:extLst>
              <a:ext uri="{FF2B5EF4-FFF2-40B4-BE49-F238E27FC236}">
                <a16:creationId xmlns:a16="http://schemas.microsoft.com/office/drawing/2014/main" id="{8FBB88F5-FA27-3ED0-239C-A204AC57988B}"/>
              </a:ext>
            </a:extLst>
          </p:cNvPr>
          <p:cNvCxnSpPr>
            <a:stCxn id="1525" idx="2"/>
            <a:endCxn id="250" idx="1"/>
          </p:cNvCxnSpPr>
          <p:nvPr/>
        </p:nvCxnSpPr>
        <p:spPr>
          <a:xfrm rot="10800000" flipV="1">
            <a:off x="4555459" y="1399318"/>
            <a:ext cx="639520" cy="626717"/>
          </a:xfrm>
          <a:prstGeom prst="bentConnector3">
            <a:avLst>
              <a:gd name="adj1" fmla="val 135746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29" name="Connector: Elbow 428">
            <a:extLst>
              <a:ext uri="{FF2B5EF4-FFF2-40B4-BE49-F238E27FC236}">
                <a16:creationId xmlns:a16="http://schemas.microsoft.com/office/drawing/2014/main" id="{236E4EC8-A4EF-16C9-9741-AF78B6AD9862}"/>
              </a:ext>
            </a:extLst>
          </p:cNvPr>
          <p:cNvCxnSpPr>
            <a:cxnSpLocks/>
            <a:stCxn id="1524" idx="3"/>
            <a:endCxn id="395" idx="3"/>
          </p:cNvCxnSpPr>
          <p:nvPr/>
        </p:nvCxnSpPr>
        <p:spPr>
          <a:xfrm>
            <a:off x="7093585" y="1398433"/>
            <a:ext cx="550163" cy="627603"/>
          </a:xfrm>
          <a:prstGeom prst="bentConnector3">
            <a:avLst>
              <a:gd name="adj1" fmla="val 141551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33" name="Straight Arrow Connector 432">
            <a:extLst>
              <a:ext uri="{FF2B5EF4-FFF2-40B4-BE49-F238E27FC236}">
                <a16:creationId xmlns:a16="http://schemas.microsoft.com/office/drawing/2014/main" id="{D62620FA-8E57-577A-29E6-2C58559F7C26}"/>
              </a:ext>
            </a:extLst>
          </p:cNvPr>
          <p:cNvCxnSpPr>
            <a:stCxn id="376" idx="2"/>
            <a:endCxn id="205" idx="0"/>
          </p:cNvCxnSpPr>
          <p:nvPr/>
        </p:nvCxnSpPr>
        <p:spPr>
          <a:xfrm>
            <a:off x="5161977" y="1833405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Arrow Connector 434">
            <a:extLst>
              <a:ext uri="{FF2B5EF4-FFF2-40B4-BE49-F238E27FC236}">
                <a16:creationId xmlns:a16="http://schemas.microsoft.com/office/drawing/2014/main" id="{61A2A0BD-E77A-4F2C-D428-3F32544A4E37}"/>
              </a:ext>
            </a:extLst>
          </p:cNvPr>
          <p:cNvCxnSpPr>
            <a:stCxn id="205" idx="2"/>
            <a:endCxn id="210" idx="0"/>
          </p:cNvCxnSpPr>
          <p:nvPr/>
        </p:nvCxnSpPr>
        <p:spPr>
          <a:xfrm>
            <a:off x="5193642" y="2349807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TextBox 439">
            <a:extLst>
              <a:ext uri="{FF2B5EF4-FFF2-40B4-BE49-F238E27FC236}">
                <a16:creationId xmlns:a16="http://schemas.microsoft.com/office/drawing/2014/main" id="{1355AA61-D221-D826-A9A5-207509CD9748}"/>
              </a:ext>
            </a:extLst>
          </p:cNvPr>
          <p:cNvSpPr txBox="1"/>
          <p:nvPr/>
        </p:nvSpPr>
        <p:spPr>
          <a:xfrm>
            <a:off x="4056656" y="2620690"/>
            <a:ext cx="7312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aggregation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98C3C723-9061-98CC-E43C-2711DFFB6A0A}"/>
              </a:ext>
            </a:extLst>
          </p:cNvPr>
          <p:cNvSpPr txBox="1"/>
          <p:nvPr/>
        </p:nvSpPr>
        <p:spPr>
          <a:xfrm>
            <a:off x="5556364" y="2105977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Partition parallel</a:t>
            </a:r>
          </a:p>
          <a:p>
            <a:r>
              <a:rPr lang="en-GB" sz="800" dirty="0"/>
              <a:t>(decomposition)</a:t>
            </a:r>
          </a:p>
        </p:txBody>
      </p: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CFDBDDD7-E489-2750-E8E3-BF0273DEC69F}"/>
              </a:ext>
            </a:extLst>
          </p:cNvPr>
          <p:cNvCxnSpPr/>
          <p:nvPr/>
        </p:nvCxnSpPr>
        <p:spPr>
          <a:xfrm>
            <a:off x="7041577" y="1833405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Straight Arrow Connector 442">
            <a:extLst>
              <a:ext uri="{FF2B5EF4-FFF2-40B4-BE49-F238E27FC236}">
                <a16:creationId xmlns:a16="http://schemas.microsoft.com/office/drawing/2014/main" id="{2662A632-E2E3-1D82-4486-52494E10BF4B}"/>
              </a:ext>
            </a:extLst>
          </p:cNvPr>
          <p:cNvCxnSpPr/>
          <p:nvPr/>
        </p:nvCxnSpPr>
        <p:spPr>
          <a:xfrm>
            <a:off x="7073242" y="2349807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9" name="Straight Connector 1568">
            <a:extLst>
              <a:ext uri="{FF2B5EF4-FFF2-40B4-BE49-F238E27FC236}">
                <a16:creationId xmlns:a16="http://schemas.microsoft.com/office/drawing/2014/main" id="{102F36FA-5B88-255F-7544-1ADBB855ED9C}"/>
              </a:ext>
            </a:extLst>
          </p:cNvPr>
          <p:cNvCxnSpPr>
            <a:cxnSpLocks/>
          </p:cNvCxnSpPr>
          <p:nvPr/>
        </p:nvCxnSpPr>
        <p:spPr>
          <a:xfrm flipH="1">
            <a:off x="6412505" y="584200"/>
            <a:ext cx="22492" cy="2576576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3" name="TextBox 412">
            <a:extLst>
              <a:ext uri="{FF2B5EF4-FFF2-40B4-BE49-F238E27FC236}">
                <a16:creationId xmlns:a16="http://schemas.microsoft.com/office/drawing/2014/main" id="{7D23D4BC-02A2-6203-DCDC-96B970974AF9}"/>
              </a:ext>
            </a:extLst>
          </p:cNvPr>
          <p:cNvSpPr txBox="1"/>
          <p:nvPr/>
        </p:nvSpPr>
        <p:spPr>
          <a:xfrm>
            <a:off x="3935608" y="2218716"/>
            <a:ext cx="7626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/>
              <a:t>SNPP</a:t>
            </a:r>
          </a:p>
        </p:txBody>
      </p:sp>
      <p:sp>
        <p:nvSpPr>
          <p:cNvPr id="414" name="TextBox 413">
            <a:extLst>
              <a:ext uri="{FF2B5EF4-FFF2-40B4-BE49-F238E27FC236}">
                <a16:creationId xmlns:a16="http://schemas.microsoft.com/office/drawing/2014/main" id="{2C3248F6-7B41-6B76-63AA-6CD046250926}"/>
              </a:ext>
            </a:extLst>
          </p:cNvPr>
          <p:cNvSpPr txBox="1"/>
          <p:nvPr/>
        </p:nvSpPr>
        <p:spPr>
          <a:xfrm>
            <a:off x="3935608" y="880853"/>
            <a:ext cx="7626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/>
              <a:t>SNP</a:t>
            </a:r>
          </a:p>
        </p:txBody>
      </p:sp>
    </p:spTree>
    <p:extLst>
      <p:ext uri="{BB962C8B-B14F-4D97-AF65-F5344CB8AC3E}">
        <p14:creationId xmlns:p14="http://schemas.microsoft.com/office/powerpoint/2010/main" val="41631322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DD9E2-A1B8-7A9A-75CD-14BB10A5C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72DE4-5A12-2E0F-61A0-B499C85BA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3605"/>
          </a:xfrm>
        </p:spPr>
        <p:txBody>
          <a:bodyPr>
            <a:normAutofit fontScale="90000"/>
          </a:bodyPr>
          <a:lstStyle/>
          <a:p>
            <a:r>
              <a:rPr lang="en-GB" dirty="0"/>
              <a:t>Proposal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92308B7-B443-DB08-B817-6601CDAF7B38}"/>
              </a:ext>
            </a:extLst>
          </p:cNvPr>
          <p:cNvSpPr/>
          <p:nvPr/>
        </p:nvSpPr>
        <p:spPr>
          <a:xfrm>
            <a:off x="5588272" y="3456935"/>
            <a:ext cx="1119125" cy="2793520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30E3ACF-D3C4-9C63-CD1F-DD2D14682E77}"/>
              </a:ext>
            </a:extLst>
          </p:cNvPr>
          <p:cNvSpPr/>
          <p:nvPr/>
        </p:nvSpPr>
        <p:spPr>
          <a:xfrm>
            <a:off x="3738425" y="3435973"/>
            <a:ext cx="1049521" cy="28144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7" name="Group 254">
            <a:extLst>
              <a:ext uri="{FF2B5EF4-FFF2-40B4-BE49-F238E27FC236}">
                <a16:creationId xmlns:a16="http://schemas.microsoft.com/office/drawing/2014/main" id="{9BD9EB7E-F1DF-45D4-A92B-BFFB94B939FF}"/>
              </a:ext>
            </a:extLst>
          </p:cNvPr>
          <p:cNvGrpSpPr>
            <a:grpSpLocks noChangeAspect="1"/>
          </p:cNvGrpSpPr>
          <p:nvPr/>
        </p:nvGrpSpPr>
        <p:grpSpPr>
          <a:xfrm>
            <a:off x="3854838" y="6038976"/>
            <a:ext cx="280226" cy="161260"/>
            <a:chOff x="8421867" y="1904979"/>
            <a:chExt cx="347879" cy="255573"/>
          </a:xfrm>
        </p:grpSpPr>
        <p:sp>
          <p:nvSpPr>
            <p:cNvPr id="38" name="Rectangle 60">
              <a:extLst>
                <a:ext uri="{FF2B5EF4-FFF2-40B4-BE49-F238E27FC236}">
                  <a16:creationId xmlns:a16="http://schemas.microsoft.com/office/drawing/2014/main" id="{BFCAE3CB-3C78-71D0-E963-9933E3007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" name="Group 719">
              <a:extLst>
                <a:ext uri="{FF2B5EF4-FFF2-40B4-BE49-F238E27FC236}">
                  <a16:creationId xmlns:a16="http://schemas.microsoft.com/office/drawing/2014/main" id="{A403B028-3AAC-4068-C294-3706B530AB84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4EB1ED2-64F9-CC1C-6452-99B1B292313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17D99CB7-3379-0C24-5F6C-40439E84E72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E7991E21-0EBA-D788-3A7B-DBCA8C1E65A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565EF6-CBEA-1FFB-FB57-89EC7A023CF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0" name="Trapezoid 113">
              <a:extLst>
                <a:ext uri="{FF2B5EF4-FFF2-40B4-BE49-F238E27FC236}">
                  <a16:creationId xmlns:a16="http://schemas.microsoft.com/office/drawing/2014/main" id="{26A0289F-31A1-4391-65C1-FD18132ED69B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6029761-815E-F956-11DE-3EDC4E1790BB}"/>
              </a:ext>
            </a:extLst>
          </p:cNvPr>
          <p:cNvGrpSpPr/>
          <p:nvPr/>
        </p:nvGrpSpPr>
        <p:grpSpPr>
          <a:xfrm>
            <a:off x="3855598" y="5675756"/>
            <a:ext cx="276281" cy="173735"/>
            <a:chOff x="3417117" y="2447654"/>
            <a:chExt cx="362556" cy="22798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9C9FDAA-6877-F8F1-5C3B-31B3BDEDC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BD143B43-6700-567F-11F4-EA94D8A39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" name="Trapezoid 110">
              <a:extLst>
                <a:ext uri="{FF2B5EF4-FFF2-40B4-BE49-F238E27FC236}">
                  <a16:creationId xmlns:a16="http://schemas.microsoft.com/office/drawing/2014/main" id="{67928AA3-B876-5EDA-D8E4-8472EC9DCDFC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814B06A-5572-4DBF-F6C5-913C51E00529}"/>
              </a:ext>
            </a:extLst>
          </p:cNvPr>
          <p:cNvCxnSpPr>
            <a:cxnSpLocks/>
            <a:stCxn id="46" idx="2"/>
            <a:endCxn id="38" idx="0"/>
          </p:cNvCxnSpPr>
          <p:nvPr/>
        </p:nvCxnSpPr>
        <p:spPr>
          <a:xfrm>
            <a:off x="3993739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50" name="Group 254">
            <a:extLst>
              <a:ext uri="{FF2B5EF4-FFF2-40B4-BE49-F238E27FC236}">
                <a16:creationId xmlns:a16="http://schemas.microsoft.com/office/drawing/2014/main" id="{C8F6624F-2E98-3DC1-CECC-33A12D757F26}"/>
              </a:ext>
            </a:extLst>
          </p:cNvPr>
          <p:cNvGrpSpPr>
            <a:grpSpLocks noChangeAspect="1"/>
          </p:cNvGrpSpPr>
          <p:nvPr/>
        </p:nvGrpSpPr>
        <p:grpSpPr>
          <a:xfrm>
            <a:off x="4426280" y="6038976"/>
            <a:ext cx="280226" cy="161260"/>
            <a:chOff x="8421867" y="1904979"/>
            <a:chExt cx="347879" cy="255573"/>
          </a:xfrm>
        </p:grpSpPr>
        <p:sp>
          <p:nvSpPr>
            <p:cNvPr id="236" name="Rectangle 60">
              <a:extLst>
                <a:ext uri="{FF2B5EF4-FFF2-40B4-BE49-F238E27FC236}">
                  <a16:creationId xmlns:a16="http://schemas.microsoft.com/office/drawing/2014/main" id="{38FD225B-FD4F-7549-5A10-E874FFD037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7" name="Group 719">
              <a:extLst>
                <a:ext uri="{FF2B5EF4-FFF2-40B4-BE49-F238E27FC236}">
                  <a16:creationId xmlns:a16="http://schemas.microsoft.com/office/drawing/2014/main" id="{7DAE459A-57EB-88E2-FB4E-EDFBF5E059F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E8E5B779-DD72-CCE3-0797-CBBECAF5291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F3A12266-FCD6-1A49-D768-86392952066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C56C1077-E717-CFE4-63DF-69DC7856E2B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09D19FB3-06D1-9D74-C369-C9828EBBE06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38" name="Trapezoid 149">
              <a:extLst>
                <a:ext uri="{FF2B5EF4-FFF2-40B4-BE49-F238E27FC236}">
                  <a16:creationId xmlns:a16="http://schemas.microsoft.com/office/drawing/2014/main" id="{CB0D13FB-1F3F-C218-6385-43260BBDC231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17D83234-AF6A-2B29-567B-A67E11697975}"/>
              </a:ext>
            </a:extLst>
          </p:cNvPr>
          <p:cNvCxnSpPr>
            <a:cxnSpLocks/>
            <a:stCxn id="739" idx="2"/>
            <a:endCxn id="236" idx="0"/>
          </p:cNvCxnSpPr>
          <p:nvPr/>
        </p:nvCxnSpPr>
        <p:spPr>
          <a:xfrm>
            <a:off x="4565182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FC7EABD5-FA05-CC8B-9E8C-F57DBAD2AED2}"/>
              </a:ext>
            </a:extLst>
          </p:cNvPr>
          <p:cNvGrpSpPr/>
          <p:nvPr/>
        </p:nvGrpSpPr>
        <p:grpSpPr>
          <a:xfrm>
            <a:off x="4421460" y="4946379"/>
            <a:ext cx="276281" cy="173735"/>
            <a:chOff x="3417117" y="2447654"/>
            <a:chExt cx="362556" cy="227987"/>
          </a:xfrm>
        </p:grpSpPr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9B94DD48-6F46-A816-B5DF-E7B521A3DF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FE4CAB43-A799-CAD9-8929-A9CDA528F1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8" name="Trapezoid 170">
              <a:extLst>
                <a:ext uri="{FF2B5EF4-FFF2-40B4-BE49-F238E27FC236}">
                  <a16:creationId xmlns:a16="http://schemas.microsoft.com/office/drawing/2014/main" id="{369C9DE0-3172-1107-8A99-0D885890B9D1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0014427E-BA32-105C-1536-8772A6E59F1E}"/>
              </a:ext>
            </a:extLst>
          </p:cNvPr>
          <p:cNvCxnSpPr>
            <a:cxnSpLocks/>
            <a:stCxn id="252" idx="2"/>
            <a:endCxn id="739" idx="2"/>
          </p:cNvCxnSpPr>
          <p:nvPr/>
        </p:nvCxnSpPr>
        <p:spPr>
          <a:xfrm>
            <a:off x="4559600" y="5120113"/>
            <a:ext cx="5581" cy="72937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72" name="Group 254">
            <a:extLst>
              <a:ext uri="{FF2B5EF4-FFF2-40B4-BE49-F238E27FC236}">
                <a16:creationId xmlns:a16="http://schemas.microsoft.com/office/drawing/2014/main" id="{EF9C9704-36D0-D4FB-115E-3A9A55E23715}"/>
              </a:ext>
            </a:extLst>
          </p:cNvPr>
          <p:cNvGrpSpPr>
            <a:grpSpLocks noChangeAspect="1"/>
          </p:cNvGrpSpPr>
          <p:nvPr/>
        </p:nvGrpSpPr>
        <p:grpSpPr>
          <a:xfrm>
            <a:off x="5735672" y="6035378"/>
            <a:ext cx="280226" cy="161260"/>
            <a:chOff x="8421867" y="1904979"/>
            <a:chExt cx="347879" cy="255573"/>
          </a:xfrm>
        </p:grpSpPr>
        <p:sp>
          <p:nvSpPr>
            <p:cNvPr id="288" name="Rectangle 60">
              <a:extLst>
                <a:ext uri="{FF2B5EF4-FFF2-40B4-BE49-F238E27FC236}">
                  <a16:creationId xmlns:a16="http://schemas.microsoft.com/office/drawing/2014/main" id="{FA898CDA-501A-9B1E-23EC-733060CA12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89" name="Group 719">
              <a:extLst>
                <a:ext uri="{FF2B5EF4-FFF2-40B4-BE49-F238E27FC236}">
                  <a16:creationId xmlns:a16="http://schemas.microsoft.com/office/drawing/2014/main" id="{3DB35191-22E9-E7AB-BC27-025118A8F4D6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A061BD35-4377-78B1-A73E-996C83E6595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90D3A8B4-2054-5038-2863-7678C88B0C1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7C7C768E-6622-7F3B-4676-CE3BEA5BA16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E940AA21-CDD7-3C7D-B7F7-121B55DA4F1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90" name="Trapezoid 221">
              <a:extLst>
                <a:ext uri="{FF2B5EF4-FFF2-40B4-BE49-F238E27FC236}">
                  <a16:creationId xmlns:a16="http://schemas.microsoft.com/office/drawing/2014/main" id="{46DA50A3-FE70-7935-D70B-78F804856E4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B66735AF-48AB-7DB1-257A-11DD3800F5FF}"/>
              </a:ext>
            </a:extLst>
          </p:cNvPr>
          <p:cNvGrpSpPr/>
          <p:nvPr/>
        </p:nvGrpSpPr>
        <p:grpSpPr>
          <a:xfrm>
            <a:off x="5736433" y="5672157"/>
            <a:ext cx="276281" cy="173735"/>
            <a:chOff x="3417117" y="2447654"/>
            <a:chExt cx="362556" cy="227987"/>
          </a:xfrm>
        </p:grpSpPr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D580FDA2-1D0E-873E-456D-749F1AF15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C6D67996-5485-1DFE-3195-C4A4F472B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8" name="Trapezoid 229">
              <a:extLst>
                <a:ext uri="{FF2B5EF4-FFF2-40B4-BE49-F238E27FC236}">
                  <a16:creationId xmlns:a16="http://schemas.microsoft.com/office/drawing/2014/main" id="{C981C7DD-BE7A-46B2-6B85-3475679A64DC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14D26805-9900-642F-8A6F-DF0045DDBFA4}"/>
              </a:ext>
            </a:extLst>
          </p:cNvPr>
          <p:cNvCxnSpPr>
            <a:cxnSpLocks/>
            <a:stCxn id="296" idx="2"/>
            <a:endCxn id="288" idx="0"/>
          </p:cNvCxnSpPr>
          <p:nvPr/>
        </p:nvCxnSpPr>
        <p:spPr>
          <a:xfrm>
            <a:off x="5874574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07" name="Group 254">
            <a:extLst>
              <a:ext uri="{FF2B5EF4-FFF2-40B4-BE49-F238E27FC236}">
                <a16:creationId xmlns:a16="http://schemas.microsoft.com/office/drawing/2014/main" id="{DF42D5B7-B4EA-E671-C948-369027C011CD}"/>
              </a:ext>
            </a:extLst>
          </p:cNvPr>
          <p:cNvGrpSpPr>
            <a:grpSpLocks noChangeAspect="1"/>
          </p:cNvGrpSpPr>
          <p:nvPr/>
        </p:nvGrpSpPr>
        <p:grpSpPr>
          <a:xfrm>
            <a:off x="5730091" y="5306001"/>
            <a:ext cx="280226" cy="161260"/>
            <a:chOff x="8421867" y="1904979"/>
            <a:chExt cx="347879" cy="255573"/>
          </a:xfrm>
        </p:grpSpPr>
        <p:sp>
          <p:nvSpPr>
            <p:cNvPr id="309" name="Rectangle 60">
              <a:extLst>
                <a:ext uri="{FF2B5EF4-FFF2-40B4-BE49-F238E27FC236}">
                  <a16:creationId xmlns:a16="http://schemas.microsoft.com/office/drawing/2014/main" id="{D02AB9F6-FF62-5164-417E-546337F08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10" name="Group 719">
              <a:extLst>
                <a:ext uri="{FF2B5EF4-FFF2-40B4-BE49-F238E27FC236}">
                  <a16:creationId xmlns:a16="http://schemas.microsoft.com/office/drawing/2014/main" id="{9BB8B197-3284-81B3-3B1D-F329F35C772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5A04993F-EA9B-5209-D426-A2AC6508051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D1D6AFDC-C6F1-A40C-B897-A0D73CD9952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4" name="Straight Connector 313">
                <a:extLst>
                  <a:ext uri="{FF2B5EF4-FFF2-40B4-BE49-F238E27FC236}">
                    <a16:creationId xmlns:a16="http://schemas.microsoft.com/office/drawing/2014/main" id="{550CE0ED-D972-E8F7-A28F-85B93313490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0179AE40-5826-79C3-4238-CD0CD4F17CC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11" name="Trapezoid 243">
              <a:extLst>
                <a:ext uri="{FF2B5EF4-FFF2-40B4-BE49-F238E27FC236}">
                  <a16:creationId xmlns:a16="http://schemas.microsoft.com/office/drawing/2014/main" id="{36360D6F-502E-161A-DCBB-C5AC6A617754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5F463B54-7E2A-42AE-BDE8-248FA23DC2FA}"/>
              </a:ext>
            </a:extLst>
          </p:cNvPr>
          <p:cNvGrpSpPr/>
          <p:nvPr/>
        </p:nvGrpSpPr>
        <p:grpSpPr>
          <a:xfrm>
            <a:off x="5730852" y="4942781"/>
            <a:ext cx="276281" cy="173735"/>
            <a:chOff x="3417117" y="2447654"/>
            <a:chExt cx="362556" cy="227987"/>
          </a:xfrm>
        </p:grpSpPr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3D6001D0-3EA1-B0E6-077F-7A7823E76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50833F0A-8B3B-0B27-BF55-EB8EA53E2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4" name="Trapezoid 257">
              <a:extLst>
                <a:ext uri="{FF2B5EF4-FFF2-40B4-BE49-F238E27FC236}">
                  <a16:creationId xmlns:a16="http://schemas.microsoft.com/office/drawing/2014/main" id="{C1477312-D612-C3BE-A568-1B4C5295AB0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5C07CD05-200E-DE5B-32DD-52416383A464}"/>
              </a:ext>
            </a:extLst>
          </p:cNvPr>
          <p:cNvCxnSpPr>
            <a:cxnSpLocks/>
            <a:stCxn id="317" idx="2"/>
            <a:endCxn id="309" idx="0"/>
          </p:cNvCxnSpPr>
          <p:nvPr/>
        </p:nvCxnSpPr>
        <p:spPr>
          <a:xfrm>
            <a:off x="5868993" y="5116515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26" name="Group 254">
            <a:extLst>
              <a:ext uri="{FF2B5EF4-FFF2-40B4-BE49-F238E27FC236}">
                <a16:creationId xmlns:a16="http://schemas.microsoft.com/office/drawing/2014/main" id="{904E49FC-57EB-AE8A-14D2-407BDC8C6271}"/>
              </a:ext>
            </a:extLst>
          </p:cNvPr>
          <p:cNvGrpSpPr>
            <a:grpSpLocks noChangeAspect="1"/>
          </p:cNvGrpSpPr>
          <p:nvPr/>
        </p:nvGrpSpPr>
        <p:grpSpPr>
          <a:xfrm>
            <a:off x="6300393" y="6035378"/>
            <a:ext cx="280226" cy="161260"/>
            <a:chOff x="8421867" y="1904979"/>
            <a:chExt cx="347879" cy="255573"/>
          </a:xfrm>
        </p:grpSpPr>
        <p:sp>
          <p:nvSpPr>
            <p:cNvPr id="327" name="Rectangle 60">
              <a:extLst>
                <a:ext uri="{FF2B5EF4-FFF2-40B4-BE49-F238E27FC236}">
                  <a16:creationId xmlns:a16="http://schemas.microsoft.com/office/drawing/2014/main" id="{B12C243D-9DF1-334B-5FF4-84AD81AB9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28" name="Group 719">
              <a:extLst>
                <a:ext uri="{FF2B5EF4-FFF2-40B4-BE49-F238E27FC236}">
                  <a16:creationId xmlns:a16="http://schemas.microsoft.com/office/drawing/2014/main" id="{01A6A149-AD40-76E4-DA27-6E116B5443C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86C4E70E-7BC8-A6A8-CAA7-9FBA74A0B9F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C4B7DC29-300E-AED1-7DFA-0FE3FD29E65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DDF8460B-85D1-07E4-23AD-7244587FE1B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B2232BF7-DABD-1FAF-D79B-FAD6D320925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29" name="Trapezoid 275">
              <a:extLst>
                <a:ext uri="{FF2B5EF4-FFF2-40B4-BE49-F238E27FC236}">
                  <a16:creationId xmlns:a16="http://schemas.microsoft.com/office/drawing/2014/main" id="{3BA24F9D-AAA6-6139-3453-7652ADA357C8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652FF448-8501-843D-AF7A-BD22988EA791}"/>
              </a:ext>
            </a:extLst>
          </p:cNvPr>
          <p:cNvGrpSpPr/>
          <p:nvPr/>
        </p:nvGrpSpPr>
        <p:grpSpPr>
          <a:xfrm>
            <a:off x="6301154" y="5672157"/>
            <a:ext cx="276281" cy="173735"/>
            <a:chOff x="3417117" y="2447654"/>
            <a:chExt cx="362556" cy="227987"/>
          </a:xfrm>
        </p:grpSpPr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0B86643A-F273-1960-FDFE-9D54F9694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79CE9C7C-64B9-C0FF-748F-26FB43BDDA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7" name="Trapezoid 283">
              <a:extLst>
                <a:ext uri="{FF2B5EF4-FFF2-40B4-BE49-F238E27FC236}">
                  <a16:creationId xmlns:a16="http://schemas.microsoft.com/office/drawing/2014/main" id="{7656EB01-AD3D-182C-6663-E51E2DB64C44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B2B6B8B6-24B3-7B1B-062F-6547AFDDEEEC}"/>
              </a:ext>
            </a:extLst>
          </p:cNvPr>
          <p:cNvCxnSpPr>
            <a:cxnSpLocks/>
            <a:stCxn id="335" idx="2"/>
            <a:endCxn id="327" idx="0"/>
          </p:cNvCxnSpPr>
          <p:nvPr/>
        </p:nvCxnSpPr>
        <p:spPr>
          <a:xfrm>
            <a:off x="6439295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39" name="Rectangle 25">
            <a:extLst>
              <a:ext uri="{FF2B5EF4-FFF2-40B4-BE49-F238E27FC236}">
                <a16:creationId xmlns:a16="http://schemas.microsoft.com/office/drawing/2014/main" id="{F0DAA0D1-C24D-4A87-9626-965217D34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2568" y="4810269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40" name="Rectangle 29">
            <a:extLst>
              <a:ext uri="{FF2B5EF4-FFF2-40B4-BE49-F238E27FC236}">
                <a16:creationId xmlns:a16="http://schemas.microsoft.com/office/drawing/2014/main" id="{75C05F7B-55CC-6099-E5DA-9BCC29136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663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41" name="Rectangle 29">
            <a:extLst>
              <a:ext uri="{FF2B5EF4-FFF2-40B4-BE49-F238E27FC236}">
                <a16:creationId xmlns:a16="http://schemas.microsoft.com/office/drawing/2014/main" id="{75932A64-EC58-9E19-90FA-0D0D8D236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55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36E84C03-6EB4-91A8-C5EB-4522433AF950}"/>
              </a:ext>
            </a:extLst>
          </p:cNvPr>
          <p:cNvCxnSpPr>
            <a:cxnSpLocks/>
            <a:stCxn id="340" idx="2"/>
            <a:endCxn id="252" idx="0"/>
          </p:cNvCxnSpPr>
          <p:nvPr/>
        </p:nvCxnSpPr>
        <p:spPr>
          <a:xfrm flipH="1">
            <a:off x="4559599" y="4851095"/>
            <a:ext cx="377039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343" name="Straight Arrow Connector 342">
            <a:extLst>
              <a:ext uri="{FF2B5EF4-FFF2-40B4-BE49-F238E27FC236}">
                <a16:creationId xmlns:a16="http://schemas.microsoft.com/office/drawing/2014/main" id="{8114474E-4208-8231-E43E-A2DF9F0A3875}"/>
              </a:ext>
            </a:extLst>
          </p:cNvPr>
          <p:cNvCxnSpPr>
            <a:cxnSpLocks/>
            <a:stCxn id="341" idx="6"/>
            <a:endCxn id="317" idx="0"/>
          </p:cNvCxnSpPr>
          <p:nvPr/>
        </p:nvCxnSpPr>
        <p:spPr>
          <a:xfrm>
            <a:off x="5463641" y="4851094"/>
            <a:ext cx="405352" cy="9168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44" name="Rectangle 135">
            <a:extLst>
              <a:ext uri="{FF2B5EF4-FFF2-40B4-BE49-F238E27FC236}">
                <a16:creationId xmlns:a16="http://schemas.microsoft.com/office/drawing/2014/main" id="{A63C07FD-4179-D83F-A568-9277AB1DF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091" y="4903940"/>
            <a:ext cx="64755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C9889D55-C300-9F53-B6D5-9E925A33CCE8}"/>
              </a:ext>
            </a:extLst>
          </p:cNvPr>
          <p:cNvSpPr/>
          <p:nvPr/>
        </p:nvSpPr>
        <p:spPr>
          <a:xfrm>
            <a:off x="7483073" y="3441031"/>
            <a:ext cx="1052401" cy="2809424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46" name="Group 254">
            <a:extLst>
              <a:ext uri="{FF2B5EF4-FFF2-40B4-BE49-F238E27FC236}">
                <a16:creationId xmlns:a16="http://schemas.microsoft.com/office/drawing/2014/main" id="{77065B6B-495E-7B57-00CF-E58A8797D367}"/>
              </a:ext>
            </a:extLst>
          </p:cNvPr>
          <p:cNvGrpSpPr>
            <a:grpSpLocks noChangeAspect="1"/>
          </p:cNvGrpSpPr>
          <p:nvPr/>
        </p:nvGrpSpPr>
        <p:grpSpPr>
          <a:xfrm>
            <a:off x="7588243" y="6036396"/>
            <a:ext cx="280226" cy="161260"/>
            <a:chOff x="8421867" y="1904979"/>
            <a:chExt cx="347879" cy="255573"/>
          </a:xfrm>
        </p:grpSpPr>
        <p:sp>
          <p:nvSpPr>
            <p:cNvPr id="347" name="Rectangle 60">
              <a:extLst>
                <a:ext uri="{FF2B5EF4-FFF2-40B4-BE49-F238E27FC236}">
                  <a16:creationId xmlns:a16="http://schemas.microsoft.com/office/drawing/2014/main" id="{68E6FED0-C1AE-AF3C-1A8D-20377CBAE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48" name="Group 719">
              <a:extLst>
                <a:ext uri="{FF2B5EF4-FFF2-40B4-BE49-F238E27FC236}">
                  <a16:creationId xmlns:a16="http://schemas.microsoft.com/office/drawing/2014/main" id="{1C22B622-F64E-8C30-92D4-6768B4907EC9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50" name="Straight Connector 349">
                <a:extLst>
                  <a:ext uri="{FF2B5EF4-FFF2-40B4-BE49-F238E27FC236}">
                    <a16:creationId xmlns:a16="http://schemas.microsoft.com/office/drawing/2014/main" id="{52FEF33E-2953-851A-864A-12AE5CBE28A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1" name="Straight Connector 350">
                <a:extLst>
                  <a:ext uri="{FF2B5EF4-FFF2-40B4-BE49-F238E27FC236}">
                    <a16:creationId xmlns:a16="http://schemas.microsoft.com/office/drawing/2014/main" id="{FFBCCF49-5541-55B5-E987-02F384CA7BB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2" name="Straight Connector 351">
                <a:extLst>
                  <a:ext uri="{FF2B5EF4-FFF2-40B4-BE49-F238E27FC236}">
                    <a16:creationId xmlns:a16="http://schemas.microsoft.com/office/drawing/2014/main" id="{8DC19037-AFAD-D0A7-DF7E-1FE4B7E79B9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30C7DB02-F56B-AAD1-F088-5DACF992177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49" name="Trapezoid 442">
              <a:extLst>
                <a:ext uri="{FF2B5EF4-FFF2-40B4-BE49-F238E27FC236}">
                  <a16:creationId xmlns:a16="http://schemas.microsoft.com/office/drawing/2014/main" id="{45504454-466B-A219-D64E-36D4D07E002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81AAC44C-C18F-DBE8-61D5-60D200ED75F7}"/>
              </a:ext>
            </a:extLst>
          </p:cNvPr>
          <p:cNvGrpSpPr/>
          <p:nvPr/>
        </p:nvGrpSpPr>
        <p:grpSpPr>
          <a:xfrm>
            <a:off x="7583423" y="4943798"/>
            <a:ext cx="276281" cy="173735"/>
            <a:chOff x="3417117" y="2447654"/>
            <a:chExt cx="362556" cy="227987"/>
          </a:xfrm>
        </p:grpSpPr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EC19BAEC-FC23-2E41-38DF-F8ECB22E67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3CA716B1-5857-C297-DCC6-B9E9226EB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7" name="Trapezoid 463">
              <a:extLst>
                <a:ext uri="{FF2B5EF4-FFF2-40B4-BE49-F238E27FC236}">
                  <a16:creationId xmlns:a16="http://schemas.microsoft.com/office/drawing/2014/main" id="{F5A49EDB-E7BF-1E66-A636-CDBC2413D2E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8" name="Group 254">
            <a:extLst>
              <a:ext uri="{FF2B5EF4-FFF2-40B4-BE49-F238E27FC236}">
                <a16:creationId xmlns:a16="http://schemas.microsoft.com/office/drawing/2014/main" id="{5DCB5B90-29D9-38AD-1CDC-28287100F561}"/>
              </a:ext>
            </a:extLst>
          </p:cNvPr>
          <p:cNvGrpSpPr>
            <a:grpSpLocks noChangeAspect="1"/>
          </p:cNvGrpSpPr>
          <p:nvPr/>
        </p:nvGrpSpPr>
        <p:grpSpPr>
          <a:xfrm>
            <a:off x="8144895" y="6036396"/>
            <a:ext cx="280226" cy="161260"/>
            <a:chOff x="8421867" y="1904979"/>
            <a:chExt cx="347879" cy="255573"/>
          </a:xfrm>
        </p:grpSpPr>
        <p:sp>
          <p:nvSpPr>
            <p:cNvPr id="359" name="Rectangle 60">
              <a:extLst>
                <a:ext uri="{FF2B5EF4-FFF2-40B4-BE49-F238E27FC236}">
                  <a16:creationId xmlns:a16="http://schemas.microsoft.com/office/drawing/2014/main" id="{53C74BBD-EAF0-2B16-07CF-F8419513D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60" name="Group 719">
              <a:extLst>
                <a:ext uri="{FF2B5EF4-FFF2-40B4-BE49-F238E27FC236}">
                  <a16:creationId xmlns:a16="http://schemas.microsoft.com/office/drawing/2014/main" id="{5A8ABBB7-7C3B-5C24-FAB9-2B0BE055373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68" name="Straight Connector 367">
                <a:extLst>
                  <a:ext uri="{FF2B5EF4-FFF2-40B4-BE49-F238E27FC236}">
                    <a16:creationId xmlns:a16="http://schemas.microsoft.com/office/drawing/2014/main" id="{FD3B5B7B-C8CF-964A-CE10-91F4EE2D716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9" name="Straight Connector 368">
                <a:extLst>
                  <a:ext uri="{FF2B5EF4-FFF2-40B4-BE49-F238E27FC236}">
                    <a16:creationId xmlns:a16="http://schemas.microsoft.com/office/drawing/2014/main" id="{AB72AB59-AA8B-7441-7E09-1D615137F34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D520A6B7-4762-C713-B189-270D2B1A956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1" name="Straight Connector 370">
                <a:extLst>
                  <a:ext uri="{FF2B5EF4-FFF2-40B4-BE49-F238E27FC236}">
                    <a16:creationId xmlns:a16="http://schemas.microsoft.com/office/drawing/2014/main" id="{3088EF60-80B1-311F-579C-88F535C0DC6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61" name="Trapezoid 481">
              <a:extLst>
                <a:ext uri="{FF2B5EF4-FFF2-40B4-BE49-F238E27FC236}">
                  <a16:creationId xmlns:a16="http://schemas.microsoft.com/office/drawing/2014/main" id="{4149E0DE-1C7A-16FD-AABA-9A00128A914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A58A1857-BCE5-98CA-B555-9906EEFFA7F8}"/>
              </a:ext>
            </a:extLst>
          </p:cNvPr>
          <p:cNvGrpSpPr/>
          <p:nvPr/>
        </p:nvGrpSpPr>
        <p:grpSpPr>
          <a:xfrm>
            <a:off x="8145656" y="5673174"/>
            <a:ext cx="276281" cy="173735"/>
            <a:chOff x="3417117" y="2447654"/>
            <a:chExt cx="362556" cy="227987"/>
          </a:xfrm>
        </p:grpSpPr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E99147F6-B7EE-8E5E-9F7F-A45104D87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14AB2096-9A4D-EEF6-8BF0-B3B166549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7" name="Trapezoid 489">
              <a:extLst>
                <a:ext uri="{FF2B5EF4-FFF2-40B4-BE49-F238E27FC236}">
                  <a16:creationId xmlns:a16="http://schemas.microsoft.com/office/drawing/2014/main" id="{2A7EDA01-C798-6F00-6536-D8D7BD0EBDAA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FBCBEF94-E091-1443-9A58-A7523CDB9DA4}"/>
              </a:ext>
            </a:extLst>
          </p:cNvPr>
          <p:cNvCxnSpPr>
            <a:cxnSpLocks/>
            <a:stCxn id="373" idx="2"/>
            <a:endCxn id="359" idx="0"/>
          </p:cNvCxnSpPr>
          <p:nvPr/>
        </p:nvCxnSpPr>
        <p:spPr>
          <a:xfrm>
            <a:off x="8283797" y="584690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89" name="Group 254">
            <a:extLst>
              <a:ext uri="{FF2B5EF4-FFF2-40B4-BE49-F238E27FC236}">
                <a16:creationId xmlns:a16="http://schemas.microsoft.com/office/drawing/2014/main" id="{2D29945E-366F-8D10-EA40-1AC74A235DA7}"/>
              </a:ext>
            </a:extLst>
          </p:cNvPr>
          <p:cNvGrpSpPr>
            <a:grpSpLocks noChangeAspect="1"/>
          </p:cNvGrpSpPr>
          <p:nvPr/>
        </p:nvGrpSpPr>
        <p:grpSpPr>
          <a:xfrm>
            <a:off x="6296096" y="5319973"/>
            <a:ext cx="280226" cy="161260"/>
            <a:chOff x="8421867" y="1904979"/>
            <a:chExt cx="347879" cy="255573"/>
          </a:xfrm>
        </p:grpSpPr>
        <p:sp>
          <p:nvSpPr>
            <p:cNvPr id="390" name="Rectangle 60">
              <a:extLst>
                <a:ext uri="{FF2B5EF4-FFF2-40B4-BE49-F238E27FC236}">
                  <a16:creationId xmlns:a16="http://schemas.microsoft.com/office/drawing/2014/main" id="{37D2863A-9205-3404-D239-BB37ED587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415" name="Group 719">
              <a:extLst>
                <a:ext uri="{FF2B5EF4-FFF2-40B4-BE49-F238E27FC236}">
                  <a16:creationId xmlns:a16="http://schemas.microsoft.com/office/drawing/2014/main" id="{A1E33AD9-0CD2-9FD3-6E31-F37E7F58CB64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7" name="Straight Connector 416">
                <a:extLst>
                  <a:ext uri="{FF2B5EF4-FFF2-40B4-BE49-F238E27FC236}">
                    <a16:creationId xmlns:a16="http://schemas.microsoft.com/office/drawing/2014/main" id="{B88C1370-04AE-9A5D-E155-002F758ABE7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8" name="Straight Connector 437">
                <a:extLst>
                  <a:ext uri="{FF2B5EF4-FFF2-40B4-BE49-F238E27FC236}">
                    <a16:creationId xmlns:a16="http://schemas.microsoft.com/office/drawing/2014/main" id="{AE2C7873-6F3B-D143-E569-E9B2FD96C8F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52" name="Straight Connector 451">
                <a:extLst>
                  <a:ext uri="{FF2B5EF4-FFF2-40B4-BE49-F238E27FC236}">
                    <a16:creationId xmlns:a16="http://schemas.microsoft.com/office/drawing/2014/main" id="{B5BA0BA2-D11E-5C97-5AF7-27ACC578F77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65" name="Straight Connector 464">
                <a:extLst>
                  <a:ext uri="{FF2B5EF4-FFF2-40B4-BE49-F238E27FC236}">
                    <a16:creationId xmlns:a16="http://schemas.microsoft.com/office/drawing/2014/main" id="{25E6DD86-CD71-62C3-AFEC-2B86897915C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16" name="Trapezoid 513">
              <a:extLst>
                <a:ext uri="{FF2B5EF4-FFF2-40B4-BE49-F238E27FC236}">
                  <a16:creationId xmlns:a16="http://schemas.microsoft.com/office/drawing/2014/main" id="{18DF3CDA-94B8-2636-A41A-6AC742E73388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D7120434-3439-0A28-DC6C-BD5602211D77}"/>
              </a:ext>
            </a:extLst>
          </p:cNvPr>
          <p:cNvGrpSpPr/>
          <p:nvPr/>
        </p:nvGrpSpPr>
        <p:grpSpPr>
          <a:xfrm>
            <a:off x="6296856" y="4956753"/>
            <a:ext cx="276281" cy="173735"/>
            <a:chOff x="3417117" y="2447654"/>
            <a:chExt cx="362556" cy="227987"/>
          </a:xfrm>
        </p:grpSpPr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C00E55A0-519E-B7A5-C1DC-688491BFE1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7FA637BE-B7E2-5321-B73B-17A4AF3157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7" name="Trapezoid 521">
              <a:extLst>
                <a:ext uri="{FF2B5EF4-FFF2-40B4-BE49-F238E27FC236}">
                  <a16:creationId xmlns:a16="http://schemas.microsoft.com/office/drawing/2014/main" id="{BD1ADD95-2C07-8586-496F-C65678C2E6D6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B4C634C8-E707-BB4F-7B34-6A0443DD818D}"/>
              </a:ext>
            </a:extLst>
          </p:cNvPr>
          <p:cNvCxnSpPr>
            <a:cxnSpLocks/>
            <a:stCxn id="475" idx="2"/>
            <a:endCxn id="390" idx="0"/>
          </p:cNvCxnSpPr>
          <p:nvPr/>
        </p:nvCxnSpPr>
        <p:spPr>
          <a:xfrm>
            <a:off x="6434998" y="5130486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00" name="Rectangle 25">
            <a:extLst>
              <a:ext uri="{FF2B5EF4-FFF2-40B4-BE49-F238E27FC236}">
                <a16:creationId xmlns:a16="http://schemas.microsoft.com/office/drawing/2014/main" id="{24D13739-B9D5-FF6B-2D7C-C7FAB9C89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693" y="4820642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45" name="Rectangle 29">
            <a:extLst>
              <a:ext uri="{FF2B5EF4-FFF2-40B4-BE49-F238E27FC236}">
                <a16:creationId xmlns:a16="http://schemas.microsoft.com/office/drawing/2014/main" id="{D98C0D8D-E8F6-6D1A-50BA-5C227DF82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764" y="483175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46" name="Rectangle 29">
            <a:extLst>
              <a:ext uri="{FF2B5EF4-FFF2-40B4-BE49-F238E27FC236}">
                <a16:creationId xmlns:a16="http://schemas.microsoft.com/office/drawing/2014/main" id="{D294B879-2714-0C29-60C7-FB49AF388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199" y="483135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47" name="Straight Arrow Connector 546">
            <a:extLst>
              <a:ext uri="{FF2B5EF4-FFF2-40B4-BE49-F238E27FC236}">
                <a16:creationId xmlns:a16="http://schemas.microsoft.com/office/drawing/2014/main" id="{F38C92CA-9510-C142-4F8F-1EC7D1687431}"/>
              </a:ext>
            </a:extLst>
          </p:cNvPr>
          <p:cNvCxnSpPr>
            <a:cxnSpLocks/>
            <a:stCxn id="545" idx="2"/>
            <a:endCxn id="475" idx="0"/>
          </p:cNvCxnSpPr>
          <p:nvPr/>
        </p:nvCxnSpPr>
        <p:spPr>
          <a:xfrm flipH="1">
            <a:off x="6434997" y="4861468"/>
            <a:ext cx="376767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D85DCB51-D9C5-7DCE-0D60-8F1DB89FBD53}"/>
              </a:ext>
            </a:extLst>
          </p:cNvPr>
          <p:cNvCxnSpPr>
            <a:cxnSpLocks/>
            <a:stCxn id="546" idx="6"/>
            <a:endCxn id="355" idx="0"/>
          </p:cNvCxnSpPr>
          <p:nvPr/>
        </p:nvCxnSpPr>
        <p:spPr>
          <a:xfrm>
            <a:off x="7353280" y="4861066"/>
            <a:ext cx="368284" cy="827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84" name="Rectangle 135">
            <a:extLst>
              <a:ext uri="{FF2B5EF4-FFF2-40B4-BE49-F238E27FC236}">
                <a16:creationId xmlns:a16="http://schemas.microsoft.com/office/drawing/2014/main" id="{7D4982D0-D9B6-9194-01DD-96CF6C972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6446" y="4907581"/>
            <a:ext cx="62031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585" name="Rectangle 25">
            <a:extLst>
              <a:ext uri="{FF2B5EF4-FFF2-40B4-BE49-F238E27FC236}">
                <a16:creationId xmlns:a16="http://schemas.microsoft.com/office/drawing/2014/main" id="{941315FB-8A3A-DB32-4849-FEE1D20A0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6982" y="5540558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86" name="Rectangle 29">
            <a:extLst>
              <a:ext uri="{FF2B5EF4-FFF2-40B4-BE49-F238E27FC236}">
                <a16:creationId xmlns:a16="http://schemas.microsoft.com/office/drawing/2014/main" id="{F7351F2A-CF55-1A7F-E72B-F85C4958E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1052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87" name="Rectangle 29">
            <a:extLst>
              <a:ext uri="{FF2B5EF4-FFF2-40B4-BE49-F238E27FC236}">
                <a16:creationId xmlns:a16="http://schemas.microsoft.com/office/drawing/2014/main" id="{A48674CE-9575-D874-2565-3DB594A45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973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88" name="Straight Arrow Connector 587">
            <a:extLst>
              <a:ext uri="{FF2B5EF4-FFF2-40B4-BE49-F238E27FC236}">
                <a16:creationId xmlns:a16="http://schemas.microsoft.com/office/drawing/2014/main" id="{8B214C26-56EC-3D33-FECA-28094C4081A8}"/>
              </a:ext>
            </a:extLst>
          </p:cNvPr>
          <p:cNvCxnSpPr>
            <a:cxnSpLocks/>
            <a:stCxn id="586" idx="2"/>
            <a:endCxn id="739" idx="0"/>
          </p:cNvCxnSpPr>
          <p:nvPr/>
        </p:nvCxnSpPr>
        <p:spPr>
          <a:xfrm flipH="1">
            <a:off x="4565182" y="5581382"/>
            <a:ext cx="375871" cy="9437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603" name="Straight Arrow Connector 602">
            <a:extLst>
              <a:ext uri="{FF2B5EF4-FFF2-40B4-BE49-F238E27FC236}">
                <a16:creationId xmlns:a16="http://schemas.microsoft.com/office/drawing/2014/main" id="{AD167021-91A7-1D79-2830-CAA80F47162A}"/>
              </a:ext>
            </a:extLst>
          </p:cNvPr>
          <p:cNvCxnSpPr>
            <a:cxnSpLocks/>
            <a:stCxn id="587" idx="6"/>
            <a:endCxn id="296" idx="0"/>
          </p:cNvCxnSpPr>
          <p:nvPr/>
        </p:nvCxnSpPr>
        <p:spPr>
          <a:xfrm>
            <a:off x="5468056" y="5581383"/>
            <a:ext cx="406520" cy="90774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635" name="Rectangle 135">
            <a:extLst>
              <a:ext uri="{FF2B5EF4-FFF2-40B4-BE49-F238E27FC236}">
                <a16:creationId xmlns:a16="http://schemas.microsoft.com/office/drawing/2014/main" id="{4822A33D-5335-AC61-85E3-7C5B7A9D9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7350" y="5224423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636" name="Rectangle 25">
            <a:extLst>
              <a:ext uri="{FF2B5EF4-FFF2-40B4-BE49-F238E27FC236}">
                <a16:creationId xmlns:a16="http://schemas.microsoft.com/office/drawing/2014/main" id="{407103B4-6D0E-3787-FA7F-004B95827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576" y="5547151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37" name="Rectangle 29">
            <a:extLst>
              <a:ext uri="{FF2B5EF4-FFF2-40B4-BE49-F238E27FC236}">
                <a16:creationId xmlns:a16="http://schemas.microsoft.com/office/drawing/2014/main" id="{654EC658-D0D7-0919-E9DB-0F4BE1393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648" y="555826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639" name="Rectangle 29">
            <a:extLst>
              <a:ext uri="{FF2B5EF4-FFF2-40B4-BE49-F238E27FC236}">
                <a16:creationId xmlns:a16="http://schemas.microsoft.com/office/drawing/2014/main" id="{7EEA41A1-2484-B213-451B-3E7C8B5ED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729" y="556444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717" name="Straight Arrow Connector 716">
            <a:extLst>
              <a:ext uri="{FF2B5EF4-FFF2-40B4-BE49-F238E27FC236}">
                <a16:creationId xmlns:a16="http://schemas.microsoft.com/office/drawing/2014/main" id="{9E9D2749-6FBD-490E-64A8-8F970157B2B4}"/>
              </a:ext>
            </a:extLst>
          </p:cNvPr>
          <p:cNvCxnSpPr>
            <a:cxnSpLocks/>
            <a:stCxn id="637" idx="2"/>
            <a:endCxn id="335" idx="0"/>
          </p:cNvCxnSpPr>
          <p:nvPr/>
        </p:nvCxnSpPr>
        <p:spPr>
          <a:xfrm flipH="1">
            <a:off x="6439295" y="5587976"/>
            <a:ext cx="372353" cy="8418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18" name="Straight Arrow Connector 717">
            <a:extLst>
              <a:ext uri="{FF2B5EF4-FFF2-40B4-BE49-F238E27FC236}">
                <a16:creationId xmlns:a16="http://schemas.microsoft.com/office/drawing/2014/main" id="{FC4188A2-591D-FF30-8DA3-326246188216}"/>
              </a:ext>
            </a:extLst>
          </p:cNvPr>
          <p:cNvCxnSpPr>
            <a:cxnSpLocks/>
            <a:stCxn id="639" idx="6"/>
            <a:endCxn id="760" idx="0"/>
          </p:cNvCxnSpPr>
          <p:nvPr/>
        </p:nvCxnSpPr>
        <p:spPr>
          <a:xfrm>
            <a:off x="7353811" y="5594155"/>
            <a:ext cx="373334" cy="7902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19" name="Rectangle 135">
            <a:extLst>
              <a:ext uri="{FF2B5EF4-FFF2-40B4-BE49-F238E27FC236}">
                <a16:creationId xmlns:a16="http://schemas.microsoft.com/office/drawing/2014/main" id="{212F516C-896A-7786-7329-13F7B5565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7944" y="5231016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720" name="Straight Arrow Connector 719">
            <a:extLst>
              <a:ext uri="{FF2B5EF4-FFF2-40B4-BE49-F238E27FC236}">
                <a16:creationId xmlns:a16="http://schemas.microsoft.com/office/drawing/2014/main" id="{BC648B86-AC53-DB27-E8D6-FE157381571F}"/>
              </a:ext>
            </a:extLst>
          </p:cNvPr>
          <p:cNvCxnSpPr>
            <a:cxnSpLocks/>
            <a:stCxn id="1018" idx="2"/>
            <a:endCxn id="373" idx="0"/>
          </p:cNvCxnSpPr>
          <p:nvPr/>
        </p:nvCxnSpPr>
        <p:spPr>
          <a:xfrm flipH="1">
            <a:off x="8283796" y="3668541"/>
            <a:ext cx="7659" cy="200463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1" name="Straight Arrow Connector 720">
            <a:extLst>
              <a:ext uri="{FF2B5EF4-FFF2-40B4-BE49-F238E27FC236}">
                <a16:creationId xmlns:a16="http://schemas.microsoft.com/office/drawing/2014/main" id="{FB98F372-63AA-1F45-4B31-A3C9477BE6D8}"/>
              </a:ext>
            </a:extLst>
          </p:cNvPr>
          <p:cNvCxnSpPr>
            <a:cxnSpLocks/>
            <a:stCxn id="991" idx="2"/>
            <a:endCxn id="46" idx="0"/>
          </p:cNvCxnSpPr>
          <p:nvPr/>
        </p:nvCxnSpPr>
        <p:spPr>
          <a:xfrm>
            <a:off x="3990712" y="3673393"/>
            <a:ext cx="3027" cy="2002362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3" name="Straight Arrow Connector 722">
            <a:extLst>
              <a:ext uri="{FF2B5EF4-FFF2-40B4-BE49-F238E27FC236}">
                <a16:creationId xmlns:a16="http://schemas.microsoft.com/office/drawing/2014/main" id="{E50D6C5C-66AC-C861-0581-C187BB2CE8FC}"/>
              </a:ext>
            </a:extLst>
          </p:cNvPr>
          <p:cNvCxnSpPr>
            <a:cxnSpLocks/>
            <a:stCxn id="1265" idx="2"/>
            <a:endCxn id="252" idx="0"/>
          </p:cNvCxnSpPr>
          <p:nvPr/>
        </p:nvCxnSpPr>
        <p:spPr>
          <a:xfrm>
            <a:off x="4555459" y="3674969"/>
            <a:ext cx="4142" cy="127141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4" name="Straight Arrow Connector 723">
            <a:extLst>
              <a:ext uri="{FF2B5EF4-FFF2-40B4-BE49-F238E27FC236}">
                <a16:creationId xmlns:a16="http://schemas.microsoft.com/office/drawing/2014/main" id="{A6B6E9BC-1F89-9E1C-4C81-2FD3C8AF51CF}"/>
              </a:ext>
            </a:extLst>
          </p:cNvPr>
          <p:cNvCxnSpPr>
            <a:cxnSpLocks/>
            <a:stCxn id="1278" idx="2"/>
            <a:endCxn id="355" idx="0"/>
          </p:cNvCxnSpPr>
          <p:nvPr/>
        </p:nvCxnSpPr>
        <p:spPr>
          <a:xfrm>
            <a:off x="7710633" y="3671843"/>
            <a:ext cx="10931" cy="1271955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25" name="Rectangle 135">
            <a:extLst>
              <a:ext uri="{FF2B5EF4-FFF2-40B4-BE49-F238E27FC236}">
                <a16:creationId xmlns:a16="http://schemas.microsoft.com/office/drawing/2014/main" id="{CAAB315A-BF14-A136-C905-C52F18890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9786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ROADM2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6" name="Rectangle 135">
            <a:extLst>
              <a:ext uri="{FF2B5EF4-FFF2-40B4-BE49-F238E27FC236}">
                <a16:creationId xmlns:a16="http://schemas.microsoft.com/office/drawing/2014/main" id="{74718D9E-ED8E-27AF-04DD-3FCE398F8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5234" y="454479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ROADM3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7" name="Rectangle 135">
            <a:extLst>
              <a:ext uri="{FF2B5EF4-FFF2-40B4-BE49-F238E27FC236}">
                <a16:creationId xmlns:a16="http://schemas.microsoft.com/office/drawing/2014/main" id="{F12B7BB9-130F-9843-3B4C-B91AB05AE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4533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ROADM1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738" name="Group 737">
            <a:extLst>
              <a:ext uri="{FF2B5EF4-FFF2-40B4-BE49-F238E27FC236}">
                <a16:creationId xmlns:a16="http://schemas.microsoft.com/office/drawing/2014/main" id="{73EF5CDE-17AE-871B-ED7A-4B8E5DFB6124}"/>
              </a:ext>
            </a:extLst>
          </p:cNvPr>
          <p:cNvGrpSpPr/>
          <p:nvPr/>
        </p:nvGrpSpPr>
        <p:grpSpPr>
          <a:xfrm>
            <a:off x="4427041" y="5675756"/>
            <a:ext cx="276281" cy="173735"/>
            <a:chOff x="3417117" y="2447654"/>
            <a:chExt cx="362556" cy="227987"/>
          </a:xfrm>
        </p:grpSpPr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2445C9FE-D9BB-7A1E-1CA8-3EC2B6F93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40" name="Oval 739">
              <a:extLst>
                <a:ext uri="{FF2B5EF4-FFF2-40B4-BE49-F238E27FC236}">
                  <a16:creationId xmlns:a16="http://schemas.microsoft.com/office/drawing/2014/main" id="{42AA3E26-E453-D544-DF0B-6F93CC69A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4" name="Trapezoid 157">
              <a:extLst>
                <a:ext uri="{FF2B5EF4-FFF2-40B4-BE49-F238E27FC236}">
                  <a16:creationId xmlns:a16="http://schemas.microsoft.com/office/drawing/2014/main" id="{E1DE0675-F8CE-8D9B-ECCC-00505762FAC9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758" name="Straight Arrow Connector 757">
            <a:extLst>
              <a:ext uri="{FF2B5EF4-FFF2-40B4-BE49-F238E27FC236}">
                <a16:creationId xmlns:a16="http://schemas.microsoft.com/office/drawing/2014/main" id="{DF6348AA-D28B-A27C-1C4A-8AD44B60BD6A}"/>
              </a:ext>
            </a:extLst>
          </p:cNvPr>
          <p:cNvCxnSpPr>
            <a:cxnSpLocks/>
          </p:cNvCxnSpPr>
          <p:nvPr/>
        </p:nvCxnSpPr>
        <p:spPr>
          <a:xfrm>
            <a:off x="7721564" y="5117533"/>
            <a:ext cx="21969" cy="917846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759" name="Group 758">
            <a:extLst>
              <a:ext uri="{FF2B5EF4-FFF2-40B4-BE49-F238E27FC236}">
                <a16:creationId xmlns:a16="http://schemas.microsoft.com/office/drawing/2014/main" id="{D378244A-F789-56B4-B7B1-55D6EE9D7C5A}"/>
              </a:ext>
            </a:extLst>
          </p:cNvPr>
          <p:cNvGrpSpPr/>
          <p:nvPr/>
        </p:nvGrpSpPr>
        <p:grpSpPr>
          <a:xfrm>
            <a:off x="7589004" y="5673174"/>
            <a:ext cx="276281" cy="173735"/>
            <a:chOff x="3417117" y="2447654"/>
            <a:chExt cx="362556" cy="227987"/>
          </a:xfrm>
        </p:grpSpPr>
        <p:sp>
          <p:nvSpPr>
            <p:cNvPr id="760" name="Rectangle 759">
              <a:extLst>
                <a:ext uri="{FF2B5EF4-FFF2-40B4-BE49-F238E27FC236}">
                  <a16:creationId xmlns:a16="http://schemas.microsoft.com/office/drawing/2014/main" id="{3A36E793-EC3C-71FE-C5A4-ECFE0E90C5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61" name="Oval 760">
              <a:extLst>
                <a:ext uri="{FF2B5EF4-FFF2-40B4-BE49-F238E27FC236}">
                  <a16:creationId xmlns:a16="http://schemas.microsoft.com/office/drawing/2014/main" id="{ABBE95FE-A2FB-83A3-8F73-F348A2402B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2" name="Trapezoid 450">
              <a:extLst>
                <a:ext uri="{FF2B5EF4-FFF2-40B4-BE49-F238E27FC236}">
                  <a16:creationId xmlns:a16="http://schemas.microsoft.com/office/drawing/2014/main" id="{03433A87-2FE5-0E16-415E-D00483944DA0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63" name="Group 254">
            <a:extLst>
              <a:ext uri="{FF2B5EF4-FFF2-40B4-BE49-F238E27FC236}">
                <a16:creationId xmlns:a16="http://schemas.microsoft.com/office/drawing/2014/main" id="{6F66328D-5D2F-2DF2-E8FA-B23C3F79DAD8}"/>
              </a:ext>
            </a:extLst>
          </p:cNvPr>
          <p:cNvGrpSpPr>
            <a:grpSpLocks noChangeAspect="1"/>
          </p:cNvGrpSpPr>
          <p:nvPr/>
        </p:nvGrpSpPr>
        <p:grpSpPr>
          <a:xfrm>
            <a:off x="7582662" y="5307019"/>
            <a:ext cx="280226" cy="161260"/>
            <a:chOff x="8421867" y="1904979"/>
            <a:chExt cx="347879" cy="255573"/>
          </a:xfrm>
        </p:grpSpPr>
        <p:sp>
          <p:nvSpPr>
            <p:cNvPr id="764" name="Rectangle 60">
              <a:extLst>
                <a:ext uri="{FF2B5EF4-FFF2-40B4-BE49-F238E27FC236}">
                  <a16:creationId xmlns:a16="http://schemas.microsoft.com/office/drawing/2014/main" id="{96A1ACBA-284B-E1CB-C326-D1479EC50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766" name="Group 719">
              <a:extLst>
                <a:ext uri="{FF2B5EF4-FFF2-40B4-BE49-F238E27FC236}">
                  <a16:creationId xmlns:a16="http://schemas.microsoft.com/office/drawing/2014/main" id="{5F7C5080-D098-7A9F-A478-E883C293EC56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768" name="Straight Connector 767">
                <a:extLst>
                  <a:ext uri="{FF2B5EF4-FFF2-40B4-BE49-F238E27FC236}">
                    <a16:creationId xmlns:a16="http://schemas.microsoft.com/office/drawing/2014/main" id="{75FF4927-81C4-C419-D7DD-2524AAB12D3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69" name="Straight Connector 768">
                <a:extLst>
                  <a:ext uri="{FF2B5EF4-FFF2-40B4-BE49-F238E27FC236}">
                    <a16:creationId xmlns:a16="http://schemas.microsoft.com/office/drawing/2014/main" id="{DD83610F-2CC2-2610-EC46-331456F93E0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70" name="Straight Connector 769">
                <a:extLst>
                  <a:ext uri="{FF2B5EF4-FFF2-40B4-BE49-F238E27FC236}">
                    <a16:creationId xmlns:a16="http://schemas.microsoft.com/office/drawing/2014/main" id="{FCE78E54-D4DF-8577-BA7C-55CF134DDB4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04" name="Straight Connector 803">
                <a:extLst>
                  <a:ext uri="{FF2B5EF4-FFF2-40B4-BE49-F238E27FC236}">
                    <a16:creationId xmlns:a16="http://schemas.microsoft.com/office/drawing/2014/main" id="{5B5A47AB-FAD2-F8DB-B7BD-CBC745941B9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767" name="Trapezoid 455">
              <a:extLst>
                <a:ext uri="{FF2B5EF4-FFF2-40B4-BE49-F238E27FC236}">
                  <a16:creationId xmlns:a16="http://schemas.microsoft.com/office/drawing/2014/main" id="{95FC54A8-A193-0A97-C351-575CAF98064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805" name="Straight Arrow Connector 804">
            <a:extLst>
              <a:ext uri="{FF2B5EF4-FFF2-40B4-BE49-F238E27FC236}">
                <a16:creationId xmlns:a16="http://schemas.microsoft.com/office/drawing/2014/main" id="{C570A8EC-FC16-DBE6-0A09-686C7D1FD32E}"/>
              </a:ext>
            </a:extLst>
          </p:cNvPr>
          <p:cNvCxnSpPr>
            <a:cxnSpLocks/>
          </p:cNvCxnSpPr>
          <p:nvPr/>
        </p:nvCxnSpPr>
        <p:spPr>
          <a:xfrm>
            <a:off x="5870205" y="548021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06" name="Straight Arrow Connector 805">
            <a:extLst>
              <a:ext uri="{FF2B5EF4-FFF2-40B4-BE49-F238E27FC236}">
                <a16:creationId xmlns:a16="http://schemas.microsoft.com/office/drawing/2014/main" id="{8082DF7C-CB4F-279B-B764-EC5AFC43D2DB}"/>
              </a:ext>
            </a:extLst>
          </p:cNvPr>
          <p:cNvCxnSpPr>
            <a:cxnSpLocks/>
            <a:stCxn id="390" idx="2"/>
            <a:endCxn id="335" idx="0"/>
          </p:cNvCxnSpPr>
          <p:nvPr/>
        </p:nvCxnSpPr>
        <p:spPr>
          <a:xfrm>
            <a:off x="6436207" y="5481234"/>
            <a:ext cx="3087" cy="19092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15" name="Straight Arrow Connector 814">
            <a:extLst>
              <a:ext uri="{FF2B5EF4-FFF2-40B4-BE49-F238E27FC236}">
                <a16:creationId xmlns:a16="http://schemas.microsoft.com/office/drawing/2014/main" id="{117DE0DA-64C2-AE5B-E2F4-CB73278B47EE}"/>
              </a:ext>
            </a:extLst>
          </p:cNvPr>
          <p:cNvCxnSpPr>
            <a:cxnSpLocks/>
            <a:stCxn id="1288" idx="2"/>
            <a:endCxn id="317" idx="0"/>
          </p:cNvCxnSpPr>
          <p:nvPr/>
        </p:nvCxnSpPr>
        <p:spPr>
          <a:xfrm>
            <a:off x="5868332" y="3673393"/>
            <a:ext cx="660" cy="126938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77" name="Straight Arrow Connector 876">
            <a:extLst>
              <a:ext uri="{FF2B5EF4-FFF2-40B4-BE49-F238E27FC236}">
                <a16:creationId xmlns:a16="http://schemas.microsoft.com/office/drawing/2014/main" id="{C7C91D97-A5AE-427A-7161-685221A0E11E}"/>
              </a:ext>
            </a:extLst>
          </p:cNvPr>
          <p:cNvCxnSpPr>
            <a:cxnSpLocks/>
            <a:endCxn id="475" idx="0"/>
          </p:cNvCxnSpPr>
          <p:nvPr/>
        </p:nvCxnSpPr>
        <p:spPr>
          <a:xfrm>
            <a:off x="6434997" y="3673393"/>
            <a:ext cx="0" cy="128335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2" name="Rectangle 881">
            <a:extLst>
              <a:ext uri="{FF2B5EF4-FFF2-40B4-BE49-F238E27FC236}">
                <a16:creationId xmlns:a16="http://schemas.microsoft.com/office/drawing/2014/main" id="{9B219119-03EB-2665-A040-1A6BFD79E7D3}"/>
              </a:ext>
            </a:extLst>
          </p:cNvPr>
          <p:cNvSpPr/>
          <p:nvPr/>
        </p:nvSpPr>
        <p:spPr>
          <a:xfrm>
            <a:off x="1580161" y="1457068"/>
            <a:ext cx="958020" cy="47947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883" name="Straight Arrow Connector 882">
            <a:extLst>
              <a:ext uri="{FF2B5EF4-FFF2-40B4-BE49-F238E27FC236}">
                <a16:creationId xmlns:a16="http://schemas.microsoft.com/office/drawing/2014/main" id="{16E51B49-9D57-7D1D-B13F-9C685F76E01D}"/>
              </a:ext>
            </a:extLst>
          </p:cNvPr>
          <p:cNvCxnSpPr>
            <a:cxnSpLocks/>
            <a:stCxn id="1050" idx="2"/>
            <a:endCxn id="899" idx="0"/>
          </p:cNvCxnSpPr>
          <p:nvPr/>
        </p:nvCxnSpPr>
        <p:spPr>
          <a:xfrm flipH="1">
            <a:off x="2289377" y="2284296"/>
            <a:ext cx="14150" cy="339259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4" name="Rectangle 135">
            <a:extLst>
              <a:ext uri="{FF2B5EF4-FFF2-40B4-BE49-F238E27FC236}">
                <a16:creationId xmlns:a16="http://schemas.microsoft.com/office/drawing/2014/main" id="{B53D68A8-D209-A172-761F-737F28B77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6059926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srgbClr val="FF0000"/>
              </a:solidFill>
              <a:latin typeface="Calibri"/>
              <a:cs typeface="Arial" charset="0"/>
            </a:endParaRPr>
          </a:p>
        </p:txBody>
      </p:sp>
      <p:sp>
        <p:nvSpPr>
          <p:cNvPr id="885" name="Rectangle 135">
            <a:extLst>
              <a:ext uri="{FF2B5EF4-FFF2-40B4-BE49-F238E27FC236}">
                <a16:creationId xmlns:a16="http://schemas.microsoft.com/office/drawing/2014/main" id="{6E0F0C0D-6485-4CA8-486A-DE5546258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67066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4B4B4B"/>
                </a:solidFill>
                <a:latin typeface="Calibri"/>
                <a:cs typeface="Arial" charset="0"/>
              </a:rPr>
              <a:t>OTS_MEDIA</a:t>
            </a:r>
            <a:endParaRPr lang="en-GB" sz="813" i="1" kern="0" dirty="0">
              <a:solidFill>
                <a:srgbClr val="4B4B4B"/>
              </a:solidFill>
              <a:latin typeface="Calibri"/>
              <a:cs typeface="Arial" charset="0"/>
            </a:endParaRPr>
          </a:p>
        </p:txBody>
      </p:sp>
      <p:sp>
        <p:nvSpPr>
          <p:cNvPr id="886" name="Rectangle 135">
            <a:extLst>
              <a:ext uri="{FF2B5EF4-FFF2-40B4-BE49-F238E27FC236}">
                <a16:creationId xmlns:a16="http://schemas.microsoft.com/office/drawing/2014/main" id="{52BB514E-409E-1C2A-5A37-A28819AF7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31601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7" name="Rectangle 135">
            <a:extLst>
              <a:ext uri="{FF2B5EF4-FFF2-40B4-BE49-F238E27FC236}">
                <a16:creationId xmlns:a16="http://schemas.microsoft.com/office/drawing/2014/main" id="{E950677A-34A7-5104-0AB1-517D915AF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95662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OMS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8" name="Rectangle 135">
            <a:extLst>
              <a:ext uri="{FF2B5EF4-FFF2-40B4-BE49-F238E27FC236}">
                <a16:creationId xmlns:a16="http://schemas.microsoft.com/office/drawing/2014/main" id="{2E0B6C10-8CBD-F055-DC88-20C5A267A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58294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9" name="Rectangle 135">
            <a:extLst>
              <a:ext uri="{FF2B5EF4-FFF2-40B4-BE49-F238E27FC236}">
                <a16:creationId xmlns:a16="http://schemas.microsoft.com/office/drawing/2014/main" id="{9A1D279D-59F4-4EDE-27C3-D02D578AC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21546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0" name="Rectangle 135">
            <a:extLst>
              <a:ext uri="{FF2B5EF4-FFF2-40B4-BE49-F238E27FC236}">
                <a16:creationId xmlns:a16="http://schemas.microsoft.com/office/drawing/2014/main" id="{3FC99547-DE36-332F-0917-73F0FDE62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8928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1" name="Rectangle 135">
            <a:extLst>
              <a:ext uri="{FF2B5EF4-FFF2-40B4-BE49-F238E27FC236}">
                <a16:creationId xmlns:a16="http://schemas.microsoft.com/office/drawing/2014/main" id="{E5FDE3D6-E71D-7EF9-6428-750EB6A61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378518"/>
            <a:ext cx="564826" cy="37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</a:p>
          <a:p>
            <a:pPr algn="ctr" defTabSz="696721">
              <a:defRPr/>
            </a:pPr>
            <a:r>
              <a:rPr lang="pt-BR" sz="813" kern="0" dirty="0">
                <a:solidFill>
                  <a:srgbClr val="000000"/>
                </a:solidFill>
                <a:latin typeface="Calibri"/>
                <a:cs typeface="Arial" charset="0"/>
              </a:rPr>
              <a:t>(+OTSi  if O/E/O)</a:t>
            </a:r>
            <a:endParaRPr lang="en-GB" sz="813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2" name="Rectangle 60">
            <a:extLst>
              <a:ext uri="{FF2B5EF4-FFF2-40B4-BE49-F238E27FC236}">
                <a16:creationId xmlns:a16="http://schemas.microsoft.com/office/drawing/2014/main" id="{FBD340D2-C5A0-D79A-50D5-2CDAECEC0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475" y="6040107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893" name="Group 719">
            <a:extLst>
              <a:ext uri="{FF2B5EF4-FFF2-40B4-BE49-F238E27FC236}">
                <a16:creationId xmlns:a16="http://schemas.microsoft.com/office/drawing/2014/main" id="{BB4C398A-590E-B0AE-18D5-88E35ECF73EF}"/>
              </a:ext>
            </a:extLst>
          </p:cNvPr>
          <p:cNvGrpSpPr/>
          <p:nvPr/>
        </p:nvGrpSpPr>
        <p:grpSpPr>
          <a:xfrm>
            <a:off x="2203600" y="6041415"/>
            <a:ext cx="174014" cy="68682"/>
            <a:chOff x="8553742" y="2601251"/>
            <a:chExt cx="216024" cy="108852"/>
          </a:xfrm>
        </p:grpSpPr>
        <p:cxnSp>
          <p:nvCxnSpPr>
            <p:cNvPr id="894" name="Straight Connector 893">
              <a:extLst>
                <a:ext uri="{FF2B5EF4-FFF2-40B4-BE49-F238E27FC236}">
                  <a16:creationId xmlns:a16="http://schemas.microsoft.com/office/drawing/2014/main" id="{34973298-6471-A8AB-F1DA-247A5D7BD94B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5" name="Straight Connector 894">
              <a:extLst>
                <a:ext uri="{FF2B5EF4-FFF2-40B4-BE49-F238E27FC236}">
                  <a16:creationId xmlns:a16="http://schemas.microsoft.com/office/drawing/2014/main" id="{84F7E7D1-6F07-4211-BC72-2AC0242A3372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6" name="Straight Connector 895">
              <a:extLst>
                <a:ext uri="{FF2B5EF4-FFF2-40B4-BE49-F238E27FC236}">
                  <a16:creationId xmlns:a16="http://schemas.microsoft.com/office/drawing/2014/main" id="{4D4D7270-30C2-D717-3340-B5A632E427EB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7" name="Straight Connector 896">
              <a:extLst>
                <a:ext uri="{FF2B5EF4-FFF2-40B4-BE49-F238E27FC236}">
                  <a16:creationId xmlns:a16="http://schemas.microsoft.com/office/drawing/2014/main" id="{21531E79-C815-B374-F8C6-7477F96C9649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898" name="Trapezoid 409">
            <a:extLst>
              <a:ext uri="{FF2B5EF4-FFF2-40B4-BE49-F238E27FC236}">
                <a16:creationId xmlns:a16="http://schemas.microsoft.com/office/drawing/2014/main" id="{65289966-D092-E834-8BB3-49D4BDC81DE1}"/>
              </a:ext>
            </a:extLst>
          </p:cNvPr>
          <p:cNvSpPr/>
          <p:nvPr/>
        </p:nvSpPr>
        <p:spPr>
          <a:xfrm rot="10800000">
            <a:off x="2185042" y="6110113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9A490778-A78B-F560-DF9E-BA5344885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1236" y="5676886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00" name="Oval 899">
            <a:extLst>
              <a:ext uri="{FF2B5EF4-FFF2-40B4-BE49-F238E27FC236}">
                <a16:creationId xmlns:a16="http://schemas.microsoft.com/office/drawing/2014/main" id="{A97FF420-A9EF-A96B-2630-790606B72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557" y="5720136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" name="Trapezoid 412">
            <a:extLst>
              <a:ext uri="{FF2B5EF4-FFF2-40B4-BE49-F238E27FC236}">
                <a16:creationId xmlns:a16="http://schemas.microsoft.com/office/drawing/2014/main" id="{2E958CDC-9A7A-4C30-BCDD-9C0377EA4BD9}"/>
              </a:ext>
            </a:extLst>
          </p:cNvPr>
          <p:cNvSpPr/>
          <p:nvPr/>
        </p:nvSpPr>
        <p:spPr>
          <a:xfrm rot="10800000">
            <a:off x="2187052" y="5777415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02" name="Straight Arrow Connector 901">
            <a:extLst>
              <a:ext uri="{FF2B5EF4-FFF2-40B4-BE49-F238E27FC236}">
                <a16:creationId xmlns:a16="http://schemas.microsoft.com/office/drawing/2014/main" id="{78253D5F-8F63-4F30-680E-AFAE150C9F66}"/>
              </a:ext>
            </a:extLst>
          </p:cNvPr>
          <p:cNvCxnSpPr>
            <a:cxnSpLocks/>
            <a:stCxn id="899" idx="2"/>
            <a:endCxn id="892" idx="0"/>
          </p:cNvCxnSpPr>
          <p:nvPr/>
        </p:nvCxnSpPr>
        <p:spPr>
          <a:xfrm>
            <a:off x="2289377" y="585062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03" name="Straight Arrow Connector 902">
            <a:extLst>
              <a:ext uri="{FF2B5EF4-FFF2-40B4-BE49-F238E27FC236}">
                <a16:creationId xmlns:a16="http://schemas.microsoft.com/office/drawing/2014/main" id="{DF133091-CB2F-EC88-B9D7-F6C2F8B49399}"/>
              </a:ext>
            </a:extLst>
          </p:cNvPr>
          <p:cNvCxnSpPr>
            <a:cxnSpLocks/>
            <a:stCxn id="1229" idx="1"/>
            <a:endCxn id="892" idx="3"/>
          </p:cNvCxnSpPr>
          <p:nvPr/>
        </p:nvCxnSpPr>
        <p:spPr>
          <a:xfrm flipH="1">
            <a:off x="2430701" y="6120618"/>
            <a:ext cx="583005" cy="12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04" name="Rectangle 60">
            <a:extLst>
              <a:ext uri="{FF2B5EF4-FFF2-40B4-BE49-F238E27FC236}">
                <a16:creationId xmlns:a16="http://schemas.microsoft.com/office/drawing/2014/main" id="{075BEF87-AEFD-9076-D76B-7834C5835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263" y="4551621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05" name="Group 719">
            <a:extLst>
              <a:ext uri="{FF2B5EF4-FFF2-40B4-BE49-F238E27FC236}">
                <a16:creationId xmlns:a16="http://schemas.microsoft.com/office/drawing/2014/main" id="{96AC642E-7C05-0952-7AB4-E5114564788B}"/>
              </a:ext>
            </a:extLst>
          </p:cNvPr>
          <p:cNvGrpSpPr/>
          <p:nvPr/>
        </p:nvGrpSpPr>
        <p:grpSpPr>
          <a:xfrm>
            <a:off x="2202388" y="4552930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06" name="Straight Connector 905">
              <a:extLst>
                <a:ext uri="{FF2B5EF4-FFF2-40B4-BE49-F238E27FC236}">
                  <a16:creationId xmlns:a16="http://schemas.microsoft.com/office/drawing/2014/main" id="{3E13328E-B0D7-1D1D-4BE7-9CA963464E95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7" name="Straight Connector 906">
              <a:extLst>
                <a:ext uri="{FF2B5EF4-FFF2-40B4-BE49-F238E27FC236}">
                  <a16:creationId xmlns:a16="http://schemas.microsoft.com/office/drawing/2014/main" id="{84D63F03-F66E-1A10-65A7-155A09AEAF0C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8" name="Straight Connector 907">
              <a:extLst>
                <a:ext uri="{FF2B5EF4-FFF2-40B4-BE49-F238E27FC236}">
                  <a16:creationId xmlns:a16="http://schemas.microsoft.com/office/drawing/2014/main" id="{FDA05920-C93D-52C5-2543-0C4A2ABF398C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9" name="Straight Connector 908">
              <a:extLst>
                <a:ext uri="{FF2B5EF4-FFF2-40B4-BE49-F238E27FC236}">
                  <a16:creationId xmlns:a16="http://schemas.microsoft.com/office/drawing/2014/main" id="{D52873C2-870B-2FBA-90D0-C283116F7737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10" name="Trapezoid 426">
            <a:extLst>
              <a:ext uri="{FF2B5EF4-FFF2-40B4-BE49-F238E27FC236}">
                <a16:creationId xmlns:a16="http://schemas.microsoft.com/office/drawing/2014/main" id="{7771E9F7-1852-66A1-5342-0A34394C2BD2}"/>
              </a:ext>
            </a:extLst>
          </p:cNvPr>
          <p:cNvSpPr/>
          <p:nvPr/>
        </p:nvSpPr>
        <p:spPr>
          <a:xfrm rot="10800000">
            <a:off x="2183831" y="4621627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1" name="Rectangle 910">
            <a:extLst>
              <a:ext uri="{FF2B5EF4-FFF2-40B4-BE49-F238E27FC236}">
                <a16:creationId xmlns:a16="http://schemas.microsoft.com/office/drawing/2014/main" id="{0BAA79E9-EF47-5AB0-588D-DAF52B65D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024" y="4188400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12" name="Oval 911">
            <a:extLst>
              <a:ext uri="{FF2B5EF4-FFF2-40B4-BE49-F238E27FC236}">
                <a16:creationId xmlns:a16="http://schemas.microsoft.com/office/drawing/2014/main" id="{271780F5-FBA8-2E2D-21D9-9AED9FF5D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346" y="4231648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3" name="Trapezoid 429">
            <a:extLst>
              <a:ext uri="{FF2B5EF4-FFF2-40B4-BE49-F238E27FC236}">
                <a16:creationId xmlns:a16="http://schemas.microsoft.com/office/drawing/2014/main" id="{6A0D04C8-9221-E8EC-4F29-E7C66F4E022C}"/>
              </a:ext>
            </a:extLst>
          </p:cNvPr>
          <p:cNvSpPr/>
          <p:nvPr/>
        </p:nvSpPr>
        <p:spPr>
          <a:xfrm rot="10800000">
            <a:off x="2185841" y="4288928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14" name="Straight Arrow Connector 913">
            <a:extLst>
              <a:ext uri="{FF2B5EF4-FFF2-40B4-BE49-F238E27FC236}">
                <a16:creationId xmlns:a16="http://schemas.microsoft.com/office/drawing/2014/main" id="{B3AE64F2-531C-2118-8193-DEFBB69888C0}"/>
              </a:ext>
            </a:extLst>
          </p:cNvPr>
          <p:cNvCxnSpPr>
            <a:cxnSpLocks/>
            <a:stCxn id="911" idx="2"/>
            <a:endCxn id="904" idx="0"/>
          </p:cNvCxnSpPr>
          <p:nvPr/>
        </p:nvCxnSpPr>
        <p:spPr>
          <a:xfrm>
            <a:off x="2288165" y="4362134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75000"/>
              </a:srgbClr>
            </a:solidFill>
            <a:prstDash val="solid"/>
            <a:tailEnd type="none"/>
          </a:ln>
          <a:effectLst/>
        </p:spPr>
      </p:cxnSp>
      <p:sp>
        <p:nvSpPr>
          <p:cNvPr id="915" name="Rectangle 25">
            <a:extLst>
              <a:ext uri="{FF2B5EF4-FFF2-40B4-BE49-F238E27FC236}">
                <a16:creationId xmlns:a16="http://schemas.microsoft.com/office/drawing/2014/main" id="{D1437BF7-D094-17B1-CEFA-F5C547178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3397" y="5536928"/>
            <a:ext cx="399011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16" name="Rectangle 29">
            <a:extLst>
              <a:ext uri="{FF2B5EF4-FFF2-40B4-BE49-F238E27FC236}">
                <a16:creationId xmlns:a16="http://schemas.microsoft.com/office/drawing/2014/main" id="{BAEDD186-F700-9E81-0803-61D14364F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176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17" name="Rectangle 29">
            <a:extLst>
              <a:ext uri="{FF2B5EF4-FFF2-40B4-BE49-F238E27FC236}">
                <a16:creationId xmlns:a16="http://schemas.microsoft.com/office/drawing/2014/main" id="{609F9075-1F69-34D8-03EF-153F72FAE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9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18" name="Straight Arrow Connector 917">
            <a:extLst>
              <a:ext uri="{FF2B5EF4-FFF2-40B4-BE49-F238E27FC236}">
                <a16:creationId xmlns:a16="http://schemas.microsoft.com/office/drawing/2014/main" id="{97B6CE7C-E27D-1326-7F97-DE38A38DD591}"/>
              </a:ext>
            </a:extLst>
          </p:cNvPr>
          <p:cNvCxnSpPr>
            <a:cxnSpLocks/>
            <a:stCxn id="916" idx="2"/>
            <a:endCxn id="899" idx="0"/>
          </p:cNvCxnSpPr>
          <p:nvPr/>
        </p:nvCxnSpPr>
        <p:spPr>
          <a:xfrm flipH="1">
            <a:off x="2289376" y="5577754"/>
            <a:ext cx="722799" cy="991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19" name="Rectangle 135">
            <a:extLst>
              <a:ext uri="{FF2B5EF4-FFF2-40B4-BE49-F238E27FC236}">
                <a16:creationId xmlns:a16="http://schemas.microsoft.com/office/drawing/2014/main" id="{975E1A99-9C25-A846-2408-5F75BA6E8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0029" y="5321504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 </a:t>
            </a:r>
          </a:p>
        </p:txBody>
      </p:sp>
      <p:sp>
        <p:nvSpPr>
          <p:cNvPr id="920" name="Rectangle 135">
            <a:extLst>
              <a:ext uri="{FF2B5EF4-FFF2-40B4-BE49-F238E27FC236}">
                <a16:creationId xmlns:a16="http://schemas.microsoft.com/office/drawing/2014/main" id="{ABD97D87-1379-3AF4-1D13-E47008007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6284" y="133195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Transceiver1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23" name="Oval 922">
            <a:extLst>
              <a:ext uri="{FF2B5EF4-FFF2-40B4-BE49-F238E27FC236}">
                <a16:creationId xmlns:a16="http://schemas.microsoft.com/office/drawing/2014/main" id="{6E8581E4-D3AF-5C42-97D7-8B0DA53E34A9}"/>
              </a:ext>
            </a:extLst>
          </p:cNvPr>
          <p:cNvSpPr/>
          <p:nvPr/>
        </p:nvSpPr>
        <p:spPr>
          <a:xfrm>
            <a:off x="2657537" y="5837212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24" name="Straight Connector 923">
            <a:extLst>
              <a:ext uri="{FF2B5EF4-FFF2-40B4-BE49-F238E27FC236}">
                <a16:creationId xmlns:a16="http://schemas.microsoft.com/office/drawing/2014/main" id="{DFA1EA68-2374-F1C5-B282-2EFFA78E8444}"/>
              </a:ext>
            </a:extLst>
          </p:cNvPr>
          <p:cNvCxnSpPr>
            <a:cxnSpLocks/>
            <a:stCxn id="923" idx="3"/>
            <a:endCxn id="892" idx="3"/>
          </p:cNvCxnSpPr>
          <p:nvPr/>
        </p:nvCxnSpPr>
        <p:spPr>
          <a:xfrm flipH="1">
            <a:off x="2430702" y="5949940"/>
            <a:ext cx="279377" cy="17079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25" name="Rectangle 924">
            <a:extLst>
              <a:ext uri="{FF2B5EF4-FFF2-40B4-BE49-F238E27FC236}">
                <a16:creationId xmlns:a16="http://schemas.microsoft.com/office/drawing/2014/main" id="{34778CFF-3F70-F813-2EB2-385F773951CD}"/>
              </a:ext>
            </a:extLst>
          </p:cNvPr>
          <p:cNvSpPr/>
          <p:nvPr/>
        </p:nvSpPr>
        <p:spPr>
          <a:xfrm>
            <a:off x="9921024" y="1482587"/>
            <a:ext cx="958020" cy="4766255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26" name="Straight Arrow Connector 925">
            <a:extLst>
              <a:ext uri="{FF2B5EF4-FFF2-40B4-BE49-F238E27FC236}">
                <a16:creationId xmlns:a16="http://schemas.microsoft.com/office/drawing/2014/main" id="{6EE9177B-CDBC-BAC9-4CAC-A1E2F4C80253}"/>
              </a:ext>
            </a:extLst>
          </p:cNvPr>
          <p:cNvCxnSpPr>
            <a:cxnSpLocks/>
            <a:stCxn id="1078" idx="2"/>
            <a:endCxn id="934" idx="0"/>
          </p:cNvCxnSpPr>
          <p:nvPr/>
        </p:nvCxnSpPr>
        <p:spPr>
          <a:xfrm>
            <a:off x="10137097" y="2301766"/>
            <a:ext cx="21669" cy="336563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27" name="Rectangle 60">
            <a:extLst>
              <a:ext uri="{FF2B5EF4-FFF2-40B4-BE49-F238E27FC236}">
                <a16:creationId xmlns:a16="http://schemas.microsoft.com/office/drawing/2014/main" id="{E56B9EAE-B238-4972-603B-AFD16BE59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9865" y="6030624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28" name="Group 719">
            <a:extLst>
              <a:ext uri="{FF2B5EF4-FFF2-40B4-BE49-F238E27FC236}">
                <a16:creationId xmlns:a16="http://schemas.microsoft.com/office/drawing/2014/main" id="{0A5C2BE9-5851-E3F2-58AA-8744F222586F}"/>
              </a:ext>
            </a:extLst>
          </p:cNvPr>
          <p:cNvGrpSpPr/>
          <p:nvPr/>
        </p:nvGrpSpPr>
        <p:grpSpPr>
          <a:xfrm>
            <a:off x="10072990" y="6031933"/>
            <a:ext cx="174014" cy="68682"/>
            <a:chOff x="8553742" y="2601251"/>
            <a:chExt cx="216024" cy="108852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1C71EEEF-CB59-A745-6F7E-34500F188A09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960CEB11-52B3-EBBD-1F96-975C30EACA6B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A8C7ED78-C7E2-A089-8CAA-C3C2509D1046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2" name="Straight Connector 931">
              <a:extLst>
                <a:ext uri="{FF2B5EF4-FFF2-40B4-BE49-F238E27FC236}">
                  <a16:creationId xmlns:a16="http://schemas.microsoft.com/office/drawing/2014/main" id="{391424D7-5526-B34A-3727-A3E5EF99E1DC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933" name="Trapezoid 539">
            <a:extLst>
              <a:ext uri="{FF2B5EF4-FFF2-40B4-BE49-F238E27FC236}">
                <a16:creationId xmlns:a16="http://schemas.microsoft.com/office/drawing/2014/main" id="{5C8543F2-8F53-5D7F-A017-7CE15BC2EE02}"/>
              </a:ext>
            </a:extLst>
          </p:cNvPr>
          <p:cNvSpPr/>
          <p:nvPr/>
        </p:nvSpPr>
        <p:spPr>
          <a:xfrm rot="10800000">
            <a:off x="10054432" y="6100630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4" name="Rectangle 933">
            <a:extLst>
              <a:ext uri="{FF2B5EF4-FFF2-40B4-BE49-F238E27FC236}">
                <a16:creationId xmlns:a16="http://schemas.microsoft.com/office/drawing/2014/main" id="{5261A466-EBF1-0C5D-F031-5D22737F3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0626" y="5667404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35" name="Oval 934">
            <a:extLst>
              <a:ext uri="{FF2B5EF4-FFF2-40B4-BE49-F238E27FC236}">
                <a16:creationId xmlns:a16="http://schemas.microsoft.com/office/drawing/2014/main" id="{D35EAD57-6E85-99B3-2B5A-9FFAC75F9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5946" y="5710653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Trapezoid 542">
            <a:extLst>
              <a:ext uri="{FF2B5EF4-FFF2-40B4-BE49-F238E27FC236}">
                <a16:creationId xmlns:a16="http://schemas.microsoft.com/office/drawing/2014/main" id="{BCD4F095-A44E-FE79-8F40-D9085A70E15D}"/>
              </a:ext>
            </a:extLst>
          </p:cNvPr>
          <p:cNvSpPr/>
          <p:nvPr/>
        </p:nvSpPr>
        <p:spPr>
          <a:xfrm rot="10800000">
            <a:off x="10056441" y="5767932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37" name="Straight Arrow Connector 936">
            <a:extLst>
              <a:ext uri="{FF2B5EF4-FFF2-40B4-BE49-F238E27FC236}">
                <a16:creationId xmlns:a16="http://schemas.microsoft.com/office/drawing/2014/main" id="{8B4D923E-7406-CD89-4BAF-33FA1A497694}"/>
              </a:ext>
            </a:extLst>
          </p:cNvPr>
          <p:cNvCxnSpPr>
            <a:cxnSpLocks/>
            <a:stCxn id="934" idx="2"/>
            <a:endCxn id="927" idx="0"/>
          </p:cNvCxnSpPr>
          <p:nvPr/>
        </p:nvCxnSpPr>
        <p:spPr>
          <a:xfrm>
            <a:off x="10158767" y="5841138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38" name="Rectangle 60">
            <a:extLst>
              <a:ext uri="{FF2B5EF4-FFF2-40B4-BE49-F238E27FC236}">
                <a16:creationId xmlns:a16="http://schemas.microsoft.com/office/drawing/2014/main" id="{05F848AA-8DF5-64DD-CCFC-FB5B08AB4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943" y="4549149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39" name="Group 719">
            <a:extLst>
              <a:ext uri="{FF2B5EF4-FFF2-40B4-BE49-F238E27FC236}">
                <a16:creationId xmlns:a16="http://schemas.microsoft.com/office/drawing/2014/main" id="{47B05B6B-0CDA-973A-C05B-BAFD906A836C}"/>
              </a:ext>
            </a:extLst>
          </p:cNvPr>
          <p:cNvGrpSpPr/>
          <p:nvPr/>
        </p:nvGrpSpPr>
        <p:grpSpPr>
          <a:xfrm>
            <a:off x="10081068" y="4550458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40" name="Straight Connector 939">
              <a:extLst>
                <a:ext uri="{FF2B5EF4-FFF2-40B4-BE49-F238E27FC236}">
                  <a16:creationId xmlns:a16="http://schemas.microsoft.com/office/drawing/2014/main" id="{776306DA-504D-6761-792D-A78B6D7CC76C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12F2E00A-4ACB-50BE-9E2B-AAF28A85D15A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2" name="Straight Connector 941">
              <a:extLst>
                <a:ext uri="{FF2B5EF4-FFF2-40B4-BE49-F238E27FC236}">
                  <a16:creationId xmlns:a16="http://schemas.microsoft.com/office/drawing/2014/main" id="{766A1BC5-3DE7-E178-82DA-25C73F9B6306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3" name="Straight Connector 942">
              <a:extLst>
                <a:ext uri="{FF2B5EF4-FFF2-40B4-BE49-F238E27FC236}">
                  <a16:creationId xmlns:a16="http://schemas.microsoft.com/office/drawing/2014/main" id="{D7BCF400-F112-91A1-A5C8-8387F5049A9E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44" name="Trapezoid 566">
            <a:extLst>
              <a:ext uri="{FF2B5EF4-FFF2-40B4-BE49-F238E27FC236}">
                <a16:creationId xmlns:a16="http://schemas.microsoft.com/office/drawing/2014/main" id="{6B949BB6-BFF5-DC5C-DDF5-AE110BB0165D}"/>
              </a:ext>
            </a:extLst>
          </p:cNvPr>
          <p:cNvSpPr/>
          <p:nvPr/>
        </p:nvSpPr>
        <p:spPr>
          <a:xfrm rot="10800000">
            <a:off x="10062510" y="4619155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5" name="Rectangle 944">
            <a:extLst>
              <a:ext uri="{FF2B5EF4-FFF2-40B4-BE49-F238E27FC236}">
                <a16:creationId xmlns:a16="http://schemas.microsoft.com/office/drawing/2014/main" id="{267409E0-AC52-3548-93EC-C341EDDB9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4" y="4185926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46" name="Oval 945">
            <a:extLst>
              <a:ext uri="{FF2B5EF4-FFF2-40B4-BE49-F238E27FC236}">
                <a16:creationId xmlns:a16="http://schemas.microsoft.com/office/drawing/2014/main" id="{7EF764DB-3D8C-E6C4-2BFB-9687EADB3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4025" y="4229176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Trapezoid 571">
            <a:extLst>
              <a:ext uri="{FF2B5EF4-FFF2-40B4-BE49-F238E27FC236}">
                <a16:creationId xmlns:a16="http://schemas.microsoft.com/office/drawing/2014/main" id="{1D8501F3-B645-D1A9-390E-455E746DFE69}"/>
              </a:ext>
            </a:extLst>
          </p:cNvPr>
          <p:cNvSpPr/>
          <p:nvPr/>
        </p:nvSpPr>
        <p:spPr>
          <a:xfrm rot="10800000">
            <a:off x="10064521" y="4286454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Rectangle 25">
            <a:extLst>
              <a:ext uri="{FF2B5EF4-FFF2-40B4-BE49-F238E27FC236}">
                <a16:creationId xmlns:a16="http://schemas.microsoft.com/office/drawing/2014/main" id="{04916FF3-64A0-A579-AA85-3DF918889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947" y="5539327"/>
            <a:ext cx="370245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49" name="Rectangle 29">
            <a:extLst>
              <a:ext uri="{FF2B5EF4-FFF2-40B4-BE49-F238E27FC236}">
                <a16:creationId xmlns:a16="http://schemas.microsoft.com/office/drawing/2014/main" id="{FC27A017-0AFB-E732-4A99-5E36B2240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9390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50" name="Rectangle 29">
            <a:extLst>
              <a:ext uri="{FF2B5EF4-FFF2-40B4-BE49-F238E27FC236}">
                <a16:creationId xmlns:a16="http://schemas.microsoft.com/office/drawing/2014/main" id="{3C520FD2-D6B9-A050-3201-A6E8C43C0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9375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51" name="Straight Arrow Connector 950">
            <a:extLst>
              <a:ext uri="{FF2B5EF4-FFF2-40B4-BE49-F238E27FC236}">
                <a16:creationId xmlns:a16="http://schemas.microsoft.com/office/drawing/2014/main" id="{4C322BA7-2C17-F95E-A103-16D1E8D53847}"/>
              </a:ext>
            </a:extLst>
          </p:cNvPr>
          <p:cNvCxnSpPr>
            <a:cxnSpLocks/>
            <a:stCxn id="950" idx="6"/>
            <a:endCxn id="934" idx="0"/>
          </p:cNvCxnSpPr>
          <p:nvPr/>
        </p:nvCxnSpPr>
        <p:spPr>
          <a:xfrm>
            <a:off x="9354457" y="5580153"/>
            <a:ext cx="804309" cy="8725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52" name="Rectangle 135">
            <a:extLst>
              <a:ext uri="{FF2B5EF4-FFF2-40B4-BE49-F238E27FC236}">
                <a16:creationId xmlns:a16="http://schemas.microsoft.com/office/drawing/2014/main" id="{9B0045FA-1432-8CE3-810C-177342359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848" y="5315778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</a:t>
            </a:r>
          </a:p>
        </p:txBody>
      </p:sp>
      <p:sp>
        <p:nvSpPr>
          <p:cNvPr id="953" name="Rectangle 135">
            <a:extLst>
              <a:ext uri="{FF2B5EF4-FFF2-40B4-BE49-F238E27FC236}">
                <a16:creationId xmlns:a16="http://schemas.microsoft.com/office/drawing/2014/main" id="{B85A3210-EFE7-2647-3EBB-EEB1ED641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3016" y="1363872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Transceiver2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56" name="Oval 955">
            <a:extLst>
              <a:ext uri="{FF2B5EF4-FFF2-40B4-BE49-F238E27FC236}">
                <a16:creationId xmlns:a16="http://schemas.microsoft.com/office/drawing/2014/main" id="{DE5EE134-E1FE-A890-C937-34EBD97405A7}"/>
              </a:ext>
            </a:extLst>
          </p:cNvPr>
          <p:cNvSpPr/>
          <p:nvPr/>
        </p:nvSpPr>
        <p:spPr>
          <a:xfrm>
            <a:off x="9325649" y="5837038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57" name="Straight Connector 956">
            <a:extLst>
              <a:ext uri="{FF2B5EF4-FFF2-40B4-BE49-F238E27FC236}">
                <a16:creationId xmlns:a16="http://schemas.microsoft.com/office/drawing/2014/main" id="{C83DC38D-3107-1CD8-0D13-DFC26AC08FB2}"/>
              </a:ext>
            </a:extLst>
          </p:cNvPr>
          <p:cNvCxnSpPr>
            <a:cxnSpLocks/>
            <a:stCxn id="927" idx="1"/>
            <a:endCxn id="956" idx="5"/>
          </p:cNvCxnSpPr>
          <p:nvPr/>
        </p:nvCxnSpPr>
        <p:spPr>
          <a:xfrm flipH="1" flipV="1">
            <a:off x="9631883" y="5949766"/>
            <a:ext cx="387982" cy="161489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58" name="Straight Arrow Connector 957">
            <a:extLst>
              <a:ext uri="{FF2B5EF4-FFF2-40B4-BE49-F238E27FC236}">
                <a16:creationId xmlns:a16="http://schemas.microsoft.com/office/drawing/2014/main" id="{F432C6CF-69C1-B676-4C67-7476C0F84386}"/>
              </a:ext>
            </a:extLst>
          </p:cNvPr>
          <p:cNvCxnSpPr>
            <a:cxnSpLocks/>
            <a:stCxn id="38" idx="1"/>
            <a:endCxn id="1227" idx="3"/>
          </p:cNvCxnSpPr>
          <p:nvPr/>
        </p:nvCxnSpPr>
        <p:spPr>
          <a:xfrm flipH="1">
            <a:off x="3301457" y="6119607"/>
            <a:ext cx="553381" cy="180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59" name="Straight Arrow Connector 958">
            <a:extLst>
              <a:ext uri="{FF2B5EF4-FFF2-40B4-BE49-F238E27FC236}">
                <a16:creationId xmlns:a16="http://schemas.microsoft.com/office/drawing/2014/main" id="{ED8B12F8-C744-15AD-9BB6-8EFF725C5B09}"/>
              </a:ext>
            </a:extLst>
          </p:cNvPr>
          <p:cNvCxnSpPr>
            <a:cxnSpLocks/>
            <a:stCxn id="373" idx="0"/>
            <a:endCxn id="949" idx="2"/>
          </p:cNvCxnSpPr>
          <p:nvPr/>
        </p:nvCxnSpPr>
        <p:spPr>
          <a:xfrm flipV="1">
            <a:off x="8283796" y="5580153"/>
            <a:ext cx="755595" cy="9302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990" name="Group 989">
            <a:extLst>
              <a:ext uri="{FF2B5EF4-FFF2-40B4-BE49-F238E27FC236}">
                <a16:creationId xmlns:a16="http://schemas.microsoft.com/office/drawing/2014/main" id="{CD5E3D04-6AF6-03DB-49BA-39CB596D1418}"/>
              </a:ext>
            </a:extLst>
          </p:cNvPr>
          <p:cNvGrpSpPr/>
          <p:nvPr/>
        </p:nvGrpSpPr>
        <p:grpSpPr>
          <a:xfrm>
            <a:off x="3852572" y="3499658"/>
            <a:ext cx="276281" cy="173735"/>
            <a:chOff x="3417117" y="2447654"/>
            <a:chExt cx="362556" cy="227987"/>
          </a:xfrm>
        </p:grpSpPr>
        <p:sp>
          <p:nvSpPr>
            <p:cNvPr id="991" name="Rectangle 990">
              <a:extLst>
                <a:ext uri="{FF2B5EF4-FFF2-40B4-BE49-F238E27FC236}">
                  <a16:creationId xmlns:a16="http://schemas.microsoft.com/office/drawing/2014/main" id="{EF1BD0B7-6988-AF8A-94F4-939ED7767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992" name="Oval 991">
              <a:extLst>
                <a:ext uri="{FF2B5EF4-FFF2-40B4-BE49-F238E27FC236}">
                  <a16:creationId xmlns:a16="http://schemas.microsoft.com/office/drawing/2014/main" id="{7F21742E-5523-4580-5D78-59E75238F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93" name="Trapezoid 613">
              <a:extLst>
                <a:ext uri="{FF2B5EF4-FFF2-40B4-BE49-F238E27FC236}">
                  <a16:creationId xmlns:a16="http://schemas.microsoft.com/office/drawing/2014/main" id="{6B803321-2790-8822-D9B0-99EFE16E9D7A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994" name="Straight Arrow Connector 993">
            <a:extLst>
              <a:ext uri="{FF2B5EF4-FFF2-40B4-BE49-F238E27FC236}">
                <a16:creationId xmlns:a16="http://schemas.microsoft.com/office/drawing/2014/main" id="{87EFEBB2-4B1C-8588-9E26-68DC41B12DD5}"/>
              </a:ext>
            </a:extLst>
          </p:cNvPr>
          <p:cNvCxnSpPr>
            <a:cxnSpLocks/>
            <a:endCxn id="991" idx="3"/>
          </p:cNvCxnSpPr>
          <p:nvPr/>
        </p:nvCxnSpPr>
        <p:spPr>
          <a:xfrm flipH="1" flipV="1">
            <a:off x="412885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995" name="Group 254">
            <a:extLst>
              <a:ext uri="{FF2B5EF4-FFF2-40B4-BE49-F238E27FC236}">
                <a16:creationId xmlns:a16="http://schemas.microsoft.com/office/drawing/2014/main" id="{2AE99D92-9D42-0532-CA5E-7CF75FCFB071}"/>
              </a:ext>
            </a:extLst>
          </p:cNvPr>
          <p:cNvGrpSpPr>
            <a:grpSpLocks noChangeAspect="1"/>
          </p:cNvGrpSpPr>
          <p:nvPr/>
        </p:nvGrpSpPr>
        <p:grpSpPr>
          <a:xfrm>
            <a:off x="3849256" y="3867267"/>
            <a:ext cx="280226" cy="161260"/>
            <a:chOff x="8421867" y="1904979"/>
            <a:chExt cx="347879" cy="255573"/>
          </a:xfrm>
        </p:grpSpPr>
        <p:sp>
          <p:nvSpPr>
            <p:cNvPr id="996" name="Rectangle 60">
              <a:extLst>
                <a:ext uri="{FF2B5EF4-FFF2-40B4-BE49-F238E27FC236}">
                  <a16:creationId xmlns:a16="http://schemas.microsoft.com/office/drawing/2014/main" id="{18A4CF82-7DFD-082D-87BB-D56918CA58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997" name="Group 719">
              <a:extLst>
                <a:ext uri="{FF2B5EF4-FFF2-40B4-BE49-F238E27FC236}">
                  <a16:creationId xmlns:a16="http://schemas.microsoft.com/office/drawing/2014/main" id="{D7E1BE7D-A154-BF50-740B-949D1F2FAA91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999" name="Straight Connector 998">
                <a:extLst>
                  <a:ext uri="{FF2B5EF4-FFF2-40B4-BE49-F238E27FC236}">
                    <a16:creationId xmlns:a16="http://schemas.microsoft.com/office/drawing/2014/main" id="{FED3C5E4-8C2A-86F1-6B4C-0263E6ACEAF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0" name="Straight Connector 999">
                <a:extLst>
                  <a:ext uri="{FF2B5EF4-FFF2-40B4-BE49-F238E27FC236}">
                    <a16:creationId xmlns:a16="http://schemas.microsoft.com/office/drawing/2014/main" id="{409DCD63-DCB6-D02D-F35C-8811F4BCC37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1" name="Straight Connector 1000">
                <a:extLst>
                  <a:ext uri="{FF2B5EF4-FFF2-40B4-BE49-F238E27FC236}">
                    <a16:creationId xmlns:a16="http://schemas.microsoft.com/office/drawing/2014/main" id="{5FDB8269-AEB7-CECF-1322-2A02C8B19A4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2" name="Straight Connector 1001">
                <a:extLst>
                  <a:ext uri="{FF2B5EF4-FFF2-40B4-BE49-F238E27FC236}">
                    <a16:creationId xmlns:a16="http://schemas.microsoft.com/office/drawing/2014/main" id="{C31EDAE2-995C-FD63-8BCD-296B81B3728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998" name="Trapezoid 136">
              <a:extLst>
                <a:ext uri="{FF2B5EF4-FFF2-40B4-BE49-F238E27FC236}">
                  <a16:creationId xmlns:a16="http://schemas.microsoft.com/office/drawing/2014/main" id="{B1176FFE-E9E3-D4AC-53AE-FD60B60258C7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15" name="Rectangle 135">
            <a:extLst>
              <a:ext uri="{FF2B5EF4-FFF2-40B4-BE49-F238E27FC236}">
                <a16:creationId xmlns:a16="http://schemas.microsoft.com/office/drawing/2014/main" id="{53E3CEB0-11B6-7197-379C-93AD2886A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82" y="31354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17" name="Group 1016">
            <a:extLst>
              <a:ext uri="{FF2B5EF4-FFF2-40B4-BE49-F238E27FC236}">
                <a16:creationId xmlns:a16="http://schemas.microsoft.com/office/drawing/2014/main" id="{C9124F48-43CB-B885-A1DF-872D57D3AE92}"/>
              </a:ext>
            </a:extLst>
          </p:cNvPr>
          <p:cNvGrpSpPr/>
          <p:nvPr/>
        </p:nvGrpSpPr>
        <p:grpSpPr>
          <a:xfrm>
            <a:off x="8153313" y="3494806"/>
            <a:ext cx="276281" cy="173735"/>
            <a:chOff x="3417117" y="2447654"/>
            <a:chExt cx="362556" cy="227987"/>
          </a:xfrm>
        </p:grpSpPr>
        <p:sp>
          <p:nvSpPr>
            <p:cNvPr id="1018" name="Rectangle 1017">
              <a:extLst>
                <a:ext uri="{FF2B5EF4-FFF2-40B4-BE49-F238E27FC236}">
                  <a16:creationId xmlns:a16="http://schemas.microsoft.com/office/drawing/2014/main" id="{F2315C57-22E8-4189-C496-16E2DB29ED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019" name="Oval 1018">
              <a:extLst>
                <a:ext uri="{FF2B5EF4-FFF2-40B4-BE49-F238E27FC236}">
                  <a16:creationId xmlns:a16="http://schemas.microsoft.com/office/drawing/2014/main" id="{193C5E9A-9971-1A66-0544-6967AA1C2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0" name="Trapezoid 661">
              <a:extLst>
                <a:ext uri="{FF2B5EF4-FFF2-40B4-BE49-F238E27FC236}">
                  <a16:creationId xmlns:a16="http://schemas.microsoft.com/office/drawing/2014/main" id="{259D896F-6EDE-16BB-4943-562B5CCC78E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9054591F-9198-3975-B246-2A934C344DC3}"/>
              </a:ext>
            </a:extLst>
          </p:cNvPr>
          <p:cNvGrpSpPr>
            <a:grpSpLocks noChangeAspect="1"/>
          </p:cNvGrpSpPr>
          <p:nvPr/>
        </p:nvGrpSpPr>
        <p:grpSpPr>
          <a:xfrm>
            <a:off x="2151458" y="3485901"/>
            <a:ext cx="273517" cy="173113"/>
            <a:chOff x="980945" y="1888766"/>
            <a:chExt cx="271916" cy="172099"/>
          </a:xfrm>
        </p:grpSpPr>
        <p:grpSp>
          <p:nvGrpSpPr>
            <p:cNvPr id="1036" name="Group 898">
              <a:extLst>
                <a:ext uri="{FF2B5EF4-FFF2-40B4-BE49-F238E27FC236}">
                  <a16:creationId xmlns:a16="http://schemas.microsoft.com/office/drawing/2014/main" id="{CDBB818D-B799-BDF1-64AF-36132A18C429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38" name="Rectangle 88">
                <a:extLst>
                  <a:ext uri="{FF2B5EF4-FFF2-40B4-BE49-F238E27FC236}">
                    <a16:creationId xmlns:a16="http://schemas.microsoft.com/office/drawing/2014/main" id="{3AE35976-2DB8-ACA9-DDC2-78DF269180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39" name="Rectangle 88">
                <a:extLst>
                  <a:ext uri="{FF2B5EF4-FFF2-40B4-BE49-F238E27FC236}">
                    <a16:creationId xmlns:a16="http://schemas.microsoft.com/office/drawing/2014/main" id="{1DD701F3-201E-88B5-D52A-5E5E3D61A8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0" name="Isosceles Triangle 1039">
                <a:extLst>
                  <a:ext uri="{FF2B5EF4-FFF2-40B4-BE49-F238E27FC236}">
                    <a16:creationId xmlns:a16="http://schemas.microsoft.com/office/drawing/2014/main" id="{4514823A-EB74-4503-C652-89E79FB1EECE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1" name="Oval 341">
                <a:extLst>
                  <a:ext uri="{FF2B5EF4-FFF2-40B4-BE49-F238E27FC236}">
                    <a16:creationId xmlns:a16="http://schemas.microsoft.com/office/drawing/2014/main" id="{9A6AF777-8CA8-0E73-AA2D-2D75047EB3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37" name="Trapezoid 688">
              <a:extLst>
                <a:ext uri="{FF2B5EF4-FFF2-40B4-BE49-F238E27FC236}">
                  <a16:creationId xmlns:a16="http://schemas.microsoft.com/office/drawing/2014/main" id="{AC6276C3-27ED-48FC-EC87-C72917DC3B28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EE3CD467-847E-F4AB-539A-44B0EFC5195C}"/>
              </a:ext>
            </a:extLst>
          </p:cNvPr>
          <p:cNvGrpSpPr/>
          <p:nvPr/>
        </p:nvGrpSpPr>
        <p:grpSpPr>
          <a:xfrm>
            <a:off x="2147739" y="3135153"/>
            <a:ext cx="280226" cy="161260"/>
            <a:chOff x="1539943" y="2795561"/>
            <a:chExt cx="367732" cy="211616"/>
          </a:xfrm>
        </p:grpSpPr>
        <p:sp>
          <p:nvSpPr>
            <p:cNvPr id="1043" name="Rectangle 60">
              <a:extLst>
                <a:ext uri="{FF2B5EF4-FFF2-40B4-BE49-F238E27FC236}">
                  <a16:creationId xmlns:a16="http://schemas.microsoft.com/office/drawing/2014/main" id="{35686013-84FA-7846-6729-90F3F5F80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44" name="Group 719">
              <a:extLst>
                <a:ext uri="{FF2B5EF4-FFF2-40B4-BE49-F238E27FC236}">
                  <a16:creationId xmlns:a16="http://schemas.microsoft.com/office/drawing/2014/main" id="{47EB232F-E8BA-F754-88FD-E04939CA9D3A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46" name="Straight Connector 1045">
                <a:extLst>
                  <a:ext uri="{FF2B5EF4-FFF2-40B4-BE49-F238E27FC236}">
                    <a16:creationId xmlns:a16="http://schemas.microsoft.com/office/drawing/2014/main" id="{A530DEBF-EAEB-5F6E-0E55-4089374C808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7" name="Straight Connector 1046">
                <a:extLst>
                  <a:ext uri="{FF2B5EF4-FFF2-40B4-BE49-F238E27FC236}">
                    <a16:creationId xmlns:a16="http://schemas.microsoft.com/office/drawing/2014/main" id="{3DA5CCC6-0A35-66FE-C5CB-5A03B1852FF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8" name="Straight Connector 1047">
                <a:extLst>
                  <a:ext uri="{FF2B5EF4-FFF2-40B4-BE49-F238E27FC236}">
                    <a16:creationId xmlns:a16="http://schemas.microsoft.com/office/drawing/2014/main" id="{B63DF323-5F2B-4F5E-F7AE-6CE9BEF009F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9" name="Straight Connector 1048">
                <a:extLst>
                  <a:ext uri="{FF2B5EF4-FFF2-40B4-BE49-F238E27FC236}">
                    <a16:creationId xmlns:a16="http://schemas.microsoft.com/office/drawing/2014/main" id="{A6632E84-A069-E26F-21C5-74CA433AAAF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45" name="Trapezoid 696">
              <a:extLst>
                <a:ext uri="{FF2B5EF4-FFF2-40B4-BE49-F238E27FC236}">
                  <a16:creationId xmlns:a16="http://schemas.microsoft.com/office/drawing/2014/main" id="{9AF85A2F-E780-EDF8-3CBB-32F8D3038B8E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8328F472-B0C7-95BC-8CF7-79167FEC4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5386" y="2110561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51" name="Oval 1050">
            <a:extLst>
              <a:ext uri="{FF2B5EF4-FFF2-40B4-BE49-F238E27FC236}">
                <a16:creationId xmlns:a16="http://schemas.microsoft.com/office/drawing/2014/main" id="{3886E720-A915-1812-9C99-918BF2633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0708" y="215381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2" name="Trapezoid 709">
            <a:extLst>
              <a:ext uri="{FF2B5EF4-FFF2-40B4-BE49-F238E27FC236}">
                <a16:creationId xmlns:a16="http://schemas.microsoft.com/office/drawing/2014/main" id="{51192486-D003-325F-E20A-BFC7DEEC17CD}"/>
              </a:ext>
            </a:extLst>
          </p:cNvPr>
          <p:cNvSpPr/>
          <p:nvPr/>
        </p:nvSpPr>
        <p:spPr>
          <a:xfrm rot="10800000">
            <a:off x="2201203" y="221109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3" name="Rectangle 135">
            <a:extLst>
              <a:ext uri="{FF2B5EF4-FFF2-40B4-BE49-F238E27FC236}">
                <a16:creationId xmlns:a16="http://schemas.microsoft.com/office/drawing/2014/main" id="{8B29E28B-38E7-9781-3A1B-568264C8C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260" y="214236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ODU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99CBF001-FA9F-E5D0-8897-A1BE00622EE0}"/>
              </a:ext>
            </a:extLst>
          </p:cNvPr>
          <p:cNvGrpSpPr>
            <a:grpSpLocks noChangeAspect="1"/>
          </p:cNvGrpSpPr>
          <p:nvPr/>
        </p:nvGrpSpPr>
        <p:grpSpPr>
          <a:xfrm>
            <a:off x="9999104" y="3503371"/>
            <a:ext cx="273517" cy="173113"/>
            <a:chOff x="980945" y="1888766"/>
            <a:chExt cx="271916" cy="172099"/>
          </a:xfrm>
        </p:grpSpPr>
        <p:grpSp>
          <p:nvGrpSpPr>
            <p:cNvPr id="1064" name="Group 898">
              <a:extLst>
                <a:ext uri="{FF2B5EF4-FFF2-40B4-BE49-F238E27FC236}">
                  <a16:creationId xmlns:a16="http://schemas.microsoft.com/office/drawing/2014/main" id="{1394433D-B351-E7C6-9A35-795E2AD5155A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66" name="Rectangle 88">
                <a:extLst>
                  <a:ext uri="{FF2B5EF4-FFF2-40B4-BE49-F238E27FC236}">
                    <a16:creationId xmlns:a16="http://schemas.microsoft.com/office/drawing/2014/main" id="{843925CC-E366-A772-DBF6-D748FA5E2F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7" name="Rectangle 88">
                <a:extLst>
                  <a:ext uri="{FF2B5EF4-FFF2-40B4-BE49-F238E27FC236}">
                    <a16:creationId xmlns:a16="http://schemas.microsoft.com/office/drawing/2014/main" id="{8A8309D3-BB6E-AD24-6A2D-603DA53A0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8" name="Isosceles Triangle 1067">
                <a:extLst>
                  <a:ext uri="{FF2B5EF4-FFF2-40B4-BE49-F238E27FC236}">
                    <a16:creationId xmlns:a16="http://schemas.microsoft.com/office/drawing/2014/main" id="{75AD07A5-412B-EA92-BA5B-C22A869243F7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9" name="Oval 341">
                <a:extLst>
                  <a:ext uri="{FF2B5EF4-FFF2-40B4-BE49-F238E27FC236}">
                    <a16:creationId xmlns:a16="http://schemas.microsoft.com/office/drawing/2014/main" id="{8833763C-3954-AF5F-8A45-280330F684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65" name="Trapezoid 778">
              <a:extLst>
                <a:ext uri="{FF2B5EF4-FFF2-40B4-BE49-F238E27FC236}">
                  <a16:creationId xmlns:a16="http://schemas.microsoft.com/office/drawing/2014/main" id="{751CECF1-4227-5F01-7E15-1E459F62C5E0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70" name="Group 1069">
            <a:extLst>
              <a:ext uri="{FF2B5EF4-FFF2-40B4-BE49-F238E27FC236}">
                <a16:creationId xmlns:a16="http://schemas.microsoft.com/office/drawing/2014/main" id="{22CFCAFF-C673-732E-E013-76ABC742B815}"/>
              </a:ext>
            </a:extLst>
          </p:cNvPr>
          <p:cNvGrpSpPr/>
          <p:nvPr/>
        </p:nvGrpSpPr>
        <p:grpSpPr>
          <a:xfrm>
            <a:off x="9995385" y="3152623"/>
            <a:ext cx="280226" cy="161260"/>
            <a:chOff x="1539943" y="2795561"/>
            <a:chExt cx="367732" cy="211616"/>
          </a:xfrm>
        </p:grpSpPr>
        <p:sp>
          <p:nvSpPr>
            <p:cNvPr id="1071" name="Rectangle 60">
              <a:extLst>
                <a:ext uri="{FF2B5EF4-FFF2-40B4-BE49-F238E27FC236}">
                  <a16:creationId xmlns:a16="http://schemas.microsoft.com/office/drawing/2014/main" id="{6F01DF34-CB08-FFDD-82A9-E4C06CE609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72" name="Group 719">
              <a:extLst>
                <a:ext uri="{FF2B5EF4-FFF2-40B4-BE49-F238E27FC236}">
                  <a16:creationId xmlns:a16="http://schemas.microsoft.com/office/drawing/2014/main" id="{567BE4D9-CD32-9E9C-4852-E5528F6AF0DF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74" name="Straight Connector 1073">
                <a:extLst>
                  <a:ext uri="{FF2B5EF4-FFF2-40B4-BE49-F238E27FC236}">
                    <a16:creationId xmlns:a16="http://schemas.microsoft.com/office/drawing/2014/main" id="{06065139-7AD4-495E-CD0B-7EC6B66A69B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5" name="Straight Connector 1074">
                <a:extLst>
                  <a:ext uri="{FF2B5EF4-FFF2-40B4-BE49-F238E27FC236}">
                    <a16:creationId xmlns:a16="http://schemas.microsoft.com/office/drawing/2014/main" id="{6D25321C-F0FC-E6BE-197B-AA7BDF74F8D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6" name="Straight Connector 1075">
                <a:extLst>
                  <a:ext uri="{FF2B5EF4-FFF2-40B4-BE49-F238E27FC236}">
                    <a16:creationId xmlns:a16="http://schemas.microsoft.com/office/drawing/2014/main" id="{0C2865F5-09A7-CF56-AB85-22DF66C5F52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2D29866E-A7C2-2C85-B4F2-073749E21A8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73" name="Trapezoid 786">
              <a:extLst>
                <a:ext uri="{FF2B5EF4-FFF2-40B4-BE49-F238E27FC236}">
                  <a16:creationId xmlns:a16="http://schemas.microsoft.com/office/drawing/2014/main" id="{D6B1CEF0-3E31-ECBA-9C29-E7D8F17434B5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AD9337E7-089B-CF70-6788-1ECCC4CB0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8956" y="2128032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79" name="Oval 1078">
            <a:extLst>
              <a:ext uri="{FF2B5EF4-FFF2-40B4-BE49-F238E27FC236}">
                <a16:creationId xmlns:a16="http://schemas.microsoft.com/office/drawing/2014/main" id="{08272A85-88C1-18AE-F460-76F428CBA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353" y="217128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0" name="Trapezoid 793">
            <a:extLst>
              <a:ext uri="{FF2B5EF4-FFF2-40B4-BE49-F238E27FC236}">
                <a16:creationId xmlns:a16="http://schemas.microsoft.com/office/drawing/2014/main" id="{E8CE738F-C534-4820-4691-71CC31124744}"/>
              </a:ext>
            </a:extLst>
          </p:cNvPr>
          <p:cNvSpPr/>
          <p:nvPr/>
        </p:nvSpPr>
        <p:spPr>
          <a:xfrm rot="10800000">
            <a:off x="10048848" y="222856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89" name="Group 1088">
            <a:extLst>
              <a:ext uri="{FF2B5EF4-FFF2-40B4-BE49-F238E27FC236}">
                <a16:creationId xmlns:a16="http://schemas.microsoft.com/office/drawing/2014/main" id="{91D6A97A-1205-50E5-50EB-8DDC45DACE5D}"/>
              </a:ext>
            </a:extLst>
          </p:cNvPr>
          <p:cNvGrpSpPr/>
          <p:nvPr/>
        </p:nvGrpSpPr>
        <p:grpSpPr>
          <a:xfrm>
            <a:off x="10019865" y="3862006"/>
            <a:ext cx="280226" cy="161260"/>
            <a:chOff x="11871597" y="3154592"/>
            <a:chExt cx="367732" cy="211616"/>
          </a:xfrm>
        </p:grpSpPr>
        <p:sp>
          <p:nvSpPr>
            <p:cNvPr id="1090" name="Rectangle 60">
              <a:extLst>
                <a:ext uri="{FF2B5EF4-FFF2-40B4-BE49-F238E27FC236}">
                  <a16:creationId xmlns:a16="http://schemas.microsoft.com/office/drawing/2014/main" id="{098BDEBB-3D99-8112-4F87-378B29968F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1597" y="3154592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91" name="Group 719">
              <a:extLst>
                <a:ext uri="{FF2B5EF4-FFF2-40B4-BE49-F238E27FC236}">
                  <a16:creationId xmlns:a16="http://schemas.microsoft.com/office/drawing/2014/main" id="{8D76CF38-5C93-F704-23F9-44A76C98BCE6}"/>
                </a:ext>
              </a:extLst>
            </p:cNvPr>
            <p:cNvGrpSpPr/>
            <p:nvPr/>
          </p:nvGrpSpPr>
          <p:grpSpPr>
            <a:xfrm>
              <a:off x="11941310" y="3156308"/>
              <a:ext cx="228353" cy="90129"/>
              <a:chOff x="8553742" y="2601251"/>
              <a:chExt cx="216024" cy="108852"/>
            </a:xfrm>
          </p:grpSpPr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B20B15C7-AC0C-7C26-11A5-D5B9C5ED981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4" name="Straight Connector 1093">
                <a:extLst>
                  <a:ext uri="{FF2B5EF4-FFF2-40B4-BE49-F238E27FC236}">
                    <a16:creationId xmlns:a16="http://schemas.microsoft.com/office/drawing/2014/main" id="{0557D238-DEEA-AEE2-A279-DCE21131D07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5" name="Straight Connector 1094">
                <a:extLst>
                  <a:ext uri="{FF2B5EF4-FFF2-40B4-BE49-F238E27FC236}">
                    <a16:creationId xmlns:a16="http://schemas.microsoft.com/office/drawing/2014/main" id="{62C58339-CB00-35D9-F3B6-5051C5209EF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6" name="Straight Connector 1095">
                <a:extLst>
                  <a:ext uri="{FF2B5EF4-FFF2-40B4-BE49-F238E27FC236}">
                    <a16:creationId xmlns:a16="http://schemas.microsoft.com/office/drawing/2014/main" id="{6B0BAB56-28DB-5824-AE40-F5D4DDD3826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92" name="Trapezoid 529">
              <a:extLst>
                <a:ext uri="{FF2B5EF4-FFF2-40B4-BE49-F238E27FC236}">
                  <a16:creationId xmlns:a16="http://schemas.microsoft.com/office/drawing/2014/main" id="{F5CA69F4-ED3E-F3D9-AB4B-646FDB24C1EA}"/>
                </a:ext>
              </a:extLst>
            </p:cNvPr>
            <p:cNvSpPr/>
            <p:nvPr/>
          </p:nvSpPr>
          <p:spPr>
            <a:xfrm rot="10800000">
              <a:off x="11916958" y="3246458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01" name="Rectangle 25">
            <a:extLst>
              <a:ext uri="{FF2B5EF4-FFF2-40B4-BE49-F238E27FC236}">
                <a16:creationId xmlns:a16="http://schemas.microsoft.com/office/drawing/2014/main" id="{DB6A28D8-8175-D6F1-FD88-25A857080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3641" y="3162058"/>
            <a:ext cx="1317064" cy="87951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102" name="Rectangle 29">
            <a:extLst>
              <a:ext uri="{FF2B5EF4-FFF2-40B4-BE49-F238E27FC236}">
                <a16:creationId xmlns:a16="http://schemas.microsoft.com/office/drawing/2014/main" id="{3BD43D2E-6998-888D-D627-533735440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4788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103" name="Rectangle 135">
            <a:extLst>
              <a:ext uri="{FF2B5EF4-FFF2-40B4-BE49-F238E27FC236}">
                <a16:creationId xmlns:a16="http://schemas.microsoft.com/office/drawing/2014/main" id="{2B05F62D-4314-4276-1EA5-5A2D4F74B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314737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Top Connection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104" name="Rectangle 29">
            <a:extLst>
              <a:ext uri="{FF2B5EF4-FFF2-40B4-BE49-F238E27FC236}">
                <a16:creationId xmlns:a16="http://schemas.microsoft.com/office/drawing/2014/main" id="{435DB299-77AC-B770-AE11-091ED63CD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0887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129" name="Group 1128">
            <a:extLst>
              <a:ext uri="{FF2B5EF4-FFF2-40B4-BE49-F238E27FC236}">
                <a16:creationId xmlns:a16="http://schemas.microsoft.com/office/drawing/2014/main" id="{89095AFF-CB44-50CB-2A17-93D5AC6AE882}"/>
              </a:ext>
            </a:extLst>
          </p:cNvPr>
          <p:cNvGrpSpPr/>
          <p:nvPr/>
        </p:nvGrpSpPr>
        <p:grpSpPr>
          <a:xfrm>
            <a:off x="2150475" y="3871489"/>
            <a:ext cx="280226" cy="161260"/>
            <a:chOff x="1539943" y="2795561"/>
            <a:chExt cx="367732" cy="211616"/>
          </a:xfrm>
        </p:grpSpPr>
        <p:sp>
          <p:nvSpPr>
            <p:cNvPr id="1130" name="Rectangle 60">
              <a:extLst>
                <a:ext uri="{FF2B5EF4-FFF2-40B4-BE49-F238E27FC236}">
                  <a16:creationId xmlns:a16="http://schemas.microsoft.com/office/drawing/2014/main" id="{B3E6FED2-0A38-8823-B1F1-12E76BB30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1" name="Group 719">
              <a:extLst>
                <a:ext uri="{FF2B5EF4-FFF2-40B4-BE49-F238E27FC236}">
                  <a16:creationId xmlns:a16="http://schemas.microsoft.com/office/drawing/2014/main" id="{1EC99630-BDB6-3D03-CED0-A8808B000B04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133" name="Straight Connector 1132">
                <a:extLst>
                  <a:ext uri="{FF2B5EF4-FFF2-40B4-BE49-F238E27FC236}">
                    <a16:creationId xmlns:a16="http://schemas.microsoft.com/office/drawing/2014/main" id="{8E11D400-3F4E-FE82-4D36-8289C753CDB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4" name="Straight Connector 1133">
                <a:extLst>
                  <a:ext uri="{FF2B5EF4-FFF2-40B4-BE49-F238E27FC236}">
                    <a16:creationId xmlns:a16="http://schemas.microsoft.com/office/drawing/2014/main" id="{1280E104-1D1E-DE01-02A8-710AB068A0F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5" name="Straight Connector 1134">
                <a:extLst>
                  <a:ext uri="{FF2B5EF4-FFF2-40B4-BE49-F238E27FC236}">
                    <a16:creationId xmlns:a16="http://schemas.microsoft.com/office/drawing/2014/main" id="{432274E2-691E-7193-5B33-D86218C1B89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6" name="Straight Connector 1135">
                <a:extLst>
                  <a:ext uri="{FF2B5EF4-FFF2-40B4-BE49-F238E27FC236}">
                    <a16:creationId xmlns:a16="http://schemas.microsoft.com/office/drawing/2014/main" id="{77359FC9-4E42-4559-B9B6-7C9B6F8368D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32" name="Trapezoid 384">
              <a:extLst>
                <a:ext uri="{FF2B5EF4-FFF2-40B4-BE49-F238E27FC236}">
                  <a16:creationId xmlns:a16="http://schemas.microsoft.com/office/drawing/2014/main" id="{EE8F3E61-D4AF-DB48-63D4-56A0C3CE4025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37" name="Group 254">
            <a:extLst>
              <a:ext uri="{FF2B5EF4-FFF2-40B4-BE49-F238E27FC236}">
                <a16:creationId xmlns:a16="http://schemas.microsoft.com/office/drawing/2014/main" id="{B45F9F66-B1BC-3508-CBF4-CB9F2984F352}"/>
              </a:ext>
            </a:extLst>
          </p:cNvPr>
          <p:cNvGrpSpPr>
            <a:grpSpLocks noChangeAspect="1"/>
          </p:cNvGrpSpPr>
          <p:nvPr/>
        </p:nvGrpSpPr>
        <p:grpSpPr>
          <a:xfrm>
            <a:off x="4420699" y="5309600"/>
            <a:ext cx="280226" cy="161260"/>
            <a:chOff x="8421867" y="1904979"/>
            <a:chExt cx="347879" cy="255573"/>
          </a:xfrm>
        </p:grpSpPr>
        <p:sp>
          <p:nvSpPr>
            <p:cNvPr id="1138" name="Rectangle 60">
              <a:extLst>
                <a:ext uri="{FF2B5EF4-FFF2-40B4-BE49-F238E27FC236}">
                  <a16:creationId xmlns:a16="http://schemas.microsoft.com/office/drawing/2014/main" id="{893BD9E3-1AF5-3CC2-0BE2-BBEA9F30DB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9" name="Group 719">
              <a:extLst>
                <a:ext uri="{FF2B5EF4-FFF2-40B4-BE49-F238E27FC236}">
                  <a16:creationId xmlns:a16="http://schemas.microsoft.com/office/drawing/2014/main" id="{63469FEE-73EE-61D7-A51D-5A69C480983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1" name="Straight Connector 1140">
                <a:extLst>
                  <a:ext uri="{FF2B5EF4-FFF2-40B4-BE49-F238E27FC236}">
                    <a16:creationId xmlns:a16="http://schemas.microsoft.com/office/drawing/2014/main" id="{0BE33CBE-5BB0-F960-3CDE-6625A8FABB0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2" name="Straight Connector 1141">
                <a:extLst>
                  <a:ext uri="{FF2B5EF4-FFF2-40B4-BE49-F238E27FC236}">
                    <a16:creationId xmlns:a16="http://schemas.microsoft.com/office/drawing/2014/main" id="{7EE6B7BD-1FCF-7432-892F-D7A409FC49E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3" name="Straight Connector 1142">
                <a:extLst>
                  <a:ext uri="{FF2B5EF4-FFF2-40B4-BE49-F238E27FC236}">
                    <a16:creationId xmlns:a16="http://schemas.microsoft.com/office/drawing/2014/main" id="{9B76A983-26EF-E6AE-1050-596B5325DAB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4" name="Straight Connector 1143">
                <a:extLst>
                  <a:ext uri="{FF2B5EF4-FFF2-40B4-BE49-F238E27FC236}">
                    <a16:creationId xmlns:a16="http://schemas.microsoft.com/office/drawing/2014/main" id="{EE243F2F-D59C-B177-9729-A730275789D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0" name="Trapezoid 162">
              <a:extLst>
                <a:ext uri="{FF2B5EF4-FFF2-40B4-BE49-F238E27FC236}">
                  <a16:creationId xmlns:a16="http://schemas.microsoft.com/office/drawing/2014/main" id="{8959311A-2C74-35CD-E01D-8FEBD4F96C3F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45" name="Group 254">
            <a:extLst>
              <a:ext uri="{FF2B5EF4-FFF2-40B4-BE49-F238E27FC236}">
                <a16:creationId xmlns:a16="http://schemas.microsoft.com/office/drawing/2014/main" id="{FBCCFC9A-BAB0-913E-4840-6096FB6B5737}"/>
              </a:ext>
            </a:extLst>
          </p:cNvPr>
          <p:cNvGrpSpPr>
            <a:grpSpLocks noChangeAspect="1"/>
          </p:cNvGrpSpPr>
          <p:nvPr/>
        </p:nvGrpSpPr>
        <p:grpSpPr>
          <a:xfrm>
            <a:off x="8139314" y="3873352"/>
            <a:ext cx="280226" cy="161260"/>
            <a:chOff x="8421867" y="1904979"/>
            <a:chExt cx="347879" cy="255573"/>
          </a:xfrm>
        </p:grpSpPr>
        <p:sp>
          <p:nvSpPr>
            <p:cNvPr id="1146" name="Rectangle 60">
              <a:extLst>
                <a:ext uri="{FF2B5EF4-FFF2-40B4-BE49-F238E27FC236}">
                  <a16:creationId xmlns:a16="http://schemas.microsoft.com/office/drawing/2014/main" id="{5FBB683A-D337-01DE-0443-DFE34BD8BA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47" name="Group 719">
              <a:extLst>
                <a:ext uri="{FF2B5EF4-FFF2-40B4-BE49-F238E27FC236}">
                  <a16:creationId xmlns:a16="http://schemas.microsoft.com/office/drawing/2014/main" id="{AB34C6CE-1240-69D8-F270-609A0918A90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9" name="Straight Connector 1148">
                <a:extLst>
                  <a:ext uri="{FF2B5EF4-FFF2-40B4-BE49-F238E27FC236}">
                    <a16:creationId xmlns:a16="http://schemas.microsoft.com/office/drawing/2014/main" id="{7E8E040A-4930-6AAF-B590-1B39FC21CA44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0" name="Straight Connector 1149">
                <a:extLst>
                  <a:ext uri="{FF2B5EF4-FFF2-40B4-BE49-F238E27FC236}">
                    <a16:creationId xmlns:a16="http://schemas.microsoft.com/office/drawing/2014/main" id="{1C66BB30-A7D2-9C90-EA51-ABD290BF51B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1" name="Straight Connector 1150">
                <a:extLst>
                  <a:ext uri="{FF2B5EF4-FFF2-40B4-BE49-F238E27FC236}">
                    <a16:creationId xmlns:a16="http://schemas.microsoft.com/office/drawing/2014/main" id="{F63F13F2-6F0E-79D3-BF5F-8531BD35B85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2" name="Straight Connector 1151">
                <a:extLst>
                  <a:ext uri="{FF2B5EF4-FFF2-40B4-BE49-F238E27FC236}">
                    <a16:creationId xmlns:a16="http://schemas.microsoft.com/office/drawing/2014/main" id="{78BE7545-C56C-83D4-EA64-5BC048A8504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8" name="Trapezoid 494">
              <a:extLst>
                <a:ext uri="{FF2B5EF4-FFF2-40B4-BE49-F238E27FC236}">
                  <a16:creationId xmlns:a16="http://schemas.microsoft.com/office/drawing/2014/main" id="{91894BD0-95C2-890A-3B1F-B838F427000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165" name="Straight Arrow Connector 1164">
            <a:extLst>
              <a:ext uri="{FF2B5EF4-FFF2-40B4-BE49-F238E27FC236}">
                <a16:creationId xmlns:a16="http://schemas.microsoft.com/office/drawing/2014/main" id="{459A246C-25CE-D08A-30D8-3ECC1E0EC54D}"/>
              </a:ext>
            </a:extLst>
          </p:cNvPr>
          <p:cNvCxnSpPr>
            <a:cxnSpLocks/>
            <a:stCxn id="46" idx="0"/>
            <a:endCxn id="917" idx="6"/>
          </p:cNvCxnSpPr>
          <p:nvPr/>
        </p:nvCxnSpPr>
        <p:spPr>
          <a:xfrm flipH="1" flipV="1">
            <a:off x="3313112" y="5577755"/>
            <a:ext cx="680628" cy="9800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196" name="Group 1195">
            <a:extLst>
              <a:ext uri="{FF2B5EF4-FFF2-40B4-BE49-F238E27FC236}">
                <a16:creationId xmlns:a16="http://schemas.microsoft.com/office/drawing/2014/main" id="{B6C1227E-F2F0-8757-2747-9B27A0BF05AB}"/>
              </a:ext>
            </a:extLst>
          </p:cNvPr>
          <p:cNvGrpSpPr>
            <a:grpSpLocks noChangeAspect="1"/>
          </p:cNvGrpSpPr>
          <p:nvPr/>
        </p:nvGrpSpPr>
        <p:grpSpPr>
          <a:xfrm>
            <a:off x="2159941" y="2768012"/>
            <a:ext cx="273517" cy="173113"/>
            <a:chOff x="980945" y="1888766"/>
            <a:chExt cx="271916" cy="172099"/>
          </a:xfrm>
        </p:grpSpPr>
        <p:grpSp>
          <p:nvGrpSpPr>
            <p:cNvPr id="1197" name="Group 898">
              <a:extLst>
                <a:ext uri="{FF2B5EF4-FFF2-40B4-BE49-F238E27FC236}">
                  <a16:creationId xmlns:a16="http://schemas.microsoft.com/office/drawing/2014/main" id="{2CEB56B0-29CA-55EC-A8D5-759513D13E75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199" name="Rectangle 88">
                <a:extLst>
                  <a:ext uri="{FF2B5EF4-FFF2-40B4-BE49-F238E27FC236}">
                    <a16:creationId xmlns:a16="http://schemas.microsoft.com/office/drawing/2014/main" id="{07C1343E-C82F-C304-14C5-71A95B882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0" name="Isosceles Triangle 1199">
                <a:extLst>
                  <a:ext uri="{FF2B5EF4-FFF2-40B4-BE49-F238E27FC236}">
                    <a16:creationId xmlns:a16="http://schemas.microsoft.com/office/drawing/2014/main" id="{8CF5D017-0137-3589-25B8-767B3F7EB530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1" name="Oval 341">
                <a:extLst>
                  <a:ext uri="{FF2B5EF4-FFF2-40B4-BE49-F238E27FC236}">
                    <a16:creationId xmlns:a16="http://schemas.microsoft.com/office/drawing/2014/main" id="{705D8121-7495-1E47-772C-D2A8BA010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198" name="Trapezoid 624">
              <a:extLst>
                <a:ext uri="{FF2B5EF4-FFF2-40B4-BE49-F238E27FC236}">
                  <a16:creationId xmlns:a16="http://schemas.microsoft.com/office/drawing/2014/main" id="{9C5368E1-C4B6-C986-C0AA-35EB346DB403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02" name="Group 1201">
            <a:extLst>
              <a:ext uri="{FF2B5EF4-FFF2-40B4-BE49-F238E27FC236}">
                <a16:creationId xmlns:a16="http://schemas.microsoft.com/office/drawing/2014/main" id="{3AEBE33F-8C0F-6CFC-3E48-A0463C377EA8}"/>
              </a:ext>
            </a:extLst>
          </p:cNvPr>
          <p:cNvGrpSpPr/>
          <p:nvPr/>
        </p:nvGrpSpPr>
        <p:grpSpPr>
          <a:xfrm>
            <a:off x="2156221" y="2453557"/>
            <a:ext cx="280226" cy="161260"/>
            <a:chOff x="1539943" y="2795561"/>
            <a:chExt cx="367732" cy="211616"/>
          </a:xfrm>
        </p:grpSpPr>
        <p:sp>
          <p:nvSpPr>
            <p:cNvPr id="1203" name="Rectangle 60">
              <a:extLst>
                <a:ext uri="{FF2B5EF4-FFF2-40B4-BE49-F238E27FC236}">
                  <a16:creationId xmlns:a16="http://schemas.microsoft.com/office/drawing/2014/main" id="{F4636147-ED27-0F5D-36D2-3C6FDB6256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04" name="Group 719">
              <a:extLst>
                <a:ext uri="{FF2B5EF4-FFF2-40B4-BE49-F238E27FC236}">
                  <a16:creationId xmlns:a16="http://schemas.microsoft.com/office/drawing/2014/main" id="{8CA752F1-425B-C0EA-7D8B-BB48941A6500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06" name="Straight Connector 1205">
                <a:extLst>
                  <a:ext uri="{FF2B5EF4-FFF2-40B4-BE49-F238E27FC236}">
                    <a16:creationId xmlns:a16="http://schemas.microsoft.com/office/drawing/2014/main" id="{C1D51BA9-B13E-31F9-A68B-FA040027043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7" name="Straight Connector 1206">
                <a:extLst>
                  <a:ext uri="{FF2B5EF4-FFF2-40B4-BE49-F238E27FC236}">
                    <a16:creationId xmlns:a16="http://schemas.microsoft.com/office/drawing/2014/main" id="{26CED0B1-FEC6-9C64-7687-C57CCFEF6F0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8" name="Straight Connector 1207">
                <a:extLst>
                  <a:ext uri="{FF2B5EF4-FFF2-40B4-BE49-F238E27FC236}">
                    <a16:creationId xmlns:a16="http://schemas.microsoft.com/office/drawing/2014/main" id="{D8F084FE-AD35-20F2-9E63-BFC66780700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9" name="Straight Connector 1208">
                <a:extLst>
                  <a:ext uri="{FF2B5EF4-FFF2-40B4-BE49-F238E27FC236}">
                    <a16:creationId xmlns:a16="http://schemas.microsoft.com/office/drawing/2014/main" id="{FC80563A-2600-7082-894E-4EC97545457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05" name="Trapezoid 640">
              <a:extLst>
                <a:ext uri="{FF2B5EF4-FFF2-40B4-BE49-F238E27FC236}">
                  <a16:creationId xmlns:a16="http://schemas.microsoft.com/office/drawing/2014/main" id="{C1214A4A-261C-05C6-7BDD-E5847277CFAC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10" name="Rectangle 135">
            <a:extLst>
              <a:ext uri="{FF2B5EF4-FFF2-40B4-BE49-F238E27FC236}">
                <a16:creationId xmlns:a16="http://schemas.microsoft.com/office/drawing/2014/main" id="{832CFAA8-B21E-CCBD-8E74-5D68EBA76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281" y="2477043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211" name="Rectangle 135">
            <a:extLst>
              <a:ext uri="{FF2B5EF4-FFF2-40B4-BE49-F238E27FC236}">
                <a16:creationId xmlns:a16="http://schemas.microsoft.com/office/drawing/2014/main" id="{658E2F0A-5CCD-A235-B6D8-0DC080C2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578" y="2804029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212" name="Group 1211">
            <a:extLst>
              <a:ext uri="{FF2B5EF4-FFF2-40B4-BE49-F238E27FC236}">
                <a16:creationId xmlns:a16="http://schemas.microsoft.com/office/drawing/2014/main" id="{40427D36-896E-6D89-0E3E-9B77F0D78F47}"/>
              </a:ext>
            </a:extLst>
          </p:cNvPr>
          <p:cNvGrpSpPr>
            <a:grpSpLocks noChangeAspect="1"/>
          </p:cNvGrpSpPr>
          <p:nvPr/>
        </p:nvGrpSpPr>
        <p:grpSpPr>
          <a:xfrm>
            <a:off x="9999077" y="2767159"/>
            <a:ext cx="273517" cy="173113"/>
            <a:chOff x="980945" y="1888766"/>
            <a:chExt cx="271916" cy="172099"/>
          </a:xfrm>
        </p:grpSpPr>
        <p:grpSp>
          <p:nvGrpSpPr>
            <p:cNvPr id="1213" name="Group 898">
              <a:extLst>
                <a:ext uri="{FF2B5EF4-FFF2-40B4-BE49-F238E27FC236}">
                  <a16:creationId xmlns:a16="http://schemas.microsoft.com/office/drawing/2014/main" id="{91A02058-60D1-6861-9E5F-23521FE04C64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215" name="Rectangle 88">
                <a:extLst>
                  <a:ext uri="{FF2B5EF4-FFF2-40B4-BE49-F238E27FC236}">
                    <a16:creationId xmlns:a16="http://schemas.microsoft.com/office/drawing/2014/main" id="{FA23B5B1-892D-B289-8168-09CF116F56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6" name="Isosceles Triangle 1215">
                <a:extLst>
                  <a:ext uri="{FF2B5EF4-FFF2-40B4-BE49-F238E27FC236}">
                    <a16:creationId xmlns:a16="http://schemas.microsoft.com/office/drawing/2014/main" id="{7A5D0842-471B-F31B-F9B6-73E7BC065798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7" name="Oval 341">
                <a:extLst>
                  <a:ext uri="{FF2B5EF4-FFF2-40B4-BE49-F238E27FC236}">
                    <a16:creationId xmlns:a16="http://schemas.microsoft.com/office/drawing/2014/main" id="{0C51A4C7-8D17-FB36-13D6-5F50A75715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214" name="Trapezoid 655">
              <a:extLst>
                <a:ext uri="{FF2B5EF4-FFF2-40B4-BE49-F238E27FC236}">
                  <a16:creationId xmlns:a16="http://schemas.microsoft.com/office/drawing/2014/main" id="{DF6F8E07-4AE1-B61D-9B13-356E2D442D5A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18" name="Group 1217">
            <a:extLst>
              <a:ext uri="{FF2B5EF4-FFF2-40B4-BE49-F238E27FC236}">
                <a16:creationId xmlns:a16="http://schemas.microsoft.com/office/drawing/2014/main" id="{4664D588-A12B-C00E-7B72-D2F0A1666B30}"/>
              </a:ext>
            </a:extLst>
          </p:cNvPr>
          <p:cNvGrpSpPr/>
          <p:nvPr/>
        </p:nvGrpSpPr>
        <p:grpSpPr>
          <a:xfrm>
            <a:off x="9995358" y="2452703"/>
            <a:ext cx="280226" cy="161260"/>
            <a:chOff x="1539943" y="2795561"/>
            <a:chExt cx="367732" cy="211616"/>
          </a:xfrm>
        </p:grpSpPr>
        <p:sp>
          <p:nvSpPr>
            <p:cNvPr id="1219" name="Rectangle 60">
              <a:extLst>
                <a:ext uri="{FF2B5EF4-FFF2-40B4-BE49-F238E27FC236}">
                  <a16:creationId xmlns:a16="http://schemas.microsoft.com/office/drawing/2014/main" id="{98870BBB-3494-D8B4-5419-F54609A7E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20" name="Group 719">
              <a:extLst>
                <a:ext uri="{FF2B5EF4-FFF2-40B4-BE49-F238E27FC236}">
                  <a16:creationId xmlns:a16="http://schemas.microsoft.com/office/drawing/2014/main" id="{D4EF98CA-999A-FB32-BDA1-A8B50F919473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22" name="Straight Connector 1221">
                <a:extLst>
                  <a:ext uri="{FF2B5EF4-FFF2-40B4-BE49-F238E27FC236}">
                    <a16:creationId xmlns:a16="http://schemas.microsoft.com/office/drawing/2014/main" id="{D23A13C2-8FA1-67D6-5891-4BE98D899A9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3" name="Straight Connector 1222">
                <a:extLst>
                  <a:ext uri="{FF2B5EF4-FFF2-40B4-BE49-F238E27FC236}">
                    <a16:creationId xmlns:a16="http://schemas.microsoft.com/office/drawing/2014/main" id="{F504FFAA-B1A1-5A6E-C2F9-2582B60C06F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4" name="Straight Connector 1223">
                <a:extLst>
                  <a:ext uri="{FF2B5EF4-FFF2-40B4-BE49-F238E27FC236}">
                    <a16:creationId xmlns:a16="http://schemas.microsoft.com/office/drawing/2014/main" id="{3F8E3354-D279-3AF5-61FB-3E111BF6F78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5" name="Straight Connector 1224">
                <a:extLst>
                  <a:ext uri="{FF2B5EF4-FFF2-40B4-BE49-F238E27FC236}">
                    <a16:creationId xmlns:a16="http://schemas.microsoft.com/office/drawing/2014/main" id="{126C5A84-F57E-69B5-E794-3417CA2774E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21" name="Trapezoid 666">
              <a:extLst>
                <a:ext uri="{FF2B5EF4-FFF2-40B4-BE49-F238E27FC236}">
                  <a16:creationId xmlns:a16="http://schemas.microsoft.com/office/drawing/2014/main" id="{6818ABF8-FC3A-8D8E-D6E7-BBF4292FCF9D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26" name="Group 1225">
            <a:extLst>
              <a:ext uri="{FF2B5EF4-FFF2-40B4-BE49-F238E27FC236}">
                <a16:creationId xmlns:a16="http://schemas.microsoft.com/office/drawing/2014/main" id="{00D454A3-2D2F-98D0-710C-1F09C15370B4}"/>
              </a:ext>
            </a:extLst>
          </p:cNvPr>
          <p:cNvGrpSpPr>
            <a:grpSpLocks noChangeAspect="1"/>
          </p:cNvGrpSpPr>
          <p:nvPr/>
        </p:nvGrpSpPr>
        <p:grpSpPr>
          <a:xfrm>
            <a:off x="2997672" y="6085601"/>
            <a:ext cx="303785" cy="71625"/>
            <a:chOff x="3526822" y="4206320"/>
            <a:chExt cx="567386" cy="133776"/>
          </a:xfrm>
        </p:grpSpPr>
        <p:sp>
          <p:nvSpPr>
            <p:cNvPr id="1227" name="Rectangle 25">
              <a:extLst>
                <a:ext uri="{FF2B5EF4-FFF2-40B4-BE49-F238E27FC236}">
                  <a16:creationId xmlns:a16="http://schemas.microsoft.com/office/drawing/2014/main" id="{20C07775-D52B-D230-D1CF-4574FA11F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6822" y="4206320"/>
              <a:ext cx="567386" cy="133776"/>
            </a:xfrm>
            <a:prstGeom prst="rect">
              <a:avLst/>
            </a:prstGeom>
            <a:solidFill>
              <a:srgbClr val="FFAF00">
                <a:lumMod val="75000"/>
              </a:srgbClr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69681" tIns="34840" rIns="69681" bIns="34840" numCol="1" anchor="ctr" anchorCtr="0" compatLnSpc="1">
              <a:prstTxWarp prst="textNoShape">
                <a:avLst/>
              </a:prstTxWarp>
            </a:bodyPr>
            <a:lstStyle/>
            <a:p>
              <a:pPr algn="ctr" defTabSz="464492">
                <a:defRPr/>
              </a:pPr>
              <a:endParaRPr lang="en-US" sz="813" kern="0">
                <a:solidFill>
                  <a:srgbClr val="4B4B4B">
                    <a:lumMod val="50000"/>
                  </a:srgbClr>
                </a:solidFill>
                <a:latin typeface="Calibri"/>
              </a:endParaRPr>
            </a:p>
          </p:txBody>
        </p:sp>
        <p:sp>
          <p:nvSpPr>
            <p:cNvPr id="1228" name="Rectangle 29">
              <a:extLst>
                <a:ext uri="{FF2B5EF4-FFF2-40B4-BE49-F238E27FC236}">
                  <a16:creationId xmlns:a16="http://schemas.microsoft.com/office/drawing/2014/main" id="{8D99E408-A495-328E-5703-DC453CB53B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7763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  <p:sp>
          <p:nvSpPr>
            <p:cNvPr id="1229" name="Rectangle 29">
              <a:extLst>
                <a:ext uri="{FF2B5EF4-FFF2-40B4-BE49-F238E27FC236}">
                  <a16:creationId xmlns:a16="http://schemas.microsoft.com/office/drawing/2014/main" id="{53C30AA4-F89C-C560-4C43-7D68BF4BED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769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</p:grpSp>
      <p:grpSp>
        <p:nvGrpSpPr>
          <p:cNvPr id="1230" name="Group 1229">
            <a:extLst>
              <a:ext uri="{FF2B5EF4-FFF2-40B4-BE49-F238E27FC236}">
                <a16:creationId xmlns:a16="http://schemas.microsoft.com/office/drawing/2014/main" id="{A12D37D9-B022-3421-B3E2-A81CA1B5D52D}"/>
              </a:ext>
            </a:extLst>
          </p:cNvPr>
          <p:cNvGrpSpPr/>
          <p:nvPr/>
        </p:nvGrpSpPr>
        <p:grpSpPr>
          <a:xfrm>
            <a:off x="4706505" y="6106196"/>
            <a:ext cx="1029166" cy="71625"/>
            <a:chOff x="3595799" y="4960156"/>
            <a:chExt cx="1012906" cy="70493"/>
          </a:xfrm>
        </p:grpSpPr>
        <p:cxnSp>
          <p:nvCxnSpPr>
            <p:cNvPr id="1231" name="Straight Arrow Connector 1230">
              <a:extLst>
                <a:ext uri="{FF2B5EF4-FFF2-40B4-BE49-F238E27FC236}">
                  <a16:creationId xmlns:a16="http://schemas.microsoft.com/office/drawing/2014/main" id="{883C0502-F57B-E136-6686-066423E2898A}"/>
                </a:ext>
              </a:extLst>
            </p:cNvPr>
            <p:cNvCxnSpPr>
              <a:cxnSpLocks/>
              <a:stCxn id="288" idx="1"/>
              <a:endCxn id="1235" idx="3"/>
            </p:cNvCxnSpPr>
            <p:nvPr/>
          </p:nvCxnSpPr>
          <p:spPr>
            <a:xfrm flipH="1">
              <a:off x="4152522" y="4969811"/>
              <a:ext cx="456183" cy="2480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2" name="Straight Arrow Connector 1231">
              <a:extLst>
                <a:ext uri="{FF2B5EF4-FFF2-40B4-BE49-F238E27FC236}">
                  <a16:creationId xmlns:a16="http://schemas.microsoft.com/office/drawing/2014/main" id="{1531BFF0-2A19-8179-C5DB-6BD6FBA35B21}"/>
                </a:ext>
              </a:extLst>
            </p:cNvPr>
            <p:cNvCxnSpPr>
              <a:cxnSpLocks/>
              <a:stCxn id="1236" idx="1"/>
              <a:endCxn id="236" idx="3"/>
            </p:cNvCxnSpPr>
            <p:nvPr/>
          </p:nvCxnSpPr>
          <p:spPr>
            <a:xfrm flipH="1" flipV="1">
              <a:off x="3595799" y="4973354"/>
              <a:ext cx="289632" cy="21266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33" name="Group 1232">
              <a:extLst>
                <a:ext uri="{FF2B5EF4-FFF2-40B4-BE49-F238E27FC236}">
                  <a16:creationId xmlns:a16="http://schemas.microsoft.com/office/drawing/2014/main" id="{13E0474F-53C1-CE47-9221-05D2159214C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34" name="Rectangle 25">
                <a:extLst>
                  <a:ext uri="{FF2B5EF4-FFF2-40B4-BE49-F238E27FC236}">
                    <a16:creationId xmlns:a16="http://schemas.microsoft.com/office/drawing/2014/main" id="{F6449D3A-7029-845F-BC70-6F76C630C9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35" name="Rectangle 29">
                <a:extLst>
                  <a:ext uri="{FF2B5EF4-FFF2-40B4-BE49-F238E27FC236}">
                    <a16:creationId xmlns:a16="http://schemas.microsoft.com/office/drawing/2014/main" id="{EC71A5EB-C533-92DE-CD31-5B2A2A732D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36" name="Rectangle 29">
                <a:extLst>
                  <a:ext uri="{FF2B5EF4-FFF2-40B4-BE49-F238E27FC236}">
                    <a16:creationId xmlns:a16="http://schemas.microsoft.com/office/drawing/2014/main" id="{7EC80B5B-FCCD-145A-C0C2-E2CCA10710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37" name="Group 1236">
            <a:extLst>
              <a:ext uri="{FF2B5EF4-FFF2-40B4-BE49-F238E27FC236}">
                <a16:creationId xmlns:a16="http://schemas.microsoft.com/office/drawing/2014/main" id="{FC26737B-0808-A209-C88E-ED96238A50F8}"/>
              </a:ext>
            </a:extLst>
          </p:cNvPr>
          <p:cNvGrpSpPr/>
          <p:nvPr/>
        </p:nvGrpSpPr>
        <p:grpSpPr>
          <a:xfrm>
            <a:off x="6580618" y="6095623"/>
            <a:ext cx="1049124" cy="71625"/>
            <a:chOff x="3490493" y="4960156"/>
            <a:chExt cx="1032550" cy="70493"/>
          </a:xfrm>
        </p:grpSpPr>
        <p:cxnSp>
          <p:nvCxnSpPr>
            <p:cNvPr id="1238" name="Straight Arrow Connector 1237">
              <a:extLst>
                <a:ext uri="{FF2B5EF4-FFF2-40B4-BE49-F238E27FC236}">
                  <a16:creationId xmlns:a16="http://schemas.microsoft.com/office/drawing/2014/main" id="{9D928FFE-1D38-5F22-BBD8-890AD6388178}"/>
                </a:ext>
              </a:extLst>
            </p:cNvPr>
            <p:cNvCxnSpPr>
              <a:cxnSpLocks/>
              <a:stCxn id="349" idx="3"/>
              <a:endCxn id="1242" idx="3"/>
            </p:cNvCxnSpPr>
            <p:nvPr/>
          </p:nvCxnSpPr>
          <p:spPr>
            <a:xfrm flipH="1">
              <a:off x="4152522" y="4986541"/>
              <a:ext cx="370521" cy="807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9" name="Straight Arrow Connector 1238">
              <a:extLst>
                <a:ext uri="{FF2B5EF4-FFF2-40B4-BE49-F238E27FC236}">
                  <a16:creationId xmlns:a16="http://schemas.microsoft.com/office/drawing/2014/main" id="{4679774A-7D00-8CED-4D7A-5D17E159192A}"/>
                </a:ext>
              </a:extLst>
            </p:cNvPr>
            <p:cNvCxnSpPr>
              <a:cxnSpLocks/>
              <a:stCxn id="1243" idx="1"/>
              <a:endCxn id="327" idx="3"/>
            </p:cNvCxnSpPr>
            <p:nvPr/>
          </p:nvCxnSpPr>
          <p:spPr>
            <a:xfrm flipH="1" flipV="1">
              <a:off x="3490493" y="4980219"/>
              <a:ext cx="394937" cy="14401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0" name="Group 1239">
              <a:extLst>
                <a:ext uri="{FF2B5EF4-FFF2-40B4-BE49-F238E27FC236}">
                  <a16:creationId xmlns:a16="http://schemas.microsoft.com/office/drawing/2014/main" id="{629A116F-4752-54BA-E5B3-04C174200DC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1" name="Rectangle 25">
                <a:extLst>
                  <a:ext uri="{FF2B5EF4-FFF2-40B4-BE49-F238E27FC236}">
                    <a16:creationId xmlns:a16="http://schemas.microsoft.com/office/drawing/2014/main" id="{F20AA335-003A-61C0-118E-0E24F30CF6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2" name="Rectangle 29">
                <a:extLst>
                  <a:ext uri="{FF2B5EF4-FFF2-40B4-BE49-F238E27FC236}">
                    <a16:creationId xmlns:a16="http://schemas.microsoft.com/office/drawing/2014/main" id="{96E9B6C1-B465-D537-8418-D18FECBB9A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43" name="Rectangle 29">
                <a:extLst>
                  <a:ext uri="{FF2B5EF4-FFF2-40B4-BE49-F238E27FC236}">
                    <a16:creationId xmlns:a16="http://schemas.microsoft.com/office/drawing/2014/main" id="{97275478-AD8B-7E01-3FAB-2A007C92C4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44" name="Group 1243">
            <a:extLst>
              <a:ext uri="{FF2B5EF4-FFF2-40B4-BE49-F238E27FC236}">
                <a16:creationId xmlns:a16="http://schemas.microsoft.com/office/drawing/2014/main" id="{8E5AC180-7AE8-6B0B-4A2E-5F2AF83FF2CA}"/>
              </a:ext>
            </a:extLst>
          </p:cNvPr>
          <p:cNvGrpSpPr/>
          <p:nvPr/>
        </p:nvGrpSpPr>
        <p:grpSpPr>
          <a:xfrm>
            <a:off x="8425121" y="6109337"/>
            <a:ext cx="1594744" cy="71625"/>
            <a:chOff x="3602868" y="4960156"/>
            <a:chExt cx="1569549" cy="70493"/>
          </a:xfrm>
        </p:grpSpPr>
        <p:cxnSp>
          <p:nvCxnSpPr>
            <p:cNvPr id="1245" name="Straight Arrow Connector 1244">
              <a:extLst>
                <a:ext uri="{FF2B5EF4-FFF2-40B4-BE49-F238E27FC236}">
                  <a16:creationId xmlns:a16="http://schemas.microsoft.com/office/drawing/2014/main" id="{339894A4-7F90-274A-A5A3-CCDF39589BBC}"/>
                </a:ext>
              </a:extLst>
            </p:cNvPr>
            <p:cNvCxnSpPr>
              <a:cxnSpLocks/>
              <a:stCxn id="927" idx="1"/>
              <a:endCxn id="1249" idx="3"/>
            </p:cNvCxnSpPr>
            <p:nvPr/>
          </p:nvCxnSpPr>
          <p:spPr>
            <a:xfrm flipH="1">
              <a:off x="4152522" y="4962044"/>
              <a:ext cx="1019895" cy="3257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46" name="Straight Arrow Connector 1245">
              <a:extLst>
                <a:ext uri="{FF2B5EF4-FFF2-40B4-BE49-F238E27FC236}">
                  <a16:creationId xmlns:a16="http://schemas.microsoft.com/office/drawing/2014/main" id="{32FF54BD-C949-E71A-2B0A-AFE77E39CE38}"/>
                </a:ext>
              </a:extLst>
            </p:cNvPr>
            <p:cNvCxnSpPr>
              <a:cxnSpLocks/>
              <a:stCxn id="1250" idx="1"/>
              <a:endCxn id="359" idx="3"/>
            </p:cNvCxnSpPr>
            <p:nvPr/>
          </p:nvCxnSpPr>
          <p:spPr>
            <a:xfrm flipH="1" flipV="1">
              <a:off x="3602868" y="4967725"/>
              <a:ext cx="282563" cy="2689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7" name="Group 1246">
              <a:extLst>
                <a:ext uri="{FF2B5EF4-FFF2-40B4-BE49-F238E27FC236}">
                  <a16:creationId xmlns:a16="http://schemas.microsoft.com/office/drawing/2014/main" id="{BCBFAC0C-B6C9-D78B-5BAD-B9DD5ADC593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8" name="Rectangle 25">
                <a:extLst>
                  <a:ext uri="{FF2B5EF4-FFF2-40B4-BE49-F238E27FC236}">
                    <a16:creationId xmlns:a16="http://schemas.microsoft.com/office/drawing/2014/main" id="{7103A2FC-AFF6-5104-DBFA-FE3A69081C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9" name="Rectangle 29">
                <a:extLst>
                  <a:ext uri="{FF2B5EF4-FFF2-40B4-BE49-F238E27FC236}">
                    <a16:creationId xmlns:a16="http://schemas.microsoft.com/office/drawing/2014/main" id="{9E7B83A9-0B6D-5BBF-6EFE-70D40F04C7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50" name="Rectangle 29">
                <a:extLst>
                  <a:ext uri="{FF2B5EF4-FFF2-40B4-BE49-F238E27FC236}">
                    <a16:creationId xmlns:a16="http://schemas.microsoft.com/office/drawing/2014/main" id="{C71E616A-CA49-ABD5-D194-F62BDED0E5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51" name="Group 254">
            <a:extLst>
              <a:ext uri="{FF2B5EF4-FFF2-40B4-BE49-F238E27FC236}">
                <a16:creationId xmlns:a16="http://schemas.microsoft.com/office/drawing/2014/main" id="{B6DEC8C8-0068-34E2-294E-E8816A02BCC8}"/>
              </a:ext>
            </a:extLst>
          </p:cNvPr>
          <p:cNvGrpSpPr>
            <a:grpSpLocks noChangeAspect="1"/>
          </p:cNvGrpSpPr>
          <p:nvPr/>
        </p:nvGrpSpPr>
        <p:grpSpPr>
          <a:xfrm>
            <a:off x="4417264" y="3838625"/>
            <a:ext cx="280226" cy="161260"/>
            <a:chOff x="8421867" y="1904979"/>
            <a:chExt cx="347879" cy="255573"/>
          </a:xfrm>
        </p:grpSpPr>
        <p:sp>
          <p:nvSpPr>
            <p:cNvPr id="1252" name="Rectangle 60">
              <a:extLst>
                <a:ext uri="{FF2B5EF4-FFF2-40B4-BE49-F238E27FC236}">
                  <a16:creationId xmlns:a16="http://schemas.microsoft.com/office/drawing/2014/main" id="{B20A4A62-B148-AF69-089A-3ED2BE6C19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53" name="Group 719">
              <a:extLst>
                <a:ext uri="{FF2B5EF4-FFF2-40B4-BE49-F238E27FC236}">
                  <a16:creationId xmlns:a16="http://schemas.microsoft.com/office/drawing/2014/main" id="{395B20CD-FA00-8655-977A-5CAD77E1B59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55" name="Straight Connector 1254">
                <a:extLst>
                  <a:ext uri="{FF2B5EF4-FFF2-40B4-BE49-F238E27FC236}">
                    <a16:creationId xmlns:a16="http://schemas.microsoft.com/office/drawing/2014/main" id="{C781FC97-F645-EDBA-811A-93F185F5153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6" name="Straight Connector 1255">
                <a:extLst>
                  <a:ext uri="{FF2B5EF4-FFF2-40B4-BE49-F238E27FC236}">
                    <a16:creationId xmlns:a16="http://schemas.microsoft.com/office/drawing/2014/main" id="{AA757E01-2F12-E90D-FF88-43DB18812F1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7" name="Straight Connector 1256">
                <a:extLst>
                  <a:ext uri="{FF2B5EF4-FFF2-40B4-BE49-F238E27FC236}">
                    <a16:creationId xmlns:a16="http://schemas.microsoft.com/office/drawing/2014/main" id="{B8F210FF-DC33-E119-7E92-106C6A9B350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8" name="Straight Connector 1257">
                <a:extLst>
                  <a:ext uri="{FF2B5EF4-FFF2-40B4-BE49-F238E27FC236}">
                    <a16:creationId xmlns:a16="http://schemas.microsoft.com/office/drawing/2014/main" id="{E2FBCEC0-D16D-4BFE-BE1B-3E89057A0AF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54" name="Trapezoid 798">
              <a:extLst>
                <a:ext uri="{FF2B5EF4-FFF2-40B4-BE49-F238E27FC236}">
                  <a16:creationId xmlns:a16="http://schemas.microsoft.com/office/drawing/2014/main" id="{1F9ABAD4-8793-5F5F-E298-6500FC524BDD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59" name="Rectangle 25">
            <a:extLst>
              <a:ext uri="{FF2B5EF4-FFF2-40B4-BE49-F238E27FC236}">
                <a16:creationId xmlns:a16="http://schemas.microsoft.com/office/drawing/2014/main" id="{AD5F6EF6-524F-A5A4-95FA-687E36929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397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60" name="Straight Arrow Connector 1259">
            <a:extLst>
              <a:ext uri="{FF2B5EF4-FFF2-40B4-BE49-F238E27FC236}">
                <a16:creationId xmlns:a16="http://schemas.microsoft.com/office/drawing/2014/main" id="{79F019C2-3B5C-A9E8-20D0-A9D4CDBEA9AE}"/>
              </a:ext>
            </a:extLst>
          </p:cNvPr>
          <p:cNvCxnSpPr>
            <a:cxnSpLocks/>
            <a:stCxn id="1265" idx="1"/>
            <a:endCxn id="1263" idx="6"/>
          </p:cNvCxnSpPr>
          <p:nvPr/>
        </p:nvCxnSpPr>
        <p:spPr>
          <a:xfrm flipH="1" flipV="1">
            <a:off x="4359187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1" name="Rectangle 29">
            <a:extLst>
              <a:ext uri="{FF2B5EF4-FFF2-40B4-BE49-F238E27FC236}">
                <a16:creationId xmlns:a16="http://schemas.microsoft.com/office/drawing/2014/main" id="{E79F06F0-B467-1DB2-0E18-9F432C168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638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62" name="Straight Arrow Connector 1261">
            <a:extLst>
              <a:ext uri="{FF2B5EF4-FFF2-40B4-BE49-F238E27FC236}">
                <a16:creationId xmlns:a16="http://schemas.microsoft.com/office/drawing/2014/main" id="{E7BC27DD-9491-1901-B2C5-8A92600802BF}"/>
              </a:ext>
            </a:extLst>
          </p:cNvPr>
          <p:cNvCxnSpPr>
            <a:cxnSpLocks/>
            <a:stCxn id="1261" idx="2"/>
            <a:endCxn id="991" idx="3"/>
          </p:cNvCxnSpPr>
          <p:nvPr/>
        </p:nvCxnSpPr>
        <p:spPr>
          <a:xfrm flipH="1">
            <a:off x="4128853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3" name="Rectangle 29">
            <a:extLst>
              <a:ext uri="{FF2B5EF4-FFF2-40B4-BE49-F238E27FC236}">
                <a16:creationId xmlns:a16="http://schemas.microsoft.com/office/drawing/2014/main" id="{89FB0784-1C55-4E02-70B7-F27A44E59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105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264" name="Group 1263">
            <a:extLst>
              <a:ext uri="{FF2B5EF4-FFF2-40B4-BE49-F238E27FC236}">
                <a16:creationId xmlns:a16="http://schemas.microsoft.com/office/drawing/2014/main" id="{B2CD811A-5D0E-6E6D-0989-09F17C3AE304}"/>
              </a:ext>
            </a:extLst>
          </p:cNvPr>
          <p:cNvGrpSpPr/>
          <p:nvPr/>
        </p:nvGrpSpPr>
        <p:grpSpPr>
          <a:xfrm>
            <a:off x="4417318" y="3501234"/>
            <a:ext cx="276281" cy="173735"/>
            <a:chOff x="3417117" y="2447654"/>
            <a:chExt cx="362556" cy="227987"/>
          </a:xfrm>
        </p:grpSpPr>
        <p:sp>
          <p:nvSpPr>
            <p:cNvPr id="1265" name="Rectangle 1264">
              <a:extLst>
                <a:ext uri="{FF2B5EF4-FFF2-40B4-BE49-F238E27FC236}">
                  <a16:creationId xmlns:a16="http://schemas.microsoft.com/office/drawing/2014/main" id="{C385FE92-394D-8BF0-FA06-9933772C9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66" name="Oval 1265">
              <a:extLst>
                <a:ext uri="{FF2B5EF4-FFF2-40B4-BE49-F238E27FC236}">
                  <a16:creationId xmlns:a16="http://schemas.microsoft.com/office/drawing/2014/main" id="{66B7E966-01D0-B2DC-CC6B-B7C9C6DCF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7" name="Trapezoid 849">
              <a:extLst>
                <a:ext uri="{FF2B5EF4-FFF2-40B4-BE49-F238E27FC236}">
                  <a16:creationId xmlns:a16="http://schemas.microsoft.com/office/drawing/2014/main" id="{B7D0542A-C9F6-35BB-793E-296C49BF0E42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68" name="Straight Arrow Connector 1267">
            <a:extLst>
              <a:ext uri="{FF2B5EF4-FFF2-40B4-BE49-F238E27FC236}">
                <a16:creationId xmlns:a16="http://schemas.microsoft.com/office/drawing/2014/main" id="{1C49F0FA-3550-3130-F114-8AB0A94FC752}"/>
              </a:ext>
            </a:extLst>
          </p:cNvPr>
          <p:cNvCxnSpPr>
            <a:cxnSpLocks/>
            <a:stCxn id="1102" idx="3"/>
            <a:endCxn id="991" idx="0"/>
          </p:cNvCxnSpPr>
          <p:nvPr/>
        </p:nvCxnSpPr>
        <p:spPr>
          <a:xfrm flipH="1">
            <a:off x="3990712" y="3227932"/>
            <a:ext cx="1493606" cy="27172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69" name="Group 254">
            <a:extLst>
              <a:ext uri="{FF2B5EF4-FFF2-40B4-BE49-F238E27FC236}">
                <a16:creationId xmlns:a16="http://schemas.microsoft.com/office/drawing/2014/main" id="{8BF83ECD-C5E0-3202-7730-3952AED323A3}"/>
              </a:ext>
            </a:extLst>
          </p:cNvPr>
          <p:cNvGrpSpPr>
            <a:grpSpLocks noChangeAspect="1"/>
          </p:cNvGrpSpPr>
          <p:nvPr/>
        </p:nvGrpSpPr>
        <p:grpSpPr>
          <a:xfrm>
            <a:off x="7575569" y="3850494"/>
            <a:ext cx="280226" cy="161260"/>
            <a:chOff x="8421867" y="1904979"/>
            <a:chExt cx="347879" cy="255573"/>
          </a:xfrm>
        </p:grpSpPr>
        <p:sp>
          <p:nvSpPr>
            <p:cNvPr id="1270" name="Rectangle 60">
              <a:extLst>
                <a:ext uri="{FF2B5EF4-FFF2-40B4-BE49-F238E27FC236}">
                  <a16:creationId xmlns:a16="http://schemas.microsoft.com/office/drawing/2014/main" id="{1A48F95F-6888-ED7C-C3FE-39B9CAB3E0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71" name="Group 719">
              <a:extLst>
                <a:ext uri="{FF2B5EF4-FFF2-40B4-BE49-F238E27FC236}">
                  <a16:creationId xmlns:a16="http://schemas.microsoft.com/office/drawing/2014/main" id="{0D33074F-547C-4D11-636F-468184CEA279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73" name="Straight Connector 1272">
                <a:extLst>
                  <a:ext uri="{FF2B5EF4-FFF2-40B4-BE49-F238E27FC236}">
                    <a16:creationId xmlns:a16="http://schemas.microsoft.com/office/drawing/2014/main" id="{C2E99EDE-E801-0B79-3A9A-FC4265ECE9E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4" name="Straight Connector 1273">
                <a:extLst>
                  <a:ext uri="{FF2B5EF4-FFF2-40B4-BE49-F238E27FC236}">
                    <a16:creationId xmlns:a16="http://schemas.microsoft.com/office/drawing/2014/main" id="{88EB3161-EE83-44F9-8A6B-5E5B0076B53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5" name="Straight Connector 1274">
                <a:extLst>
                  <a:ext uri="{FF2B5EF4-FFF2-40B4-BE49-F238E27FC236}">
                    <a16:creationId xmlns:a16="http://schemas.microsoft.com/office/drawing/2014/main" id="{004AE073-404A-F1A5-5E2F-03160A19963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6" name="Straight Connector 1275">
                <a:extLst>
                  <a:ext uri="{FF2B5EF4-FFF2-40B4-BE49-F238E27FC236}">
                    <a16:creationId xmlns:a16="http://schemas.microsoft.com/office/drawing/2014/main" id="{E4648264-8B35-F132-CE2C-BC9584B539A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72" name="Trapezoid 853">
              <a:extLst>
                <a:ext uri="{FF2B5EF4-FFF2-40B4-BE49-F238E27FC236}">
                  <a16:creationId xmlns:a16="http://schemas.microsoft.com/office/drawing/2014/main" id="{33AD8423-61DD-331E-5212-C06098DCBBB8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77" name="Group 1276">
            <a:extLst>
              <a:ext uri="{FF2B5EF4-FFF2-40B4-BE49-F238E27FC236}">
                <a16:creationId xmlns:a16="http://schemas.microsoft.com/office/drawing/2014/main" id="{95B20555-21DF-C119-8CF6-5094737CEC71}"/>
              </a:ext>
            </a:extLst>
          </p:cNvPr>
          <p:cNvGrpSpPr/>
          <p:nvPr/>
        </p:nvGrpSpPr>
        <p:grpSpPr>
          <a:xfrm>
            <a:off x="7572492" y="3498108"/>
            <a:ext cx="276281" cy="173735"/>
            <a:chOff x="3417117" y="2447654"/>
            <a:chExt cx="362556" cy="227987"/>
          </a:xfrm>
        </p:grpSpPr>
        <p:sp>
          <p:nvSpPr>
            <p:cNvPr id="1278" name="Rectangle 1277">
              <a:extLst>
                <a:ext uri="{FF2B5EF4-FFF2-40B4-BE49-F238E27FC236}">
                  <a16:creationId xmlns:a16="http://schemas.microsoft.com/office/drawing/2014/main" id="{592F9218-58F2-5890-53B8-DD5062705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79" name="Oval 1278">
              <a:extLst>
                <a:ext uri="{FF2B5EF4-FFF2-40B4-BE49-F238E27FC236}">
                  <a16:creationId xmlns:a16="http://schemas.microsoft.com/office/drawing/2014/main" id="{0A906DE6-F195-BF01-3921-6194A0253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80" name="Trapezoid 861">
              <a:extLst>
                <a:ext uri="{FF2B5EF4-FFF2-40B4-BE49-F238E27FC236}">
                  <a16:creationId xmlns:a16="http://schemas.microsoft.com/office/drawing/2014/main" id="{66164E1F-3812-ADFA-C51D-AD788D99D46F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81" name="Rectangle 25">
            <a:extLst>
              <a:ext uri="{FF2B5EF4-FFF2-40B4-BE49-F238E27FC236}">
                <a16:creationId xmlns:a16="http://schemas.microsoft.com/office/drawing/2014/main" id="{0120A73F-71F1-29F0-5F9B-C2F9030DE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6526" y="3538880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82" name="Straight Arrow Connector 1281">
            <a:extLst>
              <a:ext uri="{FF2B5EF4-FFF2-40B4-BE49-F238E27FC236}">
                <a16:creationId xmlns:a16="http://schemas.microsoft.com/office/drawing/2014/main" id="{8948929E-C66D-A87A-0E7C-886B29A5E8EF}"/>
              </a:ext>
            </a:extLst>
          </p:cNvPr>
          <p:cNvCxnSpPr>
            <a:cxnSpLocks/>
            <a:stCxn id="1018" idx="1"/>
            <a:endCxn id="1285" idx="6"/>
          </p:cNvCxnSpPr>
          <p:nvPr/>
        </p:nvCxnSpPr>
        <p:spPr>
          <a:xfrm flipH="1">
            <a:off x="8091744" y="3581673"/>
            <a:ext cx="61570" cy="434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3" name="Rectangle 29">
            <a:extLst>
              <a:ext uri="{FF2B5EF4-FFF2-40B4-BE49-F238E27FC236}">
                <a16:creationId xmlns:a16="http://schemas.microsoft.com/office/drawing/2014/main" id="{8A1905AA-4310-538A-1CCD-21006B59C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8939" y="355479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4" name="Straight Arrow Connector 1283">
            <a:extLst>
              <a:ext uri="{FF2B5EF4-FFF2-40B4-BE49-F238E27FC236}">
                <a16:creationId xmlns:a16="http://schemas.microsoft.com/office/drawing/2014/main" id="{197B640A-8982-A79C-FF68-1A152703E549}"/>
              </a:ext>
            </a:extLst>
          </p:cNvPr>
          <p:cNvCxnSpPr>
            <a:cxnSpLocks/>
            <a:stCxn id="1283" idx="2"/>
            <a:endCxn id="1278" idx="3"/>
          </p:cNvCxnSpPr>
          <p:nvPr/>
        </p:nvCxnSpPr>
        <p:spPr>
          <a:xfrm flipH="1">
            <a:off x="7848773" y="3584507"/>
            <a:ext cx="50166" cy="46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5" name="Rectangle 29">
            <a:extLst>
              <a:ext uri="{FF2B5EF4-FFF2-40B4-BE49-F238E27FC236}">
                <a16:creationId xmlns:a16="http://schemas.microsoft.com/office/drawing/2014/main" id="{9A4977E2-4CDD-A7D0-9B34-655C842EB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6662" y="35563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6" name="Straight Arrow Connector 1285">
            <a:extLst>
              <a:ext uri="{FF2B5EF4-FFF2-40B4-BE49-F238E27FC236}">
                <a16:creationId xmlns:a16="http://schemas.microsoft.com/office/drawing/2014/main" id="{07E140E0-17FA-883C-16B6-DED276F1E956}"/>
              </a:ext>
            </a:extLst>
          </p:cNvPr>
          <p:cNvCxnSpPr>
            <a:cxnSpLocks/>
            <a:stCxn id="1018" idx="0"/>
            <a:endCxn id="1104" idx="5"/>
          </p:cNvCxnSpPr>
          <p:nvPr/>
        </p:nvCxnSpPr>
        <p:spPr>
          <a:xfrm flipH="1" flipV="1">
            <a:off x="6756438" y="3227933"/>
            <a:ext cx="1535016" cy="26687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87" name="Group 1286">
            <a:extLst>
              <a:ext uri="{FF2B5EF4-FFF2-40B4-BE49-F238E27FC236}">
                <a16:creationId xmlns:a16="http://schemas.microsoft.com/office/drawing/2014/main" id="{BCFFF652-6D95-6ED6-778D-90BBDD31541C}"/>
              </a:ext>
            </a:extLst>
          </p:cNvPr>
          <p:cNvGrpSpPr/>
          <p:nvPr/>
        </p:nvGrpSpPr>
        <p:grpSpPr>
          <a:xfrm>
            <a:off x="5730192" y="3499658"/>
            <a:ext cx="276281" cy="173735"/>
            <a:chOff x="3417117" y="2447654"/>
            <a:chExt cx="362556" cy="227987"/>
          </a:xfrm>
        </p:grpSpPr>
        <p:sp>
          <p:nvSpPr>
            <p:cNvPr id="1288" name="Rectangle 1287">
              <a:extLst>
                <a:ext uri="{FF2B5EF4-FFF2-40B4-BE49-F238E27FC236}">
                  <a16:creationId xmlns:a16="http://schemas.microsoft.com/office/drawing/2014/main" id="{7A8260B8-6FDF-91D1-1200-2025D541EE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89" name="Oval 1288">
              <a:extLst>
                <a:ext uri="{FF2B5EF4-FFF2-40B4-BE49-F238E27FC236}">
                  <a16:creationId xmlns:a16="http://schemas.microsoft.com/office/drawing/2014/main" id="{F8142EEE-3EDB-D286-375B-381787363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0" name="Trapezoid 613">
              <a:extLst>
                <a:ext uri="{FF2B5EF4-FFF2-40B4-BE49-F238E27FC236}">
                  <a16:creationId xmlns:a16="http://schemas.microsoft.com/office/drawing/2014/main" id="{CCB08420-3FE7-CADD-52D5-62346F06A171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91" name="Straight Arrow Connector 1290">
            <a:extLst>
              <a:ext uri="{FF2B5EF4-FFF2-40B4-BE49-F238E27FC236}">
                <a16:creationId xmlns:a16="http://schemas.microsoft.com/office/drawing/2014/main" id="{DD376CEF-91C5-6AC5-404E-4F23E67F8EFA}"/>
              </a:ext>
            </a:extLst>
          </p:cNvPr>
          <p:cNvCxnSpPr>
            <a:cxnSpLocks/>
            <a:endCxn id="1288" idx="3"/>
          </p:cNvCxnSpPr>
          <p:nvPr/>
        </p:nvCxnSpPr>
        <p:spPr>
          <a:xfrm flipH="1" flipV="1">
            <a:off x="600647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1292" name="Group 254">
            <a:extLst>
              <a:ext uri="{FF2B5EF4-FFF2-40B4-BE49-F238E27FC236}">
                <a16:creationId xmlns:a16="http://schemas.microsoft.com/office/drawing/2014/main" id="{39923542-378C-3E69-6A48-1683C94817F2}"/>
              </a:ext>
            </a:extLst>
          </p:cNvPr>
          <p:cNvGrpSpPr>
            <a:grpSpLocks noChangeAspect="1"/>
          </p:cNvGrpSpPr>
          <p:nvPr/>
        </p:nvGrpSpPr>
        <p:grpSpPr>
          <a:xfrm>
            <a:off x="5726877" y="3867267"/>
            <a:ext cx="280226" cy="161260"/>
            <a:chOff x="8421867" y="1904979"/>
            <a:chExt cx="347879" cy="255573"/>
          </a:xfrm>
        </p:grpSpPr>
        <p:sp>
          <p:nvSpPr>
            <p:cNvPr id="1293" name="Rectangle 60">
              <a:extLst>
                <a:ext uri="{FF2B5EF4-FFF2-40B4-BE49-F238E27FC236}">
                  <a16:creationId xmlns:a16="http://schemas.microsoft.com/office/drawing/2014/main" id="{D3E654F2-0C7C-766C-6BF5-EC30ED175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94" name="Group 719">
              <a:extLst>
                <a:ext uri="{FF2B5EF4-FFF2-40B4-BE49-F238E27FC236}">
                  <a16:creationId xmlns:a16="http://schemas.microsoft.com/office/drawing/2014/main" id="{D1617BA7-54B5-8884-AF5B-5E65E6898E2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96" name="Straight Connector 1295">
                <a:extLst>
                  <a:ext uri="{FF2B5EF4-FFF2-40B4-BE49-F238E27FC236}">
                    <a16:creationId xmlns:a16="http://schemas.microsoft.com/office/drawing/2014/main" id="{BC62B121-92C4-1BFF-46BA-76E808A3F4D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7" name="Straight Connector 1296">
                <a:extLst>
                  <a:ext uri="{FF2B5EF4-FFF2-40B4-BE49-F238E27FC236}">
                    <a16:creationId xmlns:a16="http://schemas.microsoft.com/office/drawing/2014/main" id="{89D71104-421C-AF7E-6849-836B9BD1829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8" name="Straight Connector 1297">
                <a:extLst>
                  <a:ext uri="{FF2B5EF4-FFF2-40B4-BE49-F238E27FC236}">
                    <a16:creationId xmlns:a16="http://schemas.microsoft.com/office/drawing/2014/main" id="{2082D2D7-74BC-A9F2-5798-909A07F3368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9" name="Straight Connector 1298">
                <a:extLst>
                  <a:ext uri="{FF2B5EF4-FFF2-40B4-BE49-F238E27FC236}">
                    <a16:creationId xmlns:a16="http://schemas.microsoft.com/office/drawing/2014/main" id="{74736B1D-B287-70A9-83BC-71639FB0D1B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95" name="Trapezoid 136">
              <a:extLst>
                <a:ext uri="{FF2B5EF4-FFF2-40B4-BE49-F238E27FC236}">
                  <a16:creationId xmlns:a16="http://schemas.microsoft.com/office/drawing/2014/main" id="{A47AAC49-7E19-E269-EBC8-495FF8695141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01" name="Group 254">
            <a:extLst>
              <a:ext uri="{FF2B5EF4-FFF2-40B4-BE49-F238E27FC236}">
                <a16:creationId xmlns:a16="http://schemas.microsoft.com/office/drawing/2014/main" id="{A3FAE4A6-9FC8-55D4-EBF1-8C2BF713F27F}"/>
              </a:ext>
            </a:extLst>
          </p:cNvPr>
          <p:cNvGrpSpPr>
            <a:grpSpLocks noChangeAspect="1"/>
          </p:cNvGrpSpPr>
          <p:nvPr/>
        </p:nvGrpSpPr>
        <p:grpSpPr>
          <a:xfrm>
            <a:off x="6294884" y="3838625"/>
            <a:ext cx="280226" cy="161260"/>
            <a:chOff x="8421867" y="1904979"/>
            <a:chExt cx="347879" cy="255573"/>
          </a:xfrm>
        </p:grpSpPr>
        <p:sp>
          <p:nvSpPr>
            <p:cNvPr id="1302" name="Rectangle 60">
              <a:extLst>
                <a:ext uri="{FF2B5EF4-FFF2-40B4-BE49-F238E27FC236}">
                  <a16:creationId xmlns:a16="http://schemas.microsoft.com/office/drawing/2014/main" id="{1CDE1D63-6382-7BC1-48F7-E3033102A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03" name="Group 719">
              <a:extLst>
                <a:ext uri="{FF2B5EF4-FFF2-40B4-BE49-F238E27FC236}">
                  <a16:creationId xmlns:a16="http://schemas.microsoft.com/office/drawing/2014/main" id="{17BF1EFF-9DBC-06B5-9C8C-284246523003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05" name="Straight Connector 1304">
                <a:extLst>
                  <a:ext uri="{FF2B5EF4-FFF2-40B4-BE49-F238E27FC236}">
                    <a16:creationId xmlns:a16="http://schemas.microsoft.com/office/drawing/2014/main" id="{04142159-EC80-26E6-DC76-D7F727B785F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6" name="Straight Connector 1305">
                <a:extLst>
                  <a:ext uri="{FF2B5EF4-FFF2-40B4-BE49-F238E27FC236}">
                    <a16:creationId xmlns:a16="http://schemas.microsoft.com/office/drawing/2014/main" id="{E780B9A1-5CFC-E975-10D7-9766169B681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7" name="Straight Connector 1306">
                <a:extLst>
                  <a:ext uri="{FF2B5EF4-FFF2-40B4-BE49-F238E27FC236}">
                    <a16:creationId xmlns:a16="http://schemas.microsoft.com/office/drawing/2014/main" id="{1D4E058C-8E55-BDEE-4A4F-1EF4C7C43E6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8" name="Straight Connector 1307">
                <a:extLst>
                  <a:ext uri="{FF2B5EF4-FFF2-40B4-BE49-F238E27FC236}">
                    <a16:creationId xmlns:a16="http://schemas.microsoft.com/office/drawing/2014/main" id="{F6733765-A50A-ECC1-D1F7-D2E7CCFB4C0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04" name="Trapezoid 798">
              <a:extLst>
                <a:ext uri="{FF2B5EF4-FFF2-40B4-BE49-F238E27FC236}">
                  <a16:creationId xmlns:a16="http://schemas.microsoft.com/office/drawing/2014/main" id="{F0AC4CD5-8D77-A74E-AA7F-D020AC87E960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09" name="Rectangle 1308">
            <a:extLst>
              <a:ext uri="{FF2B5EF4-FFF2-40B4-BE49-F238E27FC236}">
                <a16:creationId xmlns:a16="http://schemas.microsoft.com/office/drawing/2014/main" id="{7697DE82-0DD6-C8A7-B886-99493ABDC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159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310" name="Straight Arrow Connector 1309">
            <a:extLst>
              <a:ext uri="{FF2B5EF4-FFF2-40B4-BE49-F238E27FC236}">
                <a16:creationId xmlns:a16="http://schemas.microsoft.com/office/drawing/2014/main" id="{94E57703-9E7E-2496-D6E6-A24D52A817FB}"/>
              </a:ext>
            </a:extLst>
          </p:cNvPr>
          <p:cNvCxnSpPr>
            <a:cxnSpLocks/>
            <a:stCxn id="1315" idx="1"/>
            <a:endCxn id="1313" idx="6"/>
          </p:cNvCxnSpPr>
          <p:nvPr/>
        </p:nvCxnSpPr>
        <p:spPr>
          <a:xfrm flipH="1" flipV="1">
            <a:off x="6236808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1" name="Rectangle 29">
            <a:extLst>
              <a:ext uri="{FF2B5EF4-FFF2-40B4-BE49-F238E27FC236}">
                <a16:creationId xmlns:a16="http://schemas.microsoft.com/office/drawing/2014/main" id="{1EAA4E64-FCD6-8DFD-A567-7CE7DF66E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400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312" name="Straight Arrow Connector 1311">
            <a:extLst>
              <a:ext uri="{FF2B5EF4-FFF2-40B4-BE49-F238E27FC236}">
                <a16:creationId xmlns:a16="http://schemas.microsoft.com/office/drawing/2014/main" id="{E7C47097-B769-EA30-B56A-6B287A337971}"/>
              </a:ext>
            </a:extLst>
          </p:cNvPr>
          <p:cNvCxnSpPr>
            <a:cxnSpLocks/>
            <a:stCxn id="1311" idx="2"/>
            <a:endCxn id="1288" idx="3"/>
          </p:cNvCxnSpPr>
          <p:nvPr/>
        </p:nvCxnSpPr>
        <p:spPr>
          <a:xfrm flipH="1">
            <a:off x="6006474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3" name="Rectangle 29">
            <a:extLst>
              <a:ext uri="{FF2B5EF4-FFF2-40B4-BE49-F238E27FC236}">
                <a16:creationId xmlns:a16="http://schemas.microsoft.com/office/drawing/2014/main" id="{CA646BC9-8893-498D-5FD6-4D9739A07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1726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314" name="Group 1313">
            <a:extLst>
              <a:ext uri="{FF2B5EF4-FFF2-40B4-BE49-F238E27FC236}">
                <a16:creationId xmlns:a16="http://schemas.microsoft.com/office/drawing/2014/main" id="{CDFF581C-174E-EC85-6D79-3F24A0ADF902}"/>
              </a:ext>
            </a:extLst>
          </p:cNvPr>
          <p:cNvGrpSpPr/>
          <p:nvPr/>
        </p:nvGrpSpPr>
        <p:grpSpPr>
          <a:xfrm>
            <a:off x="6294938" y="3501234"/>
            <a:ext cx="276281" cy="173735"/>
            <a:chOff x="3417117" y="2447654"/>
            <a:chExt cx="362556" cy="227987"/>
          </a:xfrm>
        </p:grpSpPr>
        <p:sp>
          <p:nvSpPr>
            <p:cNvPr id="1315" name="Rectangle 1314">
              <a:extLst>
                <a:ext uri="{FF2B5EF4-FFF2-40B4-BE49-F238E27FC236}">
                  <a16:creationId xmlns:a16="http://schemas.microsoft.com/office/drawing/2014/main" id="{9399AE9C-08B3-1F73-23A5-488DD0F6A8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316" name="Oval 1315">
              <a:extLst>
                <a:ext uri="{FF2B5EF4-FFF2-40B4-BE49-F238E27FC236}">
                  <a16:creationId xmlns:a16="http://schemas.microsoft.com/office/drawing/2014/main" id="{DC3CBD7A-40FD-C0CC-991F-63BAA40A7F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7" name="Trapezoid 849">
              <a:extLst>
                <a:ext uri="{FF2B5EF4-FFF2-40B4-BE49-F238E27FC236}">
                  <a16:creationId xmlns:a16="http://schemas.microsoft.com/office/drawing/2014/main" id="{13F50855-48AC-59E9-CD06-E2063D612465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520" name="Rectangle 25">
            <a:extLst>
              <a:ext uri="{FF2B5EF4-FFF2-40B4-BE49-F238E27FC236}">
                <a16:creationId xmlns:a16="http://schemas.microsoft.com/office/drawing/2014/main" id="{F12954BA-C7DF-AB2A-D49A-B26B05FFD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127207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1" name="Rectangle 29">
            <a:extLst>
              <a:ext uri="{FF2B5EF4-FFF2-40B4-BE49-F238E27FC236}">
                <a16:creationId xmlns:a16="http://schemas.microsoft.com/office/drawing/2014/main" id="{F8C370C3-9108-02A1-210D-A587CD4B7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14235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2" name="Rectangle 135">
            <a:extLst>
              <a:ext uri="{FF2B5EF4-FFF2-40B4-BE49-F238E27FC236}">
                <a16:creationId xmlns:a16="http://schemas.microsoft.com/office/drawing/2014/main" id="{472DD6FE-916D-0C0F-52F0-615162E1F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112524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3" name="Rectangle 29">
            <a:extLst>
              <a:ext uri="{FF2B5EF4-FFF2-40B4-BE49-F238E27FC236}">
                <a16:creationId xmlns:a16="http://schemas.microsoft.com/office/drawing/2014/main" id="{E7A7C3DA-C54F-5375-2584-055DEFB71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14235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4" name="Rectangle 25">
            <a:extLst>
              <a:ext uri="{FF2B5EF4-FFF2-40B4-BE49-F238E27FC236}">
                <a16:creationId xmlns:a16="http://schemas.microsoft.com/office/drawing/2014/main" id="{DD2E5875-722B-7B68-789C-498D43022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354457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5" name="Rectangle 29">
            <a:extLst>
              <a:ext uri="{FF2B5EF4-FFF2-40B4-BE49-F238E27FC236}">
                <a16:creationId xmlns:a16="http://schemas.microsoft.com/office/drawing/2014/main" id="{9272AE23-3B32-0611-CCDF-A66F75A61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3696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6" name="Rectangle 135">
            <a:extLst>
              <a:ext uri="{FF2B5EF4-FFF2-40B4-BE49-F238E27FC236}">
                <a16:creationId xmlns:a16="http://schemas.microsoft.com/office/drawing/2014/main" id="{EC3F9C9A-5737-EA14-38D7-001EA86AB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339774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7" name="Rectangle 29">
            <a:extLst>
              <a:ext uri="{FF2B5EF4-FFF2-40B4-BE49-F238E27FC236}">
                <a16:creationId xmlns:a16="http://schemas.microsoft.com/office/drawing/2014/main" id="{58B1CC5C-9E3A-23F2-C03E-80334D09A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3696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553" name="Straight Connector 1552">
            <a:extLst>
              <a:ext uri="{FF2B5EF4-FFF2-40B4-BE49-F238E27FC236}">
                <a16:creationId xmlns:a16="http://schemas.microsoft.com/office/drawing/2014/main" id="{20B162D7-B2D6-AE32-6EDE-6035B03D1929}"/>
              </a:ext>
            </a:extLst>
          </p:cNvPr>
          <p:cNvCxnSpPr>
            <a:cxnSpLocks/>
            <a:endCxn id="1259" idx="0"/>
          </p:cNvCxnSpPr>
          <p:nvPr/>
        </p:nvCxnSpPr>
        <p:spPr>
          <a:xfrm flipH="1">
            <a:off x="4265763" y="3249073"/>
            <a:ext cx="1504720" cy="278004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6" name="Straight Connector 1555">
            <a:extLst>
              <a:ext uri="{FF2B5EF4-FFF2-40B4-BE49-F238E27FC236}">
                <a16:creationId xmlns:a16="http://schemas.microsoft.com/office/drawing/2014/main" id="{9B07DAC4-36DC-0696-4D84-AD50D8313360}"/>
              </a:ext>
            </a:extLst>
          </p:cNvPr>
          <p:cNvCxnSpPr>
            <a:cxnSpLocks/>
            <a:stCxn id="1281" idx="0"/>
          </p:cNvCxnSpPr>
          <p:nvPr/>
        </p:nvCxnSpPr>
        <p:spPr>
          <a:xfrm flipH="1" flipV="1">
            <a:off x="6442984" y="3249073"/>
            <a:ext cx="1555335" cy="289807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8" name="Straight Connector 1557">
            <a:extLst>
              <a:ext uri="{FF2B5EF4-FFF2-40B4-BE49-F238E27FC236}">
                <a16:creationId xmlns:a16="http://schemas.microsoft.com/office/drawing/2014/main" id="{1E1A3A41-462E-C227-7FD1-2FD8ABD776A3}"/>
              </a:ext>
            </a:extLst>
          </p:cNvPr>
          <p:cNvCxnSpPr>
            <a:cxnSpLocks/>
            <a:stCxn id="1309" idx="0"/>
          </p:cNvCxnSpPr>
          <p:nvPr/>
        </p:nvCxnSpPr>
        <p:spPr>
          <a:xfrm flipH="1" flipV="1">
            <a:off x="6062170" y="3232868"/>
            <a:ext cx="81213" cy="294209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572" name="TextBox 1571">
            <a:extLst>
              <a:ext uri="{FF2B5EF4-FFF2-40B4-BE49-F238E27FC236}">
                <a16:creationId xmlns:a16="http://schemas.microsoft.com/office/drawing/2014/main" id="{FBEB9213-A068-29B9-67DD-84303AB7E294}"/>
              </a:ext>
            </a:extLst>
          </p:cNvPr>
          <p:cNvSpPr txBox="1"/>
          <p:nvPr/>
        </p:nvSpPr>
        <p:spPr>
          <a:xfrm>
            <a:off x="10239757" y="135202"/>
            <a:ext cx="859531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855846"/>
            <a:r>
              <a:rPr lang="en-GB" sz="914" dirty="0">
                <a:solidFill>
                  <a:srgbClr val="000000"/>
                </a:solidFill>
                <a:latin typeface="Arial"/>
              </a:rPr>
              <a:t>View change</a:t>
            </a:r>
          </a:p>
        </p:txBody>
      </p:sp>
      <p:cxnSp>
        <p:nvCxnSpPr>
          <p:cNvPr id="1573" name="Straight Connector 1572">
            <a:extLst>
              <a:ext uri="{FF2B5EF4-FFF2-40B4-BE49-F238E27FC236}">
                <a16:creationId xmlns:a16="http://schemas.microsoft.com/office/drawing/2014/main" id="{EDC04073-CE0C-EB83-CA90-AB86E9E06471}"/>
              </a:ext>
            </a:extLst>
          </p:cNvPr>
          <p:cNvCxnSpPr>
            <a:cxnSpLocks/>
          </p:cNvCxnSpPr>
          <p:nvPr/>
        </p:nvCxnSpPr>
        <p:spPr>
          <a:xfrm flipH="1" flipV="1">
            <a:off x="9802951" y="239203"/>
            <a:ext cx="395205" cy="1541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5B011433-A12A-E226-4C75-2BB292863931}"/>
              </a:ext>
            </a:extLst>
          </p:cNvPr>
          <p:cNvSpPr/>
          <p:nvPr/>
        </p:nvSpPr>
        <p:spPr>
          <a:xfrm>
            <a:off x="3308247" y="5812713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35FB8D-1401-0CA5-E9E0-48287EB07350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3667021" y="5878748"/>
            <a:ext cx="187817" cy="24085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51C52DF9-DF47-3E0F-ECB4-9B65C8C6BCC7}"/>
              </a:ext>
            </a:extLst>
          </p:cNvPr>
          <p:cNvSpPr/>
          <p:nvPr/>
        </p:nvSpPr>
        <p:spPr>
          <a:xfrm>
            <a:off x="8588946" y="5878747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964EF2-B0A1-2B3C-E53D-FE5E67CB8557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8425121" y="5944782"/>
            <a:ext cx="163825" cy="172244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F2469FD-93E5-04E5-BFA7-8A542E4FC6E8}"/>
              </a:ext>
            </a:extLst>
          </p:cNvPr>
          <p:cNvSpPr>
            <a:spLocks noChangeAspect="1"/>
          </p:cNvSpPr>
          <p:nvPr/>
        </p:nvSpPr>
        <p:spPr>
          <a:xfrm>
            <a:off x="2666659" y="2252428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04C2C1E-3F89-A5E9-7EB0-6E955B12E2D7}"/>
              </a:ext>
            </a:extLst>
          </p:cNvPr>
          <p:cNvSpPr>
            <a:spLocks noChangeAspect="1"/>
          </p:cNvSpPr>
          <p:nvPr/>
        </p:nvSpPr>
        <p:spPr>
          <a:xfrm>
            <a:off x="9335039" y="2273143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CF1884E-C7F5-542C-64EE-0B3E8B6FCA03}"/>
              </a:ext>
            </a:extLst>
          </p:cNvPr>
          <p:cNvCxnSpPr>
            <a:cxnSpLocks/>
            <a:stCxn id="9" idx="4"/>
            <a:endCxn id="5" idx="0"/>
          </p:cNvCxnSpPr>
          <p:nvPr/>
        </p:nvCxnSpPr>
        <p:spPr>
          <a:xfrm>
            <a:off x="2841486" y="2389506"/>
            <a:ext cx="646148" cy="3423207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C61B556-6A7F-5193-D493-FCA928094527}"/>
              </a:ext>
            </a:extLst>
          </p:cNvPr>
          <p:cNvCxnSpPr>
            <a:cxnSpLocks/>
            <a:stCxn id="7" idx="0"/>
            <a:endCxn id="10" idx="4"/>
          </p:cNvCxnSpPr>
          <p:nvPr/>
        </p:nvCxnSpPr>
        <p:spPr>
          <a:xfrm flipV="1">
            <a:off x="8768332" y="2410221"/>
            <a:ext cx="741533" cy="346852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13" name="Rectangle 29">
            <a:extLst>
              <a:ext uri="{FF2B5EF4-FFF2-40B4-BE49-F238E27FC236}">
                <a16:creationId xmlns:a16="http://schemas.microsoft.com/office/drawing/2014/main" id="{22A0E628-A4D2-1A22-CE80-0CE671F7E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490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4" name="Rectangle 29">
            <a:extLst>
              <a:ext uri="{FF2B5EF4-FFF2-40B4-BE49-F238E27FC236}">
                <a16:creationId xmlns:a16="http://schemas.microsoft.com/office/drawing/2014/main" id="{601B1A9D-8F4C-9B34-86BC-AF13CAE4C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0189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" name="Rectangle 135">
            <a:extLst>
              <a:ext uri="{FF2B5EF4-FFF2-40B4-BE49-F238E27FC236}">
                <a16:creationId xmlns:a16="http://schemas.microsoft.com/office/drawing/2014/main" id="{1A094A4A-E8C8-C5A0-8078-972AEEBDE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978" y="188882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6" name="Rectangle 127">
            <a:extLst>
              <a:ext uri="{FF2B5EF4-FFF2-40B4-BE49-F238E27FC236}">
                <a16:creationId xmlns:a16="http://schemas.microsoft.com/office/drawing/2014/main" id="{E9BAFA79-F54D-B9E4-6F28-7101061DD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2408" y="199118"/>
            <a:ext cx="5565308" cy="97606"/>
          </a:xfrm>
          <a:prstGeom prst="rect">
            <a:avLst/>
          </a:prstGeom>
          <a:solidFill>
            <a:srgbClr val="FFC0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69615" tIns="34806" rIns="69615" bIns="34806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464504" eaLnBrk="1" hangingPunct="1">
              <a:spcBef>
                <a:spcPct val="0"/>
              </a:spcBef>
              <a:buNone/>
              <a:defRPr/>
            </a:pPr>
            <a:endParaRPr lang="en-US" altLang="en-US" sz="686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7" name="Rectangle 29">
            <a:extLst>
              <a:ext uri="{FF2B5EF4-FFF2-40B4-BE49-F238E27FC236}">
                <a16:creationId xmlns:a16="http://schemas.microsoft.com/office/drawing/2014/main" id="{D644F189-45A2-5310-D253-B3A7E3FEE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895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FBC6B13-A843-77E7-0654-9B5397671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5317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9" name="Rectangle 135">
            <a:extLst>
              <a:ext uri="{FF2B5EF4-FFF2-40B4-BE49-F238E27FC236}">
                <a16:creationId xmlns:a16="http://schemas.microsoft.com/office/drawing/2014/main" id="{538064C9-C18D-E684-D1E1-11F0C7A2F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226" y="188882"/>
            <a:ext cx="2575184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 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37F0643-1CF7-1451-5776-E027C3123F79}"/>
              </a:ext>
            </a:extLst>
          </p:cNvPr>
          <p:cNvCxnSpPr>
            <a:cxnSpLocks/>
            <a:stCxn id="17" idx="3"/>
            <a:endCxn id="9" idx="0"/>
          </p:cNvCxnSpPr>
          <p:nvPr/>
        </p:nvCxnSpPr>
        <p:spPr>
          <a:xfrm flipH="1">
            <a:off x="2841486" y="268931"/>
            <a:ext cx="574940" cy="198349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F0A96C7-26B7-46C0-249F-6FC09403BF5C}"/>
              </a:ext>
            </a:extLst>
          </p:cNvPr>
          <p:cNvCxnSpPr>
            <a:cxnSpLocks/>
            <a:stCxn id="18" idx="5"/>
            <a:endCxn id="10" idx="0"/>
          </p:cNvCxnSpPr>
          <p:nvPr/>
        </p:nvCxnSpPr>
        <p:spPr>
          <a:xfrm>
            <a:off x="8880867" y="268931"/>
            <a:ext cx="628998" cy="200421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225" name="Rectangle 25">
            <a:extLst>
              <a:ext uri="{FF2B5EF4-FFF2-40B4-BE49-F238E27FC236}">
                <a16:creationId xmlns:a16="http://schemas.microsoft.com/office/drawing/2014/main" id="{F9C1CE2C-4AB8-1F7D-D30C-680DDD2AC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588" y="835140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r>
              <a:rPr lang="en-US" sz="914" kern="0" dirty="0" err="1">
                <a:solidFill>
                  <a:srgbClr val="000000"/>
                </a:solidFill>
                <a:latin typeface="Calibri" pitchFamily="34" charset="0"/>
              </a:rPr>
              <a:t>PathSet</a:t>
            </a: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D64471FA-06C0-92C9-B359-066B421EB423}"/>
              </a:ext>
            </a:extLst>
          </p:cNvPr>
          <p:cNvCxnSpPr>
            <a:cxnSpLocks/>
          </p:cNvCxnSpPr>
          <p:nvPr/>
        </p:nvCxnSpPr>
        <p:spPr>
          <a:xfrm flipH="1" flipV="1">
            <a:off x="5868332" y="1391830"/>
            <a:ext cx="119774" cy="1836892"/>
          </a:xfrm>
          <a:prstGeom prst="line">
            <a:avLst/>
          </a:prstGeom>
          <a:ln w="28575">
            <a:solidFill>
              <a:srgbClr val="00B050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54874D58-D0FE-92CF-4E7E-E45C3C47649C}"/>
              </a:ext>
            </a:extLst>
          </p:cNvPr>
          <p:cNvCxnSpPr>
            <a:cxnSpLocks/>
            <a:stCxn id="1103" idx="0"/>
            <a:endCxn id="225" idx="2"/>
          </p:cNvCxnSpPr>
          <p:nvPr/>
        </p:nvCxnSpPr>
        <p:spPr>
          <a:xfrm flipH="1" flipV="1">
            <a:off x="6096001" y="923091"/>
            <a:ext cx="29248" cy="2224284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Arrow Connector 373">
            <a:extLst>
              <a:ext uri="{FF2B5EF4-FFF2-40B4-BE49-F238E27FC236}">
                <a16:creationId xmlns:a16="http://schemas.microsoft.com/office/drawing/2014/main" id="{ACE38A71-705B-F3CA-AB3F-4D98DA708C0E}"/>
              </a:ext>
            </a:extLst>
          </p:cNvPr>
          <p:cNvCxnSpPr>
            <a:cxnSpLocks/>
            <a:stCxn id="210" idx="2"/>
            <a:endCxn id="339" idx="0"/>
          </p:cNvCxnSpPr>
          <p:nvPr/>
        </p:nvCxnSpPr>
        <p:spPr>
          <a:xfrm flipH="1">
            <a:off x="5202557" y="2773822"/>
            <a:ext cx="15524" cy="2036447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377">
            <a:extLst>
              <a:ext uri="{FF2B5EF4-FFF2-40B4-BE49-F238E27FC236}">
                <a16:creationId xmlns:a16="http://schemas.microsoft.com/office/drawing/2014/main" id="{AD4F2EF9-FD06-F1F1-6D64-46E16FB51C98}"/>
              </a:ext>
            </a:extLst>
          </p:cNvPr>
          <p:cNvCxnSpPr>
            <a:cxnSpLocks/>
            <a:stCxn id="58" idx="2"/>
            <a:endCxn id="252" idx="0"/>
          </p:cNvCxnSpPr>
          <p:nvPr/>
        </p:nvCxnSpPr>
        <p:spPr>
          <a:xfrm flipH="1">
            <a:off x="4559601" y="3047078"/>
            <a:ext cx="192075" cy="1899301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Connector 379">
            <a:extLst>
              <a:ext uri="{FF2B5EF4-FFF2-40B4-BE49-F238E27FC236}">
                <a16:creationId xmlns:a16="http://schemas.microsoft.com/office/drawing/2014/main" id="{750E0C6F-BBAD-3FA1-54C0-5BCD0B78287E}"/>
              </a:ext>
            </a:extLst>
          </p:cNvPr>
          <p:cNvCxnSpPr>
            <a:cxnSpLocks/>
            <a:stCxn id="197" idx="2"/>
            <a:endCxn id="317" idx="0"/>
          </p:cNvCxnSpPr>
          <p:nvPr/>
        </p:nvCxnSpPr>
        <p:spPr>
          <a:xfrm>
            <a:off x="5685068" y="3047078"/>
            <a:ext cx="183925" cy="1895703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 254">
            <a:extLst>
              <a:ext uri="{FF2B5EF4-FFF2-40B4-BE49-F238E27FC236}">
                <a16:creationId xmlns:a16="http://schemas.microsoft.com/office/drawing/2014/main" id="{2899591C-40E9-078F-15D8-C8198F6D9D19}"/>
              </a:ext>
            </a:extLst>
          </p:cNvPr>
          <p:cNvGrpSpPr>
            <a:grpSpLocks noChangeAspect="1"/>
          </p:cNvGrpSpPr>
          <p:nvPr/>
        </p:nvGrpSpPr>
        <p:grpSpPr>
          <a:xfrm>
            <a:off x="4611563" y="2885818"/>
            <a:ext cx="280226" cy="161260"/>
            <a:chOff x="8421867" y="1904979"/>
            <a:chExt cx="347879" cy="255573"/>
          </a:xfrm>
        </p:grpSpPr>
        <p:sp>
          <p:nvSpPr>
            <p:cNvPr id="58" name="Rectangle 60">
              <a:extLst>
                <a:ext uri="{FF2B5EF4-FFF2-40B4-BE49-F238E27FC236}">
                  <a16:creationId xmlns:a16="http://schemas.microsoft.com/office/drawing/2014/main" id="{B26BF010-F323-ABD8-94DE-5F521DAF2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9" name="Group 719">
              <a:extLst>
                <a:ext uri="{FF2B5EF4-FFF2-40B4-BE49-F238E27FC236}">
                  <a16:creationId xmlns:a16="http://schemas.microsoft.com/office/drawing/2014/main" id="{39DD3635-AB6E-344D-25B5-ADB197289F04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9D343B1D-FA39-6D67-A644-E7FD8C0381C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3AD71F27-5F74-E532-C157-243B288D3AC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332384EA-4EE2-223D-0E0C-42FF601ADE5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952CF3B6-2242-F9E0-B3ED-20E687D5A15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0" name="Trapezoid 136">
              <a:extLst>
                <a:ext uri="{FF2B5EF4-FFF2-40B4-BE49-F238E27FC236}">
                  <a16:creationId xmlns:a16="http://schemas.microsoft.com/office/drawing/2014/main" id="{8E0BC74E-FBA1-8C26-3052-2CB1FC12FA88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6" name="Group 254">
            <a:extLst>
              <a:ext uri="{FF2B5EF4-FFF2-40B4-BE49-F238E27FC236}">
                <a16:creationId xmlns:a16="http://schemas.microsoft.com/office/drawing/2014/main" id="{97895DF8-73D4-1FE4-2888-29A899CC31C5}"/>
              </a:ext>
            </a:extLst>
          </p:cNvPr>
          <p:cNvGrpSpPr>
            <a:grpSpLocks noChangeAspect="1"/>
          </p:cNvGrpSpPr>
          <p:nvPr/>
        </p:nvGrpSpPr>
        <p:grpSpPr>
          <a:xfrm>
            <a:off x="5544955" y="2885818"/>
            <a:ext cx="280226" cy="161260"/>
            <a:chOff x="8421867" y="1904979"/>
            <a:chExt cx="347879" cy="255573"/>
          </a:xfrm>
        </p:grpSpPr>
        <p:sp>
          <p:nvSpPr>
            <p:cNvPr id="197" name="Rectangle 60">
              <a:extLst>
                <a:ext uri="{FF2B5EF4-FFF2-40B4-BE49-F238E27FC236}">
                  <a16:creationId xmlns:a16="http://schemas.microsoft.com/office/drawing/2014/main" id="{F181ADD2-05CA-9254-D3E2-1113B01FFD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98" name="Group 719">
              <a:extLst>
                <a:ext uri="{FF2B5EF4-FFF2-40B4-BE49-F238E27FC236}">
                  <a16:creationId xmlns:a16="http://schemas.microsoft.com/office/drawing/2014/main" id="{88BC5F4F-65BA-888D-A404-ED6CB72972E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CC86C0D7-7613-24C6-04B5-DEA6D618CBB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4C21917F-DD51-0C3C-03AC-6CF981980AD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55890F42-CFB6-BACD-6D9A-C1F0E1921FA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FA2CE417-F694-6445-550B-8DC7E04E70E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99" name="Trapezoid 136">
              <a:extLst>
                <a:ext uri="{FF2B5EF4-FFF2-40B4-BE49-F238E27FC236}">
                  <a16:creationId xmlns:a16="http://schemas.microsoft.com/office/drawing/2014/main" id="{7B3C2067-3082-C607-469A-9B68C87EA237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D7DED95B-3A9F-4341-CF7A-EFF7C3F1F684}"/>
              </a:ext>
            </a:extLst>
          </p:cNvPr>
          <p:cNvGrpSpPr/>
          <p:nvPr/>
        </p:nvGrpSpPr>
        <p:grpSpPr>
          <a:xfrm>
            <a:off x="4751676" y="2622607"/>
            <a:ext cx="933392" cy="271678"/>
            <a:chOff x="3560105" y="4920983"/>
            <a:chExt cx="918646" cy="267385"/>
          </a:xfrm>
        </p:grpSpPr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36D1A1F0-8050-BADA-D416-4D2128469511}"/>
                </a:ext>
              </a:extLst>
            </p:cNvPr>
            <p:cNvCxnSpPr>
              <a:cxnSpLocks/>
              <a:stCxn id="211" idx="0"/>
              <a:endCxn id="197" idx="0"/>
            </p:cNvCxnSpPr>
            <p:nvPr/>
          </p:nvCxnSpPr>
          <p:spPr>
            <a:xfrm>
              <a:off x="4288158" y="4974136"/>
              <a:ext cx="190593" cy="21423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3AAC261E-7780-3F96-BC5D-E3BF392721A2}"/>
                </a:ext>
              </a:extLst>
            </p:cNvPr>
            <p:cNvCxnSpPr>
              <a:cxnSpLocks/>
              <a:stCxn id="212" idx="1"/>
              <a:endCxn id="58" idx="0"/>
            </p:cNvCxnSpPr>
            <p:nvPr/>
          </p:nvCxnSpPr>
          <p:spPr>
            <a:xfrm flipH="1">
              <a:off x="3560105" y="4994613"/>
              <a:ext cx="175856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7FF9A31B-FEB4-5416-7BDA-8BE60F8EC30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10" name="Rectangle 25">
                <a:extLst>
                  <a:ext uri="{FF2B5EF4-FFF2-40B4-BE49-F238E27FC236}">
                    <a16:creationId xmlns:a16="http://schemas.microsoft.com/office/drawing/2014/main" id="{75CAB62D-A9AA-8A05-A393-EA5AF8871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1" name="Rectangle 29">
                <a:extLst>
                  <a:ext uri="{FF2B5EF4-FFF2-40B4-BE49-F238E27FC236}">
                    <a16:creationId xmlns:a16="http://schemas.microsoft.com/office/drawing/2014/main" id="{A8E30C34-5E3C-4E41-6499-E861D75F17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2" name="Rectangle 29">
                <a:extLst>
                  <a:ext uri="{FF2B5EF4-FFF2-40B4-BE49-F238E27FC236}">
                    <a16:creationId xmlns:a16="http://schemas.microsoft.com/office/drawing/2014/main" id="{008CF6C6-64BF-0002-8719-394CE46B81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19BDDC14-3050-69D9-6680-8939F71FAAA0}"/>
              </a:ext>
            </a:extLst>
          </p:cNvPr>
          <p:cNvCxnSpPr>
            <a:cxnSpLocks/>
            <a:stCxn id="322" idx="2"/>
            <a:endCxn id="500" idx="0"/>
          </p:cNvCxnSpPr>
          <p:nvPr/>
        </p:nvCxnSpPr>
        <p:spPr>
          <a:xfrm flipH="1">
            <a:off x="7077682" y="2773822"/>
            <a:ext cx="15070" cy="2046820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61B3A9B-CE60-33CA-C016-09AA2AA57136}"/>
              </a:ext>
            </a:extLst>
          </p:cNvPr>
          <p:cNvCxnSpPr>
            <a:cxnSpLocks/>
            <a:stCxn id="275" idx="2"/>
            <a:endCxn id="475" idx="0"/>
          </p:cNvCxnSpPr>
          <p:nvPr/>
        </p:nvCxnSpPr>
        <p:spPr>
          <a:xfrm flipH="1">
            <a:off x="6434997" y="3047078"/>
            <a:ext cx="191349" cy="1909675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E0FF5F15-2FCE-0AAB-17BB-EE9402D5FEE6}"/>
              </a:ext>
            </a:extLst>
          </p:cNvPr>
          <p:cNvCxnSpPr>
            <a:cxnSpLocks/>
            <a:stCxn id="300" idx="2"/>
            <a:endCxn id="355" idx="0"/>
          </p:cNvCxnSpPr>
          <p:nvPr/>
        </p:nvCxnSpPr>
        <p:spPr>
          <a:xfrm>
            <a:off x="7559739" y="3047078"/>
            <a:ext cx="161825" cy="1896720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4" name="Group 254">
            <a:extLst>
              <a:ext uri="{FF2B5EF4-FFF2-40B4-BE49-F238E27FC236}">
                <a16:creationId xmlns:a16="http://schemas.microsoft.com/office/drawing/2014/main" id="{D76A17CA-A799-F30A-F8D5-042318954E6C}"/>
              </a:ext>
            </a:extLst>
          </p:cNvPr>
          <p:cNvGrpSpPr>
            <a:grpSpLocks noChangeAspect="1"/>
          </p:cNvGrpSpPr>
          <p:nvPr/>
        </p:nvGrpSpPr>
        <p:grpSpPr>
          <a:xfrm>
            <a:off x="6486233" y="2885818"/>
            <a:ext cx="280226" cy="161260"/>
            <a:chOff x="8421867" y="1904979"/>
            <a:chExt cx="347879" cy="255573"/>
          </a:xfrm>
        </p:grpSpPr>
        <p:sp>
          <p:nvSpPr>
            <p:cNvPr id="275" name="Rectangle 60">
              <a:extLst>
                <a:ext uri="{FF2B5EF4-FFF2-40B4-BE49-F238E27FC236}">
                  <a16:creationId xmlns:a16="http://schemas.microsoft.com/office/drawing/2014/main" id="{D690C3C5-3DD4-3742-5F94-6499A1E15A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77" name="Group 719">
              <a:extLst>
                <a:ext uri="{FF2B5EF4-FFF2-40B4-BE49-F238E27FC236}">
                  <a16:creationId xmlns:a16="http://schemas.microsoft.com/office/drawing/2014/main" id="{ED9503C3-A692-D895-D54F-0BBEB79039C7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E4812548-1424-6CF9-6F4E-BF07DB30167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47048693-CCE5-3AF9-5A08-3DD8FFFACAF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6073A554-2E11-05CB-C1C8-EB3397AF39B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7" name="Straight Connector 286">
                <a:extLst>
                  <a:ext uri="{FF2B5EF4-FFF2-40B4-BE49-F238E27FC236}">
                    <a16:creationId xmlns:a16="http://schemas.microsoft.com/office/drawing/2014/main" id="{30A3BE83-EC9D-2171-A679-F3862423F19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83" name="Trapezoid 136">
              <a:extLst>
                <a:ext uri="{FF2B5EF4-FFF2-40B4-BE49-F238E27FC236}">
                  <a16:creationId xmlns:a16="http://schemas.microsoft.com/office/drawing/2014/main" id="{318F13E7-323E-A3B4-5679-2350A132324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9" name="Group 254">
            <a:extLst>
              <a:ext uri="{FF2B5EF4-FFF2-40B4-BE49-F238E27FC236}">
                <a16:creationId xmlns:a16="http://schemas.microsoft.com/office/drawing/2014/main" id="{3F0D076C-1015-8551-8DC7-ED0A85B1BF81}"/>
              </a:ext>
            </a:extLst>
          </p:cNvPr>
          <p:cNvGrpSpPr>
            <a:grpSpLocks noChangeAspect="1"/>
          </p:cNvGrpSpPr>
          <p:nvPr/>
        </p:nvGrpSpPr>
        <p:grpSpPr>
          <a:xfrm>
            <a:off x="7419626" y="2885818"/>
            <a:ext cx="280226" cy="161260"/>
            <a:chOff x="8421867" y="1904979"/>
            <a:chExt cx="347879" cy="255573"/>
          </a:xfrm>
        </p:grpSpPr>
        <p:sp>
          <p:nvSpPr>
            <p:cNvPr id="300" name="Rectangle 60">
              <a:extLst>
                <a:ext uri="{FF2B5EF4-FFF2-40B4-BE49-F238E27FC236}">
                  <a16:creationId xmlns:a16="http://schemas.microsoft.com/office/drawing/2014/main" id="{04A52060-3227-0976-475F-0DE7D791C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01" name="Group 719">
              <a:extLst>
                <a:ext uri="{FF2B5EF4-FFF2-40B4-BE49-F238E27FC236}">
                  <a16:creationId xmlns:a16="http://schemas.microsoft.com/office/drawing/2014/main" id="{D252A7EE-BD87-64CA-E4FF-9E8871A20969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6FE33F87-BCDC-FDA0-D61D-341F90E4D51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937597A0-9889-D690-71F2-30013D674FF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E850634F-F8F7-1A06-FD1A-54128F1C3DA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3E256F6C-3320-9116-11C0-5E42072765A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02" name="Trapezoid 136">
              <a:extLst>
                <a:ext uri="{FF2B5EF4-FFF2-40B4-BE49-F238E27FC236}">
                  <a16:creationId xmlns:a16="http://schemas.microsoft.com/office/drawing/2014/main" id="{D57285DE-08D3-2E12-E7BB-E9F43DA24FEE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E4A77694-B71B-3534-E0E1-9AB5820E2FE8}"/>
              </a:ext>
            </a:extLst>
          </p:cNvPr>
          <p:cNvGrpSpPr/>
          <p:nvPr/>
        </p:nvGrpSpPr>
        <p:grpSpPr>
          <a:xfrm>
            <a:off x="6626346" y="2622607"/>
            <a:ext cx="933393" cy="271678"/>
            <a:chOff x="3560104" y="4920983"/>
            <a:chExt cx="918647" cy="267385"/>
          </a:xfrm>
        </p:grpSpPr>
        <p:cxnSp>
          <p:nvCxnSpPr>
            <p:cNvPr id="319" name="Straight Arrow Connector 318">
              <a:extLst>
                <a:ext uri="{FF2B5EF4-FFF2-40B4-BE49-F238E27FC236}">
                  <a16:creationId xmlns:a16="http://schemas.microsoft.com/office/drawing/2014/main" id="{BB4D98F6-5D79-6903-2591-89E4E1668304}"/>
                </a:ext>
              </a:extLst>
            </p:cNvPr>
            <p:cNvCxnSpPr>
              <a:cxnSpLocks/>
              <a:stCxn id="322" idx="1"/>
              <a:endCxn id="300" idx="0"/>
            </p:cNvCxnSpPr>
            <p:nvPr/>
          </p:nvCxnSpPr>
          <p:spPr>
            <a:xfrm>
              <a:off x="4334752" y="4995396"/>
              <a:ext cx="143999" cy="19297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20" name="Straight Arrow Connector 319">
              <a:extLst>
                <a:ext uri="{FF2B5EF4-FFF2-40B4-BE49-F238E27FC236}">
                  <a16:creationId xmlns:a16="http://schemas.microsoft.com/office/drawing/2014/main" id="{C7DD0AAF-A17F-BC7C-6BD2-528E28CDADC5}"/>
                </a:ext>
              </a:extLst>
            </p:cNvPr>
            <p:cNvCxnSpPr>
              <a:cxnSpLocks/>
              <a:stCxn id="365" idx="1"/>
              <a:endCxn id="275" idx="0"/>
            </p:cNvCxnSpPr>
            <p:nvPr/>
          </p:nvCxnSpPr>
          <p:spPr>
            <a:xfrm flipH="1">
              <a:off x="3560104" y="4994613"/>
              <a:ext cx="175857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469A3573-5031-47C3-CC60-41CB9F8F74A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22" name="Rectangle 25">
                <a:extLst>
                  <a:ext uri="{FF2B5EF4-FFF2-40B4-BE49-F238E27FC236}">
                    <a16:creationId xmlns:a16="http://schemas.microsoft.com/office/drawing/2014/main" id="{9871418E-E860-7C04-E97A-2FFDAE9592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62" name="Rectangle 29">
                <a:extLst>
                  <a:ext uri="{FF2B5EF4-FFF2-40B4-BE49-F238E27FC236}">
                    <a16:creationId xmlns:a16="http://schemas.microsoft.com/office/drawing/2014/main" id="{4FCD0A06-5EA9-495F-0FDD-5B7B06F7A4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65" name="Rectangle 29">
                <a:extLst>
                  <a:ext uri="{FF2B5EF4-FFF2-40B4-BE49-F238E27FC236}">
                    <a16:creationId xmlns:a16="http://schemas.microsoft.com/office/drawing/2014/main" id="{99681AB4-301C-82FA-D722-97B380754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08" name="Straight Arrow Connector 407">
            <a:extLst>
              <a:ext uri="{FF2B5EF4-FFF2-40B4-BE49-F238E27FC236}">
                <a16:creationId xmlns:a16="http://schemas.microsoft.com/office/drawing/2014/main" id="{78B35208-81FD-78D8-E965-45D2E8EA17FC}"/>
              </a:ext>
            </a:extLst>
          </p:cNvPr>
          <p:cNvCxnSpPr>
            <a:cxnSpLocks/>
            <a:stCxn id="1526" idx="2"/>
            <a:endCxn id="376" idx="0"/>
          </p:cNvCxnSpPr>
          <p:nvPr/>
        </p:nvCxnSpPr>
        <p:spPr>
          <a:xfrm flipH="1">
            <a:off x="5161977" y="1457050"/>
            <a:ext cx="963272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Arrow Connector 411">
            <a:extLst>
              <a:ext uri="{FF2B5EF4-FFF2-40B4-BE49-F238E27FC236}">
                <a16:creationId xmlns:a16="http://schemas.microsoft.com/office/drawing/2014/main" id="{FA28DD14-353B-1C46-3C7F-9FC581EA6D9E}"/>
              </a:ext>
            </a:extLst>
          </p:cNvPr>
          <p:cNvCxnSpPr>
            <a:cxnSpLocks/>
            <a:stCxn id="1526" idx="2"/>
            <a:endCxn id="409" idx="0"/>
          </p:cNvCxnSpPr>
          <p:nvPr/>
        </p:nvCxnSpPr>
        <p:spPr>
          <a:xfrm>
            <a:off x="6125249" y="1457050"/>
            <a:ext cx="911399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Arrow Connector 419">
            <a:extLst>
              <a:ext uri="{FF2B5EF4-FFF2-40B4-BE49-F238E27FC236}">
                <a16:creationId xmlns:a16="http://schemas.microsoft.com/office/drawing/2014/main" id="{B223235E-8F88-43D4-40DE-62F67C37B3FA}"/>
              </a:ext>
            </a:extLst>
          </p:cNvPr>
          <p:cNvCxnSpPr>
            <a:cxnSpLocks/>
          </p:cNvCxnSpPr>
          <p:nvPr/>
        </p:nvCxnSpPr>
        <p:spPr>
          <a:xfrm flipH="1">
            <a:off x="6522942" y="906639"/>
            <a:ext cx="9169" cy="238383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Arrow Connector 421">
            <a:extLst>
              <a:ext uri="{FF2B5EF4-FFF2-40B4-BE49-F238E27FC236}">
                <a16:creationId xmlns:a16="http://schemas.microsoft.com/office/drawing/2014/main" id="{57959A4F-1746-9A40-C8EA-7FC41802B089}"/>
              </a:ext>
            </a:extLst>
          </p:cNvPr>
          <p:cNvCxnSpPr>
            <a:cxnSpLocks/>
          </p:cNvCxnSpPr>
          <p:nvPr/>
        </p:nvCxnSpPr>
        <p:spPr>
          <a:xfrm>
            <a:off x="5666317" y="903139"/>
            <a:ext cx="4998" cy="452759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Straight Arrow Connector 431">
            <a:extLst>
              <a:ext uri="{FF2B5EF4-FFF2-40B4-BE49-F238E27FC236}">
                <a16:creationId xmlns:a16="http://schemas.microsoft.com/office/drawing/2014/main" id="{92CB1CA1-6C98-7A89-66E2-0B8D1BF85839}"/>
              </a:ext>
            </a:extLst>
          </p:cNvPr>
          <p:cNvCxnSpPr>
            <a:cxnSpLocks/>
          </p:cNvCxnSpPr>
          <p:nvPr/>
        </p:nvCxnSpPr>
        <p:spPr>
          <a:xfrm>
            <a:off x="5525858" y="289892"/>
            <a:ext cx="0" cy="56524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329927D4-38E7-C770-22CA-46AF457C2B41}"/>
              </a:ext>
            </a:extLst>
          </p:cNvPr>
          <p:cNvCxnSpPr>
            <a:cxnSpLocks/>
          </p:cNvCxnSpPr>
          <p:nvPr/>
        </p:nvCxnSpPr>
        <p:spPr>
          <a:xfrm flipH="1">
            <a:off x="6255143" y="301603"/>
            <a:ext cx="589046" cy="2870475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66C3ACFC-41AD-FDB3-FDA5-68EF87CD953C}"/>
              </a:ext>
            </a:extLst>
          </p:cNvPr>
          <p:cNvCxnSpPr>
            <a:cxnSpLocks/>
          </p:cNvCxnSpPr>
          <p:nvPr/>
        </p:nvCxnSpPr>
        <p:spPr>
          <a:xfrm flipH="1">
            <a:off x="5324629" y="3271066"/>
            <a:ext cx="269482" cy="1498093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C6672862-5A8B-69D5-47F4-F9232CED9694}"/>
              </a:ext>
            </a:extLst>
          </p:cNvPr>
          <p:cNvCxnSpPr>
            <a:cxnSpLocks/>
          </p:cNvCxnSpPr>
          <p:nvPr/>
        </p:nvCxnSpPr>
        <p:spPr>
          <a:xfrm>
            <a:off x="6654089" y="3271066"/>
            <a:ext cx="265845" cy="1539980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4" name="Group 254">
            <a:extLst>
              <a:ext uri="{FF2B5EF4-FFF2-40B4-BE49-F238E27FC236}">
                <a16:creationId xmlns:a16="http://schemas.microsoft.com/office/drawing/2014/main" id="{C9167868-F1F7-A09F-62B3-003B0D85D81E}"/>
              </a:ext>
            </a:extLst>
          </p:cNvPr>
          <p:cNvGrpSpPr>
            <a:grpSpLocks noChangeAspect="1"/>
          </p:cNvGrpSpPr>
          <p:nvPr/>
        </p:nvGrpSpPr>
        <p:grpSpPr>
          <a:xfrm>
            <a:off x="4587124" y="2461803"/>
            <a:ext cx="280226" cy="161260"/>
            <a:chOff x="8421867" y="1904979"/>
            <a:chExt cx="347879" cy="255573"/>
          </a:xfrm>
        </p:grpSpPr>
        <p:sp>
          <p:nvSpPr>
            <p:cNvPr id="22" name="Rectangle 60">
              <a:extLst>
                <a:ext uri="{FF2B5EF4-FFF2-40B4-BE49-F238E27FC236}">
                  <a16:creationId xmlns:a16="http://schemas.microsoft.com/office/drawing/2014/main" id="{0E94C2FB-2952-B742-1134-6303EF67B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" name="Group 719">
              <a:extLst>
                <a:ext uri="{FF2B5EF4-FFF2-40B4-BE49-F238E27FC236}">
                  <a16:creationId xmlns:a16="http://schemas.microsoft.com/office/drawing/2014/main" id="{2E2EEB63-B09B-D96F-CCFA-97D4B306D754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894C229-BEB5-96A2-1CFA-A08501F7362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1B667AB1-23B5-6171-4177-E3F9F495E2E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BF228D41-5BAA-BCD9-4BEC-B930F2D49D6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8B222BE6-20CC-9910-9867-7201B1EDEAB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4" name="Trapezoid 136">
              <a:extLst>
                <a:ext uri="{FF2B5EF4-FFF2-40B4-BE49-F238E27FC236}">
                  <a16:creationId xmlns:a16="http://schemas.microsoft.com/office/drawing/2014/main" id="{29FC2D10-7109-EBE8-B74A-E750D629DCB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" name="Group 254">
            <a:extLst>
              <a:ext uri="{FF2B5EF4-FFF2-40B4-BE49-F238E27FC236}">
                <a16:creationId xmlns:a16="http://schemas.microsoft.com/office/drawing/2014/main" id="{D88C897F-1BE7-C8D9-C218-E1C6206E102A}"/>
              </a:ext>
            </a:extLst>
          </p:cNvPr>
          <p:cNvGrpSpPr>
            <a:grpSpLocks noChangeAspect="1"/>
          </p:cNvGrpSpPr>
          <p:nvPr/>
        </p:nvGrpSpPr>
        <p:grpSpPr>
          <a:xfrm>
            <a:off x="5520516" y="2461803"/>
            <a:ext cx="280226" cy="161260"/>
            <a:chOff x="8421867" y="1904979"/>
            <a:chExt cx="347879" cy="255573"/>
          </a:xfrm>
        </p:grpSpPr>
        <p:sp>
          <p:nvSpPr>
            <p:cNvPr id="34" name="Rectangle 60">
              <a:extLst>
                <a:ext uri="{FF2B5EF4-FFF2-40B4-BE49-F238E27FC236}">
                  <a16:creationId xmlns:a16="http://schemas.microsoft.com/office/drawing/2014/main" id="{D06737D0-9F58-162F-3B3D-90D6BF1A85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1" name="Group 719">
              <a:extLst>
                <a:ext uri="{FF2B5EF4-FFF2-40B4-BE49-F238E27FC236}">
                  <a16:creationId xmlns:a16="http://schemas.microsoft.com/office/drawing/2014/main" id="{172C670B-4FA1-03D8-393A-3F17CA4E570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06DBF70B-AA90-8ADD-7C0A-9DDCAA1E3FD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31183C4B-A9CE-ACB1-EA7D-78D43B07019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E995259C-6C46-2076-4E5A-77ACA820097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B2DE4EB6-9D78-823D-8772-AD4817D0C2A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52" name="Trapezoid 136">
              <a:extLst>
                <a:ext uri="{FF2B5EF4-FFF2-40B4-BE49-F238E27FC236}">
                  <a16:creationId xmlns:a16="http://schemas.microsoft.com/office/drawing/2014/main" id="{9C906976-BD7E-A1FC-17BB-E56247BB807B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4BAB6440-876A-2083-EBA6-43E09211DFF9}"/>
              </a:ext>
            </a:extLst>
          </p:cNvPr>
          <p:cNvGrpSpPr/>
          <p:nvPr/>
        </p:nvGrpSpPr>
        <p:grpSpPr>
          <a:xfrm>
            <a:off x="4727237" y="2198592"/>
            <a:ext cx="933392" cy="271678"/>
            <a:chOff x="3560105" y="4920983"/>
            <a:chExt cx="918646" cy="267385"/>
          </a:xfrm>
        </p:grpSpPr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F44D1A40-8331-E1EF-15E2-18AD87111FED}"/>
                </a:ext>
              </a:extLst>
            </p:cNvPr>
            <p:cNvCxnSpPr>
              <a:cxnSpLocks/>
              <a:stCxn id="213" idx="0"/>
              <a:endCxn id="34" idx="0"/>
            </p:cNvCxnSpPr>
            <p:nvPr/>
          </p:nvCxnSpPr>
          <p:spPr>
            <a:xfrm>
              <a:off x="4288158" y="4974136"/>
              <a:ext cx="190593" cy="21423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DE3E2BF7-C3FF-B676-7FE5-6E75E1898AC0}"/>
                </a:ext>
              </a:extLst>
            </p:cNvPr>
            <p:cNvCxnSpPr>
              <a:cxnSpLocks/>
              <a:stCxn id="214" idx="1"/>
              <a:endCxn id="22" idx="0"/>
            </p:cNvCxnSpPr>
            <p:nvPr/>
          </p:nvCxnSpPr>
          <p:spPr>
            <a:xfrm flipH="1">
              <a:off x="3560105" y="4994613"/>
              <a:ext cx="175856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78DAC5CD-4B26-9A20-A0ED-AB6BC754A92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05" name="Rectangle 25">
                <a:extLst>
                  <a:ext uri="{FF2B5EF4-FFF2-40B4-BE49-F238E27FC236}">
                    <a16:creationId xmlns:a16="http://schemas.microsoft.com/office/drawing/2014/main" id="{F574E450-BB74-9573-2D05-01D15F0152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3" name="Rectangle 29">
                <a:extLst>
                  <a:ext uri="{FF2B5EF4-FFF2-40B4-BE49-F238E27FC236}">
                    <a16:creationId xmlns:a16="http://schemas.microsoft.com/office/drawing/2014/main" id="{EE81F3D5-D6A7-C4ED-1C82-2561CB353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4" name="Rectangle 29">
                <a:extLst>
                  <a:ext uri="{FF2B5EF4-FFF2-40B4-BE49-F238E27FC236}">
                    <a16:creationId xmlns:a16="http://schemas.microsoft.com/office/drawing/2014/main" id="{B0345985-DF80-3D69-B8F5-DE9EA2884A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15" name="Group 254">
            <a:extLst>
              <a:ext uri="{FF2B5EF4-FFF2-40B4-BE49-F238E27FC236}">
                <a16:creationId xmlns:a16="http://schemas.microsoft.com/office/drawing/2014/main" id="{FC447087-E2FC-5433-64E7-806D7EDDD231}"/>
              </a:ext>
            </a:extLst>
          </p:cNvPr>
          <p:cNvGrpSpPr>
            <a:grpSpLocks noChangeAspect="1"/>
          </p:cNvGrpSpPr>
          <p:nvPr/>
        </p:nvGrpSpPr>
        <p:grpSpPr>
          <a:xfrm>
            <a:off x="6461794" y="2461803"/>
            <a:ext cx="280226" cy="161260"/>
            <a:chOff x="8421867" y="1904979"/>
            <a:chExt cx="347879" cy="255573"/>
          </a:xfrm>
        </p:grpSpPr>
        <p:sp>
          <p:nvSpPr>
            <p:cNvPr id="216" name="Rectangle 60">
              <a:extLst>
                <a:ext uri="{FF2B5EF4-FFF2-40B4-BE49-F238E27FC236}">
                  <a16:creationId xmlns:a16="http://schemas.microsoft.com/office/drawing/2014/main" id="{81E94381-3DE1-3D1D-7FAD-2169F0B903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17" name="Group 719">
              <a:extLst>
                <a:ext uri="{FF2B5EF4-FFF2-40B4-BE49-F238E27FC236}">
                  <a16:creationId xmlns:a16="http://schemas.microsoft.com/office/drawing/2014/main" id="{9BD0F9F7-ABF9-5667-D893-6AA11581A9E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3EED7440-805F-4FAB-1960-153571333A5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45B129F6-79F5-2259-E7C3-E7FC9F105D6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3A334DE2-9356-D819-BC5D-8EE8E592DAB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F240507B-476A-B161-5158-8CD576FFA57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18" name="Trapezoid 136">
              <a:extLst>
                <a:ext uri="{FF2B5EF4-FFF2-40B4-BE49-F238E27FC236}">
                  <a16:creationId xmlns:a16="http://schemas.microsoft.com/office/drawing/2014/main" id="{6365FAA4-B7BA-1665-B262-1252DB163D5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23" name="Group 254">
            <a:extLst>
              <a:ext uri="{FF2B5EF4-FFF2-40B4-BE49-F238E27FC236}">
                <a16:creationId xmlns:a16="http://schemas.microsoft.com/office/drawing/2014/main" id="{793E6298-A8A3-BF27-ED51-86D5D8AD3F11}"/>
              </a:ext>
            </a:extLst>
          </p:cNvPr>
          <p:cNvGrpSpPr>
            <a:grpSpLocks noChangeAspect="1"/>
          </p:cNvGrpSpPr>
          <p:nvPr/>
        </p:nvGrpSpPr>
        <p:grpSpPr>
          <a:xfrm>
            <a:off x="7395187" y="2461803"/>
            <a:ext cx="280226" cy="161260"/>
            <a:chOff x="8421867" y="1904979"/>
            <a:chExt cx="347879" cy="255573"/>
          </a:xfrm>
        </p:grpSpPr>
        <p:sp>
          <p:nvSpPr>
            <p:cNvPr id="224" name="Rectangle 60">
              <a:extLst>
                <a:ext uri="{FF2B5EF4-FFF2-40B4-BE49-F238E27FC236}">
                  <a16:creationId xmlns:a16="http://schemas.microsoft.com/office/drawing/2014/main" id="{FE30F365-F90F-3F65-2700-449C4DCF8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26" name="Group 719">
              <a:extLst>
                <a:ext uri="{FF2B5EF4-FFF2-40B4-BE49-F238E27FC236}">
                  <a16:creationId xmlns:a16="http://schemas.microsoft.com/office/drawing/2014/main" id="{0BA33488-6CE4-555D-EB50-9E4AA2C5AD3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4D43ACAE-8426-A828-E017-9EFC99B3441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4ADDEA2B-C9A4-D044-7755-85E3C213C47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90C611BF-B01C-9092-DBC6-5E64EC2DB5A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C07ED652-CFBB-58A2-7696-4C1FE4FBB65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27" name="Trapezoid 136">
              <a:extLst>
                <a:ext uri="{FF2B5EF4-FFF2-40B4-BE49-F238E27FC236}">
                  <a16:creationId xmlns:a16="http://schemas.microsoft.com/office/drawing/2014/main" id="{EC4CF73D-5892-6EAB-8183-194606D71660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22D31E10-7B83-3930-B6E5-6D1FC7586F7F}"/>
              </a:ext>
            </a:extLst>
          </p:cNvPr>
          <p:cNvGrpSpPr/>
          <p:nvPr/>
        </p:nvGrpSpPr>
        <p:grpSpPr>
          <a:xfrm>
            <a:off x="6601907" y="2198592"/>
            <a:ext cx="933393" cy="271678"/>
            <a:chOff x="3560104" y="4920983"/>
            <a:chExt cx="918647" cy="267385"/>
          </a:xfrm>
        </p:grpSpPr>
        <p:cxnSp>
          <p:nvCxnSpPr>
            <p:cNvPr id="235" name="Straight Arrow Connector 234">
              <a:extLst>
                <a:ext uri="{FF2B5EF4-FFF2-40B4-BE49-F238E27FC236}">
                  <a16:creationId xmlns:a16="http://schemas.microsoft.com/office/drawing/2014/main" id="{7A704595-825A-B880-65CB-448A613E83AE}"/>
                </a:ext>
              </a:extLst>
            </p:cNvPr>
            <p:cNvCxnSpPr>
              <a:cxnSpLocks/>
              <a:stCxn id="243" idx="1"/>
              <a:endCxn id="224" idx="0"/>
            </p:cNvCxnSpPr>
            <p:nvPr/>
          </p:nvCxnSpPr>
          <p:spPr>
            <a:xfrm>
              <a:off x="4334752" y="4995396"/>
              <a:ext cx="143999" cy="19297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41" name="Straight Arrow Connector 240">
              <a:extLst>
                <a:ext uri="{FF2B5EF4-FFF2-40B4-BE49-F238E27FC236}">
                  <a16:creationId xmlns:a16="http://schemas.microsoft.com/office/drawing/2014/main" id="{4F77CCCE-6568-D709-9B38-8EF4ECFAA8EE}"/>
                </a:ext>
              </a:extLst>
            </p:cNvPr>
            <p:cNvCxnSpPr>
              <a:cxnSpLocks/>
              <a:stCxn id="245" idx="1"/>
              <a:endCxn id="216" idx="0"/>
            </p:cNvCxnSpPr>
            <p:nvPr/>
          </p:nvCxnSpPr>
          <p:spPr>
            <a:xfrm flipH="1">
              <a:off x="3560104" y="4994613"/>
              <a:ext cx="175857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E0A9394D-0005-F868-0C42-D523CD3EF25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43" name="Rectangle 25">
                <a:extLst>
                  <a:ext uri="{FF2B5EF4-FFF2-40B4-BE49-F238E27FC236}">
                    <a16:creationId xmlns:a16="http://schemas.microsoft.com/office/drawing/2014/main" id="{AAC1A90C-AA24-9FD0-3212-761A29C1C4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44" name="Rectangle 29">
                <a:extLst>
                  <a:ext uri="{FF2B5EF4-FFF2-40B4-BE49-F238E27FC236}">
                    <a16:creationId xmlns:a16="http://schemas.microsoft.com/office/drawing/2014/main" id="{FABE539F-F02C-0A62-0738-73F7CE7C6F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45" name="Rectangle 29">
                <a:extLst>
                  <a:ext uri="{FF2B5EF4-FFF2-40B4-BE49-F238E27FC236}">
                    <a16:creationId xmlns:a16="http://schemas.microsoft.com/office/drawing/2014/main" id="{D4B892AE-36F2-2AA3-37EF-920678F035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46" name="Group 254">
            <a:extLst>
              <a:ext uri="{FF2B5EF4-FFF2-40B4-BE49-F238E27FC236}">
                <a16:creationId xmlns:a16="http://schemas.microsoft.com/office/drawing/2014/main" id="{25895981-0289-AD68-EE1B-84BA465EA970}"/>
              </a:ext>
            </a:extLst>
          </p:cNvPr>
          <p:cNvGrpSpPr>
            <a:grpSpLocks noChangeAspect="1"/>
          </p:cNvGrpSpPr>
          <p:nvPr/>
        </p:nvGrpSpPr>
        <p:grpSpPr>
          <a:xfrm>
            <a:off x="4555459" y="1945406"/>
            <a:ext cx="280226" cy="161260"/>
            <a:chOff x="8421867" y="1904979"/>
            <a:chExt cx="347879" cy="255573"/>
          </a:xfrm>
        </p:grpSpPr>
        <p:sp>
          <p:nvSpPr>
            <p:cNvPr id="250" name="Rectangle 60">
              <a:extLst>
                <a:ext uri="{FF2B5EF4-FFF2-40B4-BE49-F238E27FC236}">
                  <a16:creationId xmlns:a16="http://schemas.microsoft.com/office/drawing/2014/main" id="{3DB27A33-EB4D-D75E-FEB6-959A296A1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53" name="Group 719">
              <a:extLst>
                <a:ext uri="{FF2B5EF4-FFF2-40B4-BE49-F238E27FC236}">
                  <a16:creationId xmlns:a16="http://schemas.microsoft.com/office/drawing/2014/main" id="{9FC62802-AFCA-8E6D-7CDF-51A1F67D827B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C9D27AC9-93AC-FB47-5659-632DF0F49DB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0D19F6EB-75AA-645A-2FF6-9DB42F3B8B8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5A11C25F-F8DA-4780-7500-0DD38493DED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78F7EE48-1728-F4ED-AF1D-833C3136FF2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54" name="Trapezoid 136">
              <a:extLst>
                <a:ext uri="{FF2B5EF4-FFF2-40B4-BE49-F238E27FC236}">
                  <a16:creationId xmlns:a16="http://schemas.microsoft.com/office/drawing/2014/main" id="{2B014234-EE59-B310-0575-45EC1E9B9E5E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61" name="Group 254">
            <a:extLst>
              <a:ext uri="{FF2B5EF4-FFF2-40B4-BE49-F238E27FC236}">
                <a16:creationId xmlns:a16="http://schemas.microsoft.com/office/drawing/2014/main" id="{5AC1F4BC-CE5E-12CC-5798-53F78C91BFC1}"/>
              </a:ext>
            </a:extLst>
          </p:cNvPr>
          <p:cNvGrpSpPr>
            <a:grpSpLocks noChangeAspect="1"/>
          </p:cNvGrpSpPr>
          <p:nvPr/>
        </p:nvGrpSpPr>
        <p:grpSpPr>
          <a:xfrm>
            <a:off x="5488851" y="1945406"/>
            <a:ext cx="280226" cy="161260"/>
            <a:chOff x="8421867" y="1904979"/>
            <a:chExt cx="347879" cy="255573"/>
          </a:xfrm>
        </p:grpSpPr>
        <p:sp>
          <p:nvSpPr>
            <p:cNvPr id="262" name="Rectangle 60">
              <a:extLst>
                <a:ext uri="{FF2B5EF4-FFF2-40B4-BE49-F238E27FC236}">
                  <a16:creationId xmlns:a16="http://schemas.microsoft.com/office/drawing/2014/main" id="{DC4563B5-ADC2-A5DC-6B11-763F0DE8B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63" name="Group 719">
              <a:extLst>
                <a:ext uri="{FF2B5EF4-FFF2-40B4-BE49-F238E27FC236}">
                  <a16:creationId xmlns:a16="http://schemas.microsoft.com/office/drawing/2014/main" id="{1773A852-BE3D-01BA-EC67-EBABA43B84E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36A2045D-CCB0-5136-7092-3BC838B8CE2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3BCF3D99-EF6B-3595-FFC2-26DB6563954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AB1D383B-C21A-AF5C-5EA2-CD16FF4797D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3" name="Straight Connector 362">
                <a:extLst>
                  <a:ext uri="{FF2B5EF4-FFF2-40B4-BE49-F238E27FC236}">
                    <a16:creationId xmlns:a16="http://schemas.microsoft.com/office/drawing/2014/main" id="{6656FFF1-C5B1-9F06-074E-075A95A592F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64" name="Trapezoid 136">
              <a:extLst>
                <a:ext uri="{FF2B5EF4-FFF2-40B4-BE49-F238E27FC236}">
                  <a16:creationId xmlns:a16="http://schemas.microsoft.com/office/drawing/2014/main" id="{02276795-C3F3-83D1-751C-02A618FBB147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AE73A22A-4DB2-87CC-7998-C95779F8CB12}"/>
              </a:ext>
            </a:extLst>
          </p:cNvPr>
          <p:cNvGrpSpPr/>
          <p:nvPr/>
        </p:nvGrpSpPr>
        <p:grpSpPr>
          <a:xfrm>
            <a:off x="4695572" y="1682190"/>
            <a:ext cx="933392" cy="263216"/>
            <a:chOff x="3560105" y="4920983"/>
            <a:chExt cx="918646" cy="259057"/>
          </a:xfrm>
        </p:grpSpPr>
        <p:cxnSp>
          <p:nvCxnSpPr>
            <p:cNvPr id="366" name="Straight Arrow Connector 365">
              <a:extLst>
                <a:ext uri="{FF2B5EF4-FFF2-40B4-BE49-F238E27FC236}">
                  <a16:creationId xmlns:a16="http://schemas.microsoft.com/office/drawing/2014/main" id="{3B420909-B0B3-B6C7-D81F-E2DFBA527568}"/>
                </a:ext>
              </a:extLst>
            </p:cNvPr>
            <p:cNvCxnSpPr>
              <a:cxnSpLocks/>
              <a:stCxn id="377" idx="0"/>
              <a:endCxn id="262" idx="0"/>
            </p:cNvCxnSpPr>
            <p:nvPr/>
          </p:nvCxnSpPr>
          <p:spPr>
            <a:xfrm>
              <a:off x="4288158" y="4974136"/>
              <a:ext cx="190593" cy="20590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67" name="Straight Arrow Connector 366">
              <a:extLst>
                <a:ext uri="{FF2B5EF4-FFF2-40B4-BE49-F238E27FC236}">
                  <a16:creationId xmlns:a16="http://schemas.microsoft.com/office/drawing/2014/main" id="{CE3CE293-63DC-AEC1-2BB6-8C138FF97079}"/>
                </a:ext>
              </a:extLst>
            </p:cNvPr>
            <p:cNvCxnSpPr>
              <a:cxnSpLocks/>
              <a:stCxn id="379" idx="1"/>
              <a:endCxn id="250" idx="0"/>
            </p:cNvCxnSpPr>
            <p:nvPr/>
          </p:nvCxnSpPr>
          <p:spPr>
            <a:xfrm flipH="1">
              <a:off x="3560105" y="4994613"/>
              <a:ext cx="175856" cy="17709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DEB21D8A-3434-CF07-789B-58CF206E8F9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76" name="Rectangle 25">
                <a:extLst>
                  <a:ext uri="{FF2B5EF4-FFF2-40B4-BE49-F238E27FC236}">
                    <a16:creationId xmlns:a16="http://schemas.microsoft.com/office/drawing/2014/main" id="{0A35CA51-51EC-361B-5D35-DA56CB39D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77" name="Rectangle 29">
                <a:extLst>
                  <a:ext uri="{FF2B5EF4-FFF2-40B4-BE49-F238E27FC236}">
                    <a16:creationId xmlns:a16="http://schemas.microsoft.com/office/drawing/2014/main" id="{A3E1F849-0EF7-BEEB-C13C-FBEE7B204B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79" name="Rectangle 29">
                <a:extLst>
                  <a:ext uri="{FF2B5EF4-FFF2-40B4-BE49-F238E27FC236}">
                    <a16:creationId xmlns:a16="http://schemas.microsoft.com/office/drawing/2014/main" id="{22814360-26F8-30A3-1807-4CE6B61EEF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381" name="Group 254">
            <a:extLst>
              <a:ext uri="{FF2B5EF4-FFF2-40B4-BE49-F238E27FC236}">
                <a16:creationId xmlns:a16="http://schemas.microsoft.com/office/drawing/2014/main" id="{397DF0A1-724B-9AEF-7CBC-6C51011B0494}"/>
              </a:ext>
            </a:extLst>
          </p:cNvPr>
          <p:cNvGrpSpPr>
            <a:grpSpLocks noChangeAspect="1"/>
          </p:cNvGrpSpPr>
          <p:nvPr/>
        </p:nvGrpSpPr>
        <p:grpSpPr>
          <a:xfrm>
            <a:off x="6430129" y="1945406"/>
            <a:ext cx="280226" cy="161260"/>
            <a:chOff x="8421867" y="1904979"/>
            <a:chExt cx="347879" cy="255573"/>
          </a:xfrm>
        </p:grpSpPr>
        <p:sp>
          <p:nvSpPr>
            <p:cNvPr id="382" name="Rectangle 60">
              <a:extLst>
                <a:ext uri="{FF2B5EF4-FFF2-40B4-BE49-F238E27FC236}">
                  <a16:creationId xmlns:a16="http://schemas.microsoft.com/office/drawing/2014/main" id="{0C650295-B6BC-FCA4-0A06-95D64EC4A5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83" name="Group 719">
              <a:extLst>
                <a:ext uri="{FF2B5EF4-FFF2-40B4-BE49-F238E27FC236}">
                  <a16:creationId xmlns:a16="http://schemas.microsoft.com/office/drawing/2014/main" id="{E28814DD-3212-FE0D-DDFA-CD635951E13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85" name="Straight Connector 384">
                <a:extLst>
                  <a:ext uri="{FF2B5EF4-FFF2-40B4-BE49-F238E27FC236}">
                    <a16:creationId xmlns:a16="http://schemas.microsoft.com/office/drawing/2014/main" id="{784211DE-BB86-DA44-1660-8974CA5C84E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31308BE5-6708-4283-3F38-A485CCCB406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F864A58B-F02E-C058-B730-44CBB5DBA38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A3F07190-06CF-B414-6D10-3893AD8444C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84" name="Trapezoid 136">
              <a:extLst>
                <a:ext uri="{FF2B5EF4-FFF2-40B4-BE49-F238E27FC236}">
                  <a16:creationId xmlns:a16="http://schemas.microsoft.com/office/drawing/2014/main" id="{E5E94BB5-109B-41DF-9F29-126C22B2B5D2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94" name="Group 254">
            <a:extLst>
              <a:ext uri="{FF2B5EF4-FFF2-40B4-BE49-F238E27FC236}">
                <a16:creationId xmlns:a16="http://schemas.microsoft.com/office/drawing/2014/main" id="{FCE616F8-838A-F4B1-ACDB-6C7FA4A6F754}"/>
              </a:ext>
            </a:extLst>
          </p:cNvPr>
          <p:cNvGrpSpPr>
            <a:grpSpLocks noChangeAspect="1"/>
          </p:cNvGrpSpPr>
          <p:nvPr/>
        </p:nvGrpSpPr>
        <p:grpSpPr>
          <a:xfrm>
            <a:off x="7363522" y="1945406"/>
            <a:ext cx="280226" cy="161260"/>
            <a:chOff x="8421867" y="1904979"/>
            <a:chExt cx="347879" cy="255573"/>
          </a:xfrm>
        </p:grpSpPr>
        <p:sp>
          <p:nvSpPr>
            <p:cNvPr id="395" name="Rectangle 60">
              <a:extLst>
                <a:ext uri="{FF2B5EF4-FFF2-40B4-BE49-F238E27FC236}">
                  <a16:creationId xmlns:a16="http://schemas.microsoft.com/office/drawing/2014/main" id="{D47DE520-0E84-455C-C601-DC34D7C71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6" name="Group 719">
              <a:extLst>
                <a:ext uri="{FF2B5EF4-FFF2-40B4-BE49-F238E27FC236}">
                  <a16:creationId xmlns:a16="http://schemas.microsoft.com/office/drawing/2014/main" id="{05892489-B543-0557-2CAC-CA8C71209EF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B7164B75-CC26-B144-6AC3-91CC031D056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9" name="Straight Connector 398">
                <a:extLst>
                  <a:ext uri="{FF2B5EF4-FFF2-40B4-BE49-F238E27FC236}">
                    <a16:creationId xmlns:a16="http://schemas.microsoft.com/office/drawing/2014/main" id="{2819CB17-B196-67EB-1BF0-B73F358480F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A1BDBAC0-65CD-6CF2-F798-42739CD010DA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B062F870-3B9E-58EE-B6CC-FD0217110E5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97" name="Trapezoid 136">
              <a:extLst>
                <a:ext uri="{FF2B5EF4-FFF2-40B4-BE49-F238E27FC236}">
                  <a16:creationId xmlns:a16="http://schemas.microsoft.com/office/drawing/2014/main" id="{3B263F2F-2896-B6CF-71F3-D970E5B9FA6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DE4B5771-2726-B1D4-8003-F758B2160524}"/>
              </a:ext>
            </a:extLst>
          </p:cNvPr>
          <p:cNvGrpSpPr/>
          <p:nvPr/>
        </p:nvGrpSpPr>
        <p:grpSpPr>
          <a:xfrm>
            <a:off x="6570242" y="1682190"/>
            <a:ext cx="933393" cy="263216"/>
            <a:chOff x="3560104" y="4920983"/>
            <a:chExt cx="918647" cy="259057"/>
          </a:xfrm>
        </p:grpSpPr>
        <p:cxnSp>
          <p:nvCxnSpPr>
            <p:cNvPr id="405" name="Straight Arrow Connector 404">
              <a:extLst>
                <a:ext uri="{FF2B5EF4-FFF2-40B4-BE49-F238E27FC236}">
                  <a16:creationId xmlns:a16="http://schemas.microsoft.com/office/drawing/2014/main" id="{0E3C5416-9C45-8490-A453-F58A36BB41E3}"/>
                </a:ext>
              </a:extLst>
            </p:cNvPr>
            <p:cNvCxnSpPr>
              <a:cxnSpLocks/>
              <a:stCxn id="409" idx="1"/>
              <a:endCxn id="395" idx="0"/>
            </p:cNvCxnSpPr>
            <p:nvPr/>
          </p:nvCxnSpPr>
          <p:spPr>
            <a:xfrm>
              <a:off x="4334752" y="4995396"/>
              <a:ext cx="143999" cy="18464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6" name="Straight Arrow Connector 405">
              <a:extLst>
                <a:ext uri="{FF2B5EF4-FFF2-40B4-BE49-F238E27FC236}">
                  <a16:creationId xmlns:a16="http://schemas.microsoft.com/office/drawing/2014/main" id="{4B069C41-1BBB-FFA6-3629-3B85DDF98BC4}"/>
                </a:ext>
              </a:extLst>
            </p:cNvPr>
            <p:cNvCxnSpPr>
              <a:cxnSpLocks/>
              <a:stCxn id="411" idx="1"/>
              <a:endCxn id="382" idx="0"/>
            </p:cNvCxnSpPr>
            <p:nvPr/>
          </p:nvCxnSpPr>
          <p:spPr>
            <a:xfrm flipH="1">
              <a:off x="3560104" y="4994613"/>
              <a:ext cx="175857" cy="17709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407" name="Group 406">
              <a:extLst>
                <a:ext uri="{FF2B5EF4-FFF2-40B4-BE49-F238E27FC236}">
                  <a16:creationId xmlns:a16="http://schemas.microsoft.com/office/drawing/2014/main" id="{6DADD745-D5B5-DB35-85CC-34F194C7FB2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409" name="Rectangle 25">
                <a:extLst>
                  <a:ext uri="{FF2B5EF4-FFF2-40B4-BE49-F238E27FC236}">
                    <a16:creationId xmlns:a16="http://schemas.microsoft.com/office/drawing/2014/main" id="{8F1BEA46-C9D7-4598-AB79-3359F7BDC6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410" name="Rectangle 29">
                <a:extLst>
                  <a:ext uri="{FF2B5EF4-FFF2-40B4-BE49-F238E27FC236}">
                    <a16:creationId xmlns:a16="http://schemas.microsoft.com/office/drawing/2014/main" id="{4186B707-A2A4-191E-9552-315DCE96B1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411" name="Rectangle 29">
                <a:extLst>
                  <a:ext uri="{FF2B5EF4-FFF2-40B4-BE49-F238E27FC236}">
                    <a16:creationId xmlns:a16="http://schemas.microsoft.com/office/drawing/2014/main" id="{A2F4FE60-9261-3BFC-0020-C589297E4B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27" name="Connector: Elbow 426">
            <a:extLst>
              <a:ext uri="{FF2B5EF4-FFF2-40B4-BE49-F238E27FC236}">
                <a16:creationId xmlns:a16="http://schemas.microsoft.com/office/drawing/2014/main" id="{7939BEAF-427A-2F2A-3D3C-EF53E5F6B0B7}"/>
              </a:ext>
            </a:extLst>
          </p:cNvPr>
          <p:cNvCxnSpPr>
            <a:stCxn id="1525" idx="2"/>
            <a:endCxn id="250" idx="1"/>
          </p:cNvCxnSpPr>
          <p:nvPr/>
        </p:nvCxnSpPr>
        <p:spPr>
          <a:xfrm rot="10800000" flipV="1">
            <a:off x="4555459" y="1399318"/>
            <a:ext cx="639520" cy="626717"/>
          </a:xfrm>
          <a:prstGeom prst="bentConnector3">
            <a:avLst>
              <a:gd name="adj1" fmla="val 135746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29" name="Connector: Elbow 428">
            <a:extLst>
              <a:ext uri="{FF2B5EF4-FFF2-40B4-BE49-F238E27FC236}">
                <a16:creationId xmlns:a16="http://schemas.microsoft.com/office/drawing/2014/main" id="{BFAC0B35-17B6-F0FF-6893-5A3B20C45F61}"/>
              </a:ext>
            </a:extLst>
          </p:cNvPr>
          <p:cNvCxnSpPr>
            <a:cxnSpLocks/>
            <a:stCxn id="1524" idx="3"/>
            <a:endCxn id="395" idx="3"/>
          </p:cNvCxnSpPr>
          <p:nvPr/>
        </p:nvCxnSpPr>
        <p:spPr>
          <a:xfrm>
            <a:off x="7093585" y="1398433"/>
            <a:ext cx="550163" cy="627603"/>
          </a:xfrm>
          <a:prstGeom prst="bentConnector3">
            <a:avLst>
              <a:gd name="adj1" fmla="val 141551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33" name="Straight Arrow Connector 432">
            <a:extLst>
              <a:ext uri="{FF2B5EF4-FFF2-40B4-BE49-F238E27FC236}">
                <a16:creationId xmlns:a16="http://schemas.microsoft.com/office/drawing/2014/main" id="{13BA6116-3CAA-57EA-379F-1CC2A5FE5CD9}"/>
              </a:ext>
            </a:extLst>
          </p:cNvPr>
          <p:cNvCxnSpPr>
            <a:stCxn id="376" idx="2"/>
            <a:endCxn id="205" idx="0"/>
          </p:cNvCxnSpPr>
          <p:nvPr/>
        </p:nvCxnSpPr>
        <p:spPr>
          <a:xfrm>
            <a:off x="5161977" y="1833405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Arrow Connector 434">
            <a:extLst>
              <a:ext uri="{FF2B5EF4-FFF2-40B4-BE49-F238E27FC236}">
                <a16:creationId xmlns:a16="http://schemas.microsoft.com/office/drawing/2014/main" id="{9020FB37-AC8B-27A3-AE23-A885AC640593}"/>
              </a:ext>
            </a:extLst>
          </p:cNvPr>
          <p:cNvCxnSpPr>
            <a:stCxn id="205" idx="2"/>
            <a:endCxn id="210" idx="0"/>
          </p:cNvCxnSpPr>
          <p:nvPr/>
        </p:nvCxnSpPr>
        <p:spPr>
          <a:xfrm>
            <a:off x="5193642" y="2349807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TextBox 439">
            <a:extLst>
              <a:ext uri="{FF2B5EF4-FFF2-40B4-BE49-F238E27FC236}">
                <a16:creationId xmlns:a16="http://schemas.microsoft.com/office/drawing/2014/main" id="{AEE669BA-78F7-86C4-CF68-5025C7485BDC}"/>
              </a:ext>
            </a:extLst>
          </p:cNvPr>
          <p:cNvSpPr txBox="1"/>
          <p:nvPr/>
        </p:nvSpPr>
        <p:spPr>
          <a:xfrm>
            <a:off x="4056656" y="2620690"/>
            <a:ext cx="7312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aggregation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861D1B3C-6EF0-8932-85F6-E30D9382952E}"/>
              </a:ext>
            </a:extLst>
          </p:cNvPr>
          <p:cNvSpPr txBox="1"/>
          <p:nvPr/>
        </p:nvSpPr>
        <p:spPr>
          <a:xfrm>
            <a:off x="3875305" y="2084266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Partition parallel</a:t>
            </a:r>
          </a:p>
          <a:p>
            <a:r>
              <a:rPr lang="en-GB" sz="800" dirty="0"/>
              <a:t>(decomposition)</a:t>
            </a:r>
          </a:p>
        </p:txBody>
      </p: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8F211ED5-8059-7B05-A53A-2306BA0F9131}"/>
              </a:ext>
            </a:extLst>
          </p:cNvPr>
          <p:cNvCxnSpPr/>
          <p:nvPr/>
        </p:nvCxnSpPr>
        <p:spPr>
          <a:xfrm>
            <a:off x="7041577" y="1833405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Straight Arrow Connector 442">
            <a:extLst>
              <a:ext uri="{FF2B5EF4-FFF2-40B4-BE49-F238E27FC236}">
                <a16:creationId xmlns:a16="http://schemas.microsoft.com/office/drawing/2014/main" id="{2EA99A3B-DE28-E946-1343-E85F56332184}"/>
              </a:ext>
            </a:extLst>
          </p:cNvPr>
          <p:cNvCxnSpPr/>
          <p:nvPr/>
        </p:nvCxnSpPr>
        <p:spPr>
          <a:xfrm>
            <a:off x="7073242" y="2349807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7694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AA6B1-6CBB-138C-1990-9D1C49CBA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C50F1-2973-6646-7ABF-1BD61CBAD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3605"/>
          </a:xfrm>
        </p:spPr>
        <p:txBody>
          <a:bodyPr>
            <a:normAutofit fontScale="90000"/>
          </a:bodyPr>
          <a:lstStyle/>
          <a:p>
            <a:r>
              <a:rPr lang="en-GB" dirty="0"/>
              <a:t>Proposal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A82099A-218D-8F55-EE13-6973FDC1B96D}"/>
              </a:ext>
            </a:extLst>
          </p:cNvPr>
          <p:cNvSpPr/>
          <p:nvPr/>
        </p:nvSpPr>
        <p:spPr>
          <a:xfrm>
            <a:off x="5588272" y="3456935"/>
            <a:ext cx="1119125" cy="2793520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00C8C20-A3D4-E11E-7C2C-57F7D6C3DC22}"/>
              </a:ext>
            </a:extLst>
          </p:cNvPr>
          <p:cNvSpPr/>
          <p:nvPr/>
        </p:nvSpPr>
        <p:spPr>
          <a:xfrm>
            <a:off x="3738425" y="3435973"/>
            <a:ext cx="1049521" cy="28144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7" name="Group 254">
            <a:extLst>
              <a:ext uri="{FF2B5EF4-FFF2-40B4-BE49-F238E27FC236}">
                <a16:creationId xmlns:a16="http://schemas.microsoft.com/office/drawing/2014/main" id="{E3C2DAE4-C01D-AB87-68C9-0B8806693367}"/>
              </a:ext>
            </a:extLst>
          </p:cNvPr>
          <p:cNvGrpSpPr>
            <a:grpSpLocks noChangeAspect="1"/>
          </p:cNvGrpSpPr>
          <p:nvPr/>
        </p:nvGrpSpPr>
        <p:grpSpPr>
          <a:xfrm>
            <a:off x="3854838" y="6038976"/>
            <a:ext cx="280226" cy="161260"/>
            <a:chOff x="8421867" y="1904979"/>
            <a:chExt cx="347879" cy="255573"/>
          </a:xfrm>
        </p:grpSpPr>
        <p:sp>
          <p:nvSpPr>
            <p:cNvPr id="38" name="Rectangle 60">
              <a:extLst>
                <a:ext uri="{FF2B5EF4-FFF2-40B4-BE49-F238E27FC236}">
                  <a16:creationId xmlns:a16="http://schemas.microsoft.com/office/drawing/2014/main" id="{12DB09A1-4A1B-F2D5-C2DB-CAE7142F15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" name="Group 719">
              <a:extLst>
                <a:ext uri="{FF2B5EF4-FFF2-40B4-BE49-F238E27FC236}">
                  <a16:creationId xmlns:a16="http://schemas.microsoft.com/office/drawing/2014/main" id="{ADFEF5DB-1623-F4CA-5D1F-483E6678089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51F0E591-490A-103C-2863-5DCDF12E3B3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3B64BA37-55F5-5556-6EA6-A6DCDA93AE0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482DB851-D988-4987-84E3-EAB62DE6976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CF252535-B874-60E6-33B1-AE97C09C6F4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0" name="Trapezoid 113">
              <a:extLst>
                <a:ext uri="{FF2B5EF4-FFF2-40B4-BE49-F238E27FC236}">
                  <a16:creationId xmlns:a16="http://schemas.microsoft.com/office/drawing/2014/main" id="{0E927B2F-DFC8-4B68-9BD5-7DB69B64C08D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36F0D43-7135-F997-8DCD-94872D1AD2C0}"/>
              </a:ext>
            </a:extLst>
          </p:cNvPr>
          <p:cNvGrpSpPr/>
          <p:nvPr/>
        </p:nvGrpSpPr>
        <p:grpSpPr>
          <a:xfrm>
            <a:off x="3855598" y="5675756"/>
            <a:ext cx="276281" cy="173735"/>
            <a:chOff x="3417117" y="2447654"/>
            <a:chExt cx="362556" cy="22798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977AE7C-A7B0-1D40-27B8-7610BAD9A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A0946D5-B64C-39C9-6BB3-6A41789F88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" name="Trapezoid 110">
              <a:extLst>
                <a:ext uri="{FF2B5EF4-FFF2-40B4-BE49-F238E27FC236}">
                  <a16:creationId xmlns:a16="http://schemas.microsoft.com/office/drawing/2014/main" id="{F1249664-B532-54BD-1301-068AEF289AE6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96EFA9C-B93A-0F48-C4E5-1F4CAB895F95}"/>
              </a:ext>
            </a:extLst>
          </p:cNvPr>
          <p:cNvCxnSpPr>
            <a:cxnSpLocks/>
            <a:stCxn id="46" idx="2"/>
            <a:endCxn id="38" idx="0"/>
          </p:cNvCxnSpPr>
          <p:nvPr/>
        </p:nvCxnSpPr>
        <p:spPr>
          <a:xfrm>
            <a:off x="3993739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50" name="Group 254">
            <a:extLst>
              <a:ext uri="{FF2B5EF4-FFF2-40B4-BE49-F238E27FC236}">
                <a16:creationId xmlns:a16="http://schemas.microsoft.com/office/drawing/2014/main" id="{E0EBD34F-A3EE-385E-1C30-389185D8028B}"/>
              </a:ext>
            </a:extLst>
          </p:cNvPr>
          <p:cNvGrpSpPr>
            <a:grpSpLocks noChangeAspect="1"/>
          </p:cNvGrpSpPr>
          <p:nvPr/>
        </p:nvGrpSpPr>
        <p:grpSpPr>
          <a:xfrm>
            <a:off x="4426280" y="6038976"/>
            <a:ext cx="280226" cy="161260"/>
            <a:chOff x="8421867" y="1904979"/>
            <a:chExt cx="347879" cy="255573"/>
          </a:xfrm>
        </p:grpSpPr>
        <p:sp>
          <p:nvSpPr>
            <p:cNvPr id="236" name="Rectangle 60">
              <a:extLst>
                <a:ext uri="{FF2B5EF4-FFF2-40B4-BE49-F238E27FC236}">
                  <a16:creationId xmlns:a16="http://schemas.microsoft.com/office/drawing/2014/main" id="{B14A1CC2-306A-AD42-6493-EC05DBC6D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7" name="Group 719">
              <a:extLst>
                <a:ext uri="{FF2B5EF4-FFF2-40B4-BE49-F238E27FC236}">
                  <a16:creationId xmlns:a16="http://schemas.microsoft.com/office/drawing/2014/main" id="{5F0F0F8F-73B9-ED9A-5F13-58C49A811393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15D64D3E-EAAC-D4AC-F0BD-CD6D0E98C2D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C98A48EC-7A3D-0809-5D2B-D81BD6860FD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1A395697-E3BB-9ECD-9747-8961C880E15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8CF06F09-AD40-7012-514B-18374D47EF0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38" name="Trapezoid 149">
              <a:extLst>
                <a:ext uri="{FF2B5EF4-FFF2-40B4-BE49-F238E27FC236}">
                  <a16:creationId xmlns:a16="http://schemas.microsoft.com/office/drawing/2014/main" id="{2955CDE7-3F55-49C4-A54B-DD8AED2064D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70E3CC3B-A499-5263-2624-634B9E4AEC3A}"/>
              </a:ext>
            </a:extLst>
          </p:cNvPr>
          <p:cNvCxnSpPr>
            <a:cxnSpLocks/>
            <a:stCxn id="739" idx="2"/>
            <a:endCxn id="236" idx="0"/>
          </p:cNvCxnSpPr>
          <p:nvPr/>
        </p:nvCxnSpPr>
        <p:spPr>
          <a:xfrm>
            <a:off x="4565182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AFA3E0F7-B087-3716-420F-618AC555313E}"/>
              </a:ext>
            </a:extLst>
          </p:cNvPr>
          <p:cNvGrpSpPr/>
          <p:nvPr/>
        </p:nvGrpSpPr>
        <p:grpSpPr>
          <a:xfrm>
            <a:off x="4421460" y="4946379"/>
            <a:ext cx="276281" cy="173735"/>
            <a:chOff x="3417117" y="2447654"/>
            <a:chExt cx="362556" cy="227987"/>
          </a:xfrm>
        </p:grpSpPr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11B4E0EE-623E-626B-1A31-3C1918534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D40B6D17-59DD-DEC3-F7C9-883D48F25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8" name="Trapezoid 170">
              <a:extLst>
                <a:ext uri="{FF2B5EF4-FFF2-40B4-BE49-F238E27FC236}">
                  <a16:creationId xmlns:a16="http://schemas.microsoft.com/office/drawing/2014/main" id="{94A9E1A8-C705-FC49-745A-D75FE18A78D9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7731B951-8AFF-353C-B4D1-978E1AC3DF0B}"/>
              </a:ext>
            </a:extLst>
          </p:cNvPr>
          <p:cNvCxnSpPr>
            <a:cxnSpLocks/>
            <a:stCxn id="252" idx="2"/>
            <a:endCxn id="739" idx="2"/>
          </p:cNvCxnSpPr>
          <p:nvPr/>
        </p:nvCxnSpPr>
        <p:spPr>
          <a:xfrm>
            <a:off x="4559600" y="5120113"/>
            <a:ext cx="5581" cy="72937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72" name="Group 254">
            <a:extLst>
              <a:ext uri="{FF2B5EF4-FFF2-40B4-BE49-F238E27FC236}">
                <a16:creationId xmlns:a16="http://schemas.microsoft.com/office/drawing/2014/main" id="{E0E9CC40-B0FD-454D-9DB6-4B2FCEDA6881}"/>
              </a:ext>
            </a:extLst>
          </p:cNvPr>
          <p:cNvGrpSpPr>
            <a:grpSpLocks noChangeAspect="1"/>
          </p:cNvGrpSpPr>
          <p:nvPr/>
        </p:nvGrpSpPr>
        <p:grpSpPr>
          <a:xfrm>
            <a:off x="5735672" y="6035378"/>
            <a:ext cx="280226" cy="161260"/>
            <a:chOff x="8421867" y="1904979"/>
            <a:chExt cx="347879" cy="255573"/>
          </a:xfrm>
        </p:grpSpPr>
        <p:sp>
          <p:nvSpPr>
            <p:cNvPr id="288" name="Rectangle 60">
              <a:extLst>
                <a:ext uri="{FF2B5EF4-FFF2-40B4-BE49-F238E27FC236}">
                  <a16:creationId xmlns:a16="http://schemas.microsoft.com/office/drawing/2014/main" id="{4056C31A-64A7-5D09-6F88-49F0EE61A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89" name="Group 719">
              <a:extLst>
                <a:ext uri="{FF2B5EF4-FFF2-40B4-BE49-F238E27FC236}">
                  <a16:creationId xmlns:a16="http://schemas.microsoft.com/office/drawing/2014/main" id="{0239B3F7-3FA0-AF8A-6DF5-308B235935B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F7C02025-FA29-BABA-2A81-A86A49A72F5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53B76B4C-276A-346C-4354-A641A8D1A1D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90CB2B4D-9712-41BB-D7EB-C92E35445F5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4DADB89A-9530-2F3D-0717-E546B63A458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90" name="Trapezoid 221">
              <a:extLst>
                <a:ext uri="{FF2B5EF4-FFF2-40B4-BE49-F238E27FC236}">
                  <a16:creationId xmlns:a16="http://schemas.microsoft.com/office/drawing/2014/main" id="{500BC614-3F63-8080-9BAD-9B803F468E1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7B74E833-04A5-1F91-2047-A81EA32EB0C3}"/>
              </a:ext>
            </a:extLst>
          </p:cNvPr>
          <p:cNvGrpSpPr/>
          <p:nvPr/>
        </p:nvGrpSpPr>
        <p:grpSpPr>
          <a:xfrm>
            <a:off x="5736433" y="5672157"/>
            <a:ext cx="276281" cy="173735"/>
            <a:chOff x="3417117" y="2447654"/>
            <a:chExt cx="362556" cy="227987"/>
          </a:xfrm>
        </p:grpSpPr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30DB59A8-8D45-0DD2-619E-B827BF382C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792C8E38-58CE-1A96-58FC-CD9A5BFB7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8" name="Trapezoid 229">
              <a:extLst>
                <a:ext uri="{FF2B5EF4-FFF2-40B4-BE49-F238E27FC236}">
                  <a16:creationId xmlns:a16="http://schemas.microsoft.com/office/drawing/2014/main" id="{34595756-2EB0-E6A9-20CA-9DD76BEECD55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F613B13A-6D54-1057-08A8-25C3291C7161}"/>
              </a:ext>
            </a:extLst>
          </p:cNvPr>
          <p:cNvCxnSpPr>
            <a:cxnSpLocks/>
            <a:stCxn id="296" idx="2"/>
            <a:endCxn id="288" idx="0"/>
          </p:cNvCxnSpPr>
          <p:nvPr/>
        </p:nvCxnSpPr>
        <p:spPr>
          <a:xfrm>
            <a:off x="5874574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07" name="Group 254">
            <a:extLst>
              <a:ext uri="{FF2B5EF4-FFF2-40B4-BE49-F238E27FC236}">
                <a16:creationId xmlns:a16="http://schemas.microsoft.com/office/drawing/2014/main" id="{2D6937C0-D0AE-0A41-1337-B223EC8CEED3}"/>
              </a:ext>
            </a:extLst>
          </p:cNvPr>
          <p:cNvGrpSpPr>
            <a:grpSpLocks noChangeAspect="1"/>
          </p:cNvGrpSpPr>
          <p:nvPr/>
        </p:nvGrpSpPr>
        <p:grpSpPr>
          <a:xfrm>
            <a:off x="5730091" y="5306001"/>
            <a:ext cx="280226" cy="161260"/>
            <a:chOff x="8421867" y="1904979"/>
            <a:chExt cx="347879" cy="255573"/>
          </a:xfrm>
        </p:grpSpPr>
        <p:sp>
          <p:nvSpPr>
            <p:cNvPr id="309" name="Rectangle 60">
              <a:extLst>
                <a:ext uri="{FF2B5EF4-FFF2-40B4-BE49-F238E27FC236}">
                  <a16:creationId xmlns:a16="http://schemas.microsoft.com/office/drawing/2014/main" id="{ADD04ADB-A2A4-DE06-31A2-715832B98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10" name="Group 719">
              <a:extLst>
                <a:ext uri="{FF2B5EF4-FFF2-40B4-BE49-F238E27FC236}">
                  <a16:creationId xmlns:a16="http://schemas.microsoft.com/office/drawing/2014/main" id="{46316EA2-1DDD-C40E-9929-F0110171C7A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7FF28BDA-2FB4-ACBC-2595-2B09F66C484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3D02F272-EDD9-7677-5ECA-592CFE1EB4C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4" name="Straight Connector 313">
                <a:extLst>
                  <a:ext uri="{FF2B5EF4-FFF2-40B4-BE49-F238E27FC236}">
                    <a16:creationId xmlns:a16="http://schemas.microsoft.com/office/drawing/2014/main" id="{F766F607-D662-8765-7158-2EC4DF93831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494F874C-3D60-3A02-2349-F038188DE3C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11" name="Trapezoid 243">
              <a:extLst>
                <a:ext uri="{FF2B5EF4-FFF2-40B4-BE49-F238E27FC236}">
                  <a16:creationId xmlns:a16="http://schemas.microsoft.com/office/drawing/2014/main" id="{EEC6E5B4-790A-79AF-14C5-C547ED08821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98C1B2AC-51FB-5EE9-64F3-DC31CF6603EC}"/>
              </a:ext>
            </a:extLst>
          </p:cNvPr>
          <p:cNvGrpSpPr/>
          <p:nvPr/>
        </p:nvGrpSpPr>
        <p:grpSpPr>
          <a:xfrm>
            <a:off x="5730852" y="4942781"/>
            <a:ext cx="276281" cy="173735"/>
            <a:chOff x="3417117" y="2447654"/>
            <a:chExt cx="362556" cy="227987"/>
          </a:xfrm>
        </p:grpSpPr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061532AF-2815-FF7D-C277-CA103516A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60E60DCE-D06C-FB55-8BA3-E98B70330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4" name="Trapezoid 257">
              <a:extLst>
                <a:ext uri="{FF2B5EF4-FFF2-40B4-BE49-F238E27FC236}">
                  <a16:creationId xmlns:a16="http://schemas.microsoft.com/office/drawing/2014/main" id="{B4EE59D1-375D-F9B5-035F-E4A955C0DDE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8D60680A-BCF2-3AD0-8E6A-B71DE5364E1C}"/>
              </a:ext>
            </a:extLst>
          </p:cNvPr>
          <p:cNvCxnSpPr>
            <a:cxnSpLocks/>
            <a:stCxn id="317" idx="2"/>
            <a:endCxn id="309" idx="0"/>
          </p:cNvCxnSpPr>
          <p:nvPr/>
        </p:nvCxnSpPr>
        <p:spPr>
          <a:xfrm>
            <a:off x="5868993" y="5116515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26" name="Group 254">
            <a:extLst>
              <a:ext uri="{FF2B5EF4-FFF2-40B4-BE49-F238E27FC236}">
                <a16:creationId xmlns:a16="http://schemas.microsoft.com/office/drawing/2014/main" id="{B3402BE8-F904-AC4C-3E8E-F683F5CA3936}"/>
              </a:ext>
            </a:extLst>
          </p:cNvPr>
          <p:cNvGrpSpPr>
            <a:grpSpLocks noChangeAspect="1"/>
          </p:cNvGrpSpPr>
          <p:nvPr/>
        </p:nvGrpSpPr>
        <p:grpSpPr>
          <a:xfrm>
            <a:off x="6300393" y="6035378"/>
            <a:ext cx="280226" cy="161260"/>
            <a:chOff x="8421867" y="1904979"/>
            <a:chExt cx="347879" cy="255573"/>
          </a:xfrm>
        </p:grpSpPr>
        <p:sp>
          <p:nvSpPr>
            <p:cNvPr id="327" name="Rectangle 60">
              <a:extLst>
                <a:ext uri="{FF2B5EF4-FFF2-40B4-BE49-F238E27FC236}">
                  <a16:creationId xmlns:a16="http://schemas.microsoft.com/office/drawing/2014/main" id="{8464D6A5-D483-6026-A85B-347B44AA9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28" name="Group 719">
              <a:extLst>
                <a:ext uri="{FF2B5EF4-FFF2-40B4-BE49-F238E27FC236}">
                  <a16:creationId xmlns:a16="http://schemas.microsoft.com/office/drawing/2014/main" id="{3503A9DE-D16A-A969-71EF-9F93CCB9F53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F20EA314-F4AA-8029-A400-F1B81B01FFA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18C950C3-4D27-6608-1BEC-586B02AC9DD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4EC00711-F0DC-B20D-4EAA-D022D5E4861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EAF203F1-B23E-67FC-A4CD-8728B140569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29" name="Trapezoid 275">
              <a:extLst>
                <a:ext uri="{FF2B5EF4-FFF2-40B4-BE49-F238E27FC236}">
                  <a16:creationId xmlns:a16="http://schemas.microsoft.com/office/drawing/2014/main" id="{849A4B7B-C3B7-8248-F10B-604483C7F7D0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CBDC1C0B-78D9-15B6-5A84-06966B443540}"/>
              </a:ext>
            </a:extLst>
          </p:cNvPr>
          <p:cNvGrpSpPr/>
          <p:nvPr/>
        </p:nvGrpSpPr>
        <p:grpSpPr>
          <a:xfrm>
            <a:off x="6301154" y="5672157"/>
            <a:ext cx="276281" cy="173735"/>
            <a:chOff x="3417117" y="2447654"/>
            <a:chExt cx="362556" cy="227987"/>
          </a:xfrm>
        </p:grpSpPr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F66D337C-6187-0DDC-876B-2AC9FB593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6BA96182-B9EC-C09E-93D2-0FBF22FD6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7" name="Trapezoid 283">
              <a:extLst>
                <a:ext uri="{FF2B5EF4-FFF2-40B4-BE49-F238E27FC236}">
                  <a16:creationId xmlns:a16="http://schemas.microsoft.com/office/drawing/2014/main" id="{F783EDDC-8933-2581-FD83-497A43461283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377BC5DB-8C24-5C4B-76C7-BBB76BAD9E96}"/>
              </a:ext>
            </a:extLst>
          </p:cNvPr>
          <p:cNvCxnSpPr>
            <a:cxnSpLocks/>
            <a:stCxn id="335" idx="2"/>
            <a:endCxn id="327" idx="0"/>
          </p:cNvCxnSpPr>
          <p:nvPr/>
        </p:nvCxnSpPr>
        <p:spPr>
          <a:xfrm>
            <a:off x="6439295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39" name="Rectangle 25">
            <a:extLst>
              <a:ext uri="{FF2B5EF4-FFF2-40B4-BE49-F238E27FC236}">
                <a16:creationId xmlns:a16="http://schemas.microsoft.com/office/drawing/2014/main" id="{69BD4EFF-4FED-720D-1F1C-9E8652912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2568" y="4810269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40" name="Rectangle 29">
            <a:extLst>
              <a:ext uri="{FF2B5EF4-FFF2-40B4-BE49-F238E27FC236}">
                <a16:creationId xmlns:a16="http://schemas.microsoft.com/office/drawing/2014/main" id="{DCFE4152-E1AD-BEF1-E7B2-E514101E5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663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41" name="Rectangle 29">
            <a:extLst>
              <a:ext uri="{FF2B5EF4-FFF2-40B4-BE49-F238E27FC236}">
                <a16:creationId xmlns:a16="http://schemas.microsoft.com/office/drawing/2014/main" id="{B84A0D6D-7D8D-3191-0D5B-E7E35356C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55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91F1DA6B-5304-9BAD-0683-CFFE90B3D49A}"/>
              </a:ext>
            </a:extLst>
          </p:cNvPr>
          <p:cNvCxnSpPr>
            <a:cxnSpLocks/>
            <a:stCxn id="340" idx="2"/>
            <a:endCxn id="252" idx="0"/>
          </p:cNvCxnSpPr>
          <p:nvPr/>
        </p:nvCxnSpPr>
        <p:spPr>
          <a:xfrm flipH="1">
            <a:off x="4559599" y="4851095"/>
            <a:ext cx="377039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343" name="Straight Arrow Connector 342">
            <a:extLst>
              <a:ext uri="{FF2B5EF4-FFF2-40B4-BE49-F238E27FC236}">
                <a16:creationId xmlns:a16="http://schemas.microsoft.com/office/drawing/2014/main" id="{A22656B8-4B64-A447-E469-045A707ED50E}"/>
              </a:ext>
            </a:extLst>
          </p:cNvPr>
          <p:cNvCxnSpPr>
            <a:cxnSpLocks/>
            <a:stCxn id="341" idx="6"/>
            <a:endCxn id="317" idx="0"/>
          </p:cNvCxnSpPr>
          <p:nvPr/>
        </p:nvCxnSpPr>
        <p:spPr>
          <a:xfrm>
            <a:off x="5463641" y="4851094"/>
            <a:ext cx="405352" cy="9168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44" name="Rectangle 135">
            <a:extLst>
              <a:ext uri="{FF2B5EF4-FFF2-40B4-BE49-F238E27FC236}">
                <a16:creationId xmlns:a16="http://schemas.microsoft.com/office/drawing/2014/main" id="{652A3102-B830-85BB-C42E-5ADD9AFE9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091" y="4903940"/>
            <a:ext cx="64755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F58B02BC-821C-901F-A7A1-6EEB2DAEEF07}"/>
              </a:ext>
            </a:extLst>
          </p:cNvPr>
          <p:cNvSpPr/>
          <p:nvPr/>
        </p:nvSpPr>
        <p:spPr>
          <a:xfrm>
            <a:off x="7483073" y="3441031"/>
            <a:ext cx="1052401" cy="2809424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46" name="Group 254">
            <a:extLst>
              <a:ext uri="{FF2B5EF4-FFF2-40B4-BE49-F238E27FC236}">
                <a16:creationId xmlns:a16="http://schemas.microsoft.com/office/drawing/2014/main" id="{F2BC1C07-3226-0029-AAFD-6B2713943A71}"/>
              </a:ext>
            </a:extLst>
          </p:cNvPr>
          <p:cNvGrpSpPr>
            <a:grpSpLocks noChangeAspect="1"/>
          </p:cNvGrpSpPr>
          <p:nvPr/>
        </p:nvGrpSpPr>
        <p:grpSpPr>
          <a:xfrm>
            <a:off x="7588243" y="6036396"/>
            <a:ext cx="280226" cy="161260"/>
            <a:chOff x="8421867" y="1904979"/>
            <a:chExt cx="347879" cy="255573"/>
          </a:xfrm>
        </p:grpSpPr>
        <p:sp>
          <p:nvSpPr>
            <p:cNvPr id="347" name="Rectangle 60">
              <a:extLst>
                <a:ext uri="{FF2B5EF4-FFF2-40B4-BE49-F238E27FC236}">
                  <a16:creationId xmlns:a16="http://schemas.microsoft.com/office/drawing/2014/main" id="{BF08ABE8-9F5C-278E-3AA8-32E4CCB18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48" name="Group 719">
              <a:extLst>
                <a:ext uri="{FF2B5EF4-FFF2-40B4-BE49-F238E27FC236}">
                  <a16:creationId xmlns:a16="http://schemas.microsoft.com/office/drawing/2014/main" id="{916D2BA8-19C2-B887-6B5A-EDC806AB2B31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50" name="Straight Connector 349">
                <a:extLst>
                  <a:ext uri="{FF2B5EF4-FFF2-40B4-BE49-F238E27FC236}">
                    <a16:creationId xmlns:a16="http://schemas.microsoft.com/office/drawing/2014/main" id="{5505EDD1-FD88-A099-F71E-763D94DFC9D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1" name="Straight Connector 350">
                <a:extLst>
                  <a:ext uri="{FF2B5EF4-FFF2-40B4-BE49-F238E27FC236}">
                    <a16:creationId xmlns:a16="http://schemas.microsoft.com/office/drawing/2014/main" id="{DB70A4F9-8FA7-882C-B5E6-88E818308FE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2" name="Straight Connector 351">
                <a:extLst>
                  <a:ext uri="{FF2B5EF4-FFF2-40B4-BE49-F238E27FC236}">
                    <a16:creationId xmlns:a16="http://schemas.microsoft.com/office/drawing/2014/main" id="{18F17E2C-B00B-C658-E1B3-755783694B3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44EFFC6A-ED9F-2BD7-8349-00A8C233855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49" name="Trapezoid 442">
              <a:extLst>
                <a:ext uri="{FF2B5EF4-FFF2-40B4-BE49-F238E27FC236}">
                  <a16:creationId xmlns:a16="http://schemas.microsoft.com/office/drawing/2014/main" id="{43E9B891-B69D-C5E7-1F98-04F407E2BD1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C709C731-D47C-34B6-0342-D7547311B857}"/>
              </a:ext>
            </a:extLst>
          </p:cNvPr>
          <p:cNvGrpSpPr/>
          <p:nvPr/>
        </p:nvGrpSpPr>
        <p:grpSpPr>
          <a:xfrm>
            <a:off x="7583423" y="4943798"/>
            <a:ext cx="276281" cy="173735"/>
            <a:chOff x="3417117" y="2447654"/>
            <a:chExt cx="362556" cy="227987"/>
          </a:xfrm>
        </p:grpSpPr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E0AB695C-CF2C-3940-26B0-A87B0B8AB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C84CD547-3BAA-7F84-49E4-20F06A640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7" name="Trapezoid 463">
              <a:extLst>
                <a:ext uri="{FF2B5EF4-FFF2-40B4-BE49-F238E27FC236}">
                  <a16:creationId xmlns:a16="http://schemas.microsoft.com/office/drawing/2014/main" id="{E4999055-73A9-A22D-5DA4-3138AF6920E2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8" name="Group 254">
            <a:extLst>
              <a:ext uri="{FF2B5EF4-FFF2-40B4-BE49-F238E27FC236}">
                <a16:creationId xmlns:a16="http://schemas.microsoft.com/office/drawing/2014/main" id="{C1CE5836-E326-14AF-3C42-EAF6DB7FDAA5}"/>
              </a:ext>
            </a:extLst>
          </p:cNvPr>
          <p:cNvGrpSpPr>
            <a:grpSpLocks noChangeAspect="1"/>
          </p:cNvGrpSpPr>
          <p:nvPr/>
        </p:nvGrpSpPr>
        <p:grpSpPr>
          <a:xfrm>
            <a:off x="8144895" y="6036396"/>
            <a:ext cx="280226" cy="161260"/>
            <a:chOff x="8421867" y="1904979"/>
            <a:chExt cx="347879" cy="255573"/>
          </a:xfrm>
        </p:grpSpPr>
        <p:sp>
          <p:nvSpPr>
            <p:cNvPr id="359" name="Rectangle 60">
              <a:extLst>
                <a:ext uri="{FF2B5EF4-FFF2-40B4-BE49-F238E27FC236}">
                  <a16:creationId xmlns:a16="http://schemas.microsoft.com/office/drawing/2014/main" id="{AF00ABB6-61C1-A12F-8ABE-E36751187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60" name="Group 719">
              <a:extLst>
                <a:ext uri="{FF2B5EF4-FFF2-40B4-BE49-F238E27FC236}">
                  <a16:creationId xmlns:a16="http://schemas.microsoft.com/office/drawing/2014/main" id="{5B8FE549-B094-CB6B-634A-1435408EADB7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68" name="Straight Connector 367">
                <a:extLst>
                  <a:ext uri="{FF2B5EF4-FFF2-40B4-BE49-F238E27FC236}">
                    <a16:creationId xmlns:a16="http://schemas.microsoft.com/office/drawing/2014/main" id="{68BC6C89-397B-0087-7713-B6AF6D1E5184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9" name="Straight Connector 368">
                <a:extLst>
                  <a:ext uri="{FF2B5EF4-FFF2-40B4-BE49-F238E27FC236}">
                    <a16:creationId xmlns:a16="http://schemas.microsoft.com/office/drawing/2014/main" id="{336E530F-F2A3-95C9-297B-49AB9A5E430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2B4079F4-7DD6-CB0E-36B7-42EDDAF23A7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1" name="Straight Connector 370">
                <a:extLst>
                  <a:ext uri="{FF2B5EF4-FFF2-40B4-BE49-F238E27FC236}">
                    <a16:creationId xmlns:a16="http://schemas.microsoft.com/office/drawing/2014/main" id="{909B0E9F-2859-AA88-30A0-6DE0114EDCD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61" name="Trapezoid 481">
              <a:extLst>
                <a:ext uri="{FF2B5EF4-FFF2-40B4-BE49-F238E27FC236}">
                  <a16:creationId xmlns:a16="http://schemas.microsoft.com/office/drawing/2014/main" id="{7A883192-5531-2DBF-D483-37C687395F6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29DFAAA7-D55B-9478-6D8B-812761E12272}"/>
              </a:ext>
            </a:extLst>
          </p:cNvPr>
          <p:cNvGrpSpPr/>
          <p:nvPr/>
        </p:nvGrpSpPr>
        <p:grpSpPr>
          <a:xfrm>
            <a:off x="8145656" y="5673174"/>
            <a:ext cx="276281" cy="173735"/>
            <a:chOff x="3417117" y="2447654"/>
            <a:chExt cx="362556" cy="227987"/>
          </a:xfrm>
        </p:grpSpPr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7932BD74-5D0B-EBAA-D815-F0F2C4A31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FD637769-449C-CBE4-5B6B-CC193F2D80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7" name="Trapezoid 489">
              <a:extLst>
                <a:ext uri="{FF2B5EF4-FFF2-40B4-BE49-F238E27FC236}">
                  <a16:creationId xmlns:a16="http://schemas.microsoft.com/office/drawing/2014/main" id="{DE6D8807-D539-E661-92F4-9799CFFC58A4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236C078E-41A8-F00A-D0E6-430CCBCCC907}"/>
              </a:ext>
            </a:extLst>
          </p:cNvPr>
          <p:cNvCxnSpPr>
            <a:cxnSpLocks/>
            <a:stCxn id="373" idx="2"/>
            <a:endCxn id="359" idx="0"/>
          </p:cNvCxnSpPr>
          <p:nvPr/>
        </p:nvCxnSpPr>
        <p:spPr>
          <a:xfrm>
            <a:off x="8283797" y="584690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89" name="Group 254">
            <a:extLst>
              <a:ext uri="{FF2B5EF4-FFF2-40B4-BE49-F238E27FC236}">
                <a16:creationId xmlns:a16="http://schemas.microsoft.com/office/drawing/2014/main" id="{E144C1DC-C473-1450-CFD6-3ABAB12FD267}"/>
              </a:ext>
            </a:extLst>
          </p:cNvPr>
          <p:cNvGrpSpPr>
            <a:grpSpLocks noChangeAspect="1"/>
          </p:cNvGrpSpPr>
          <p:nvPr/>
        </p:nvGrpSpPr>
        <p:grpSpPr>
          <a:xfrm>
            <a:off x="6296096" y="5319973"/>
            <a:ext cx="280226" cy="161260"/>
            <a:chOff x="8421867" y="1904979"/>
            <a:chExt cx="347879" cy="255573"/>
          </a:xfrm>
        </p:grpSpPr>
        <p:sp>
          <p:nvSpPr>
            <p:cNvPr id="390" name="Rectangle 60">
              <a:extLst>
                <a:ext uri="{FF2B5EF4-FFF2-40B4-BE49-F238E27FC236}">
                  <a16:creationId xmlns:a16="http://schemas.microsoft.com/office/drawing/2014/main" id="{393C7DB6-1C9E-D42F-FD67-344640420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415" name="Group 719">
              <a:extLst>
                <a:ext uri="{FF2B5EF4-FFF2-40B4-BE49-F238E27FC236}">
                  <a16:creationId xmlns:a16="http://schemas.microsoft.com/office/drawing/2014/main" id="{0D539738-5B61-7B8C-1C3E-E22FB94F9097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7" name="Straight Connector 416">
                <a:extLst>
                  <a:ext uri="{FF2B5EF4-FFF2-40B4-BE49-F238E27FC236}">
                    <a16:creationId xmlns:a16="http://schemas.microsoft.com/office/drawing/2014/main" id="{CA2215B7-6D8A-C872-7D69-5252779458E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8" name="Straight Connector 437">
                <a:extLst>
                  <a:ext uri="{FF2B5EF4-FFF2-40B4-BE49-F238E27FC236}">
                    <a16:creationId xmlns:a16="http://schemas.microsoft.com/office/drawing/2014/main" id="{9C391E73-CAA0-BCC6-95DC-A15F9EEF23B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52" name="Straight Connector 451">
                <a:extLst>
                  <a:ext uri="{FF2B5EF4-FFF2-40B4-BE49-F238E27FC236}">
                    <a16:creationId xmlns:a16="http://schemas.microsoft.com/office/drawing/2014/main" id="{31386FEB-3D58-6108-30E2-574F6B8ACB9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65" name="Straight Connector 464">
                <a:extLst>
                  <a:ext uri="{FF2B5EF4-FFF2-40B4-BE49-F238E27FC236}">
                    <a16:creationId xmlns:a16="http://schemas.microsoft.com/office/drawing/2014/main" id="{EBCBB3AB-7BC3-A50C-BEFB-07493D4D3B0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16" name="Trapezoid 513">
              <a:extLst>
                <a:ext uri="{FF2B5EF4-FFF2-40B4-BE49-F238E27FC236}">
                  <a16:creationId xmlns:a16="http://schemas.microsoft.com/office/drawing/2014/main" id="{CF098258-A338-8F4E-966E-1AA930417934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76A43ED5-2DF4-8682-A701-894401CF60BC}"/>
              </a:ext>
            </a:extLst>
          </p:cNvPr>
          <p:cNvGrpSpPr/>
          <p:nvPr/>
        </p:nvGrpSpPr>
        <p:grpSpPr>
          <a:xfrm>
            <a:off x="6296856" y="4956753"/>
            <a:ext cx="276281" cy="173735"/>
            <a:chOff x="3417117" y="2447654"/>
            <a:chExt cx="362556" cy="227987"/>
          </a:xfrm>
        </p:grpSpPr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2F18E3A9-5206-FCE8-32CD-D9C63B901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68BEF23A-E1EA-525C-9883-6B63962357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7" name="Trapezoid 521">
              <a:extLst>
                <a:ext uri="{FF2B5EF4-FFF2-40B4-BE49-F238E27FC236}">
                  <a16:creationId xmlns:a16="http://schemas.microsoft.com/office/drawing/2014/main" id="{32894296-ADA0-E941-6C23-C393EF027CFC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24F4B0D7-FAE6-D648-B948-017DCD73D7F3}"/>
              </a:ext>
            </a:extLst>
          </p:cNvPr>
          <p:cNvCxnSpPr>
            <a:cxnSpLocks/>
            <a:stCxn id="475" idx="2"/>
            <a:endCxn id="390" idx="0"/>
          </p:cNvCxnSpPr>
          <p:nvPr/>
        </p:nvCxnSpPr>
        <p:spPr>
          <a:xfrm>
            <a:off x="6434998" y="5130486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00" name="Rectangle 25">
            <a:extLst>
              <a:ext uri="{FF2B5EF4-FFF2-40B4-BE49-F238E27FC236}">
                <a16:creationId xmlns:a16="http://schemas.microsoft.com/office/drawing/2014/main" id="{203C8037-AE81-6BA4-1359-E58D21617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693" y="4820642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45" name="Rectangle 29">
            <a:extLst>
              <a:ext uri="{FF2B5EF4-FFF2-40B4-BE49-F238E27FC236}">
                <a16:creationId xmlns:a16="http://schemas.microsoft.com/office/drawing/2014/main" id="{64EE1E45-8083-DA40-118E-3B8E2FEA6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764" y="483175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46" name="Rectangle 29">
            <a:extLst>
              <a:ext uri="{FF2B5EF4-FFF2-40B4-BE49-F238E27FC236}">
                <a16:creationId xmlns:a16="http://schemas.microsoft.com/office/drawing/2014/main" id="{BF915A32-418D-A0C2-A8C1-4F7A8FA67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199" y="483135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47" name="Straight Arrow Connector 546">
            <a:extLst>
              <a:ext uri="{FF2B5EF4-FFF2-40B4-BE49-F238E27FC236}">
                <a16:creationId xmlns:a16="http://schemas.microsoft.com/office/drawing/2014/main" id="{8E43578F-71D4-02F8-E17D-F82105171CF8}"/>
              </a:ext>
            </a:extLst>
          </p:cNvPr>
          <p:cNvCxnSpPr>
            <a:cxnSpLocks/>
            <a:stCxn id="545" idx="2"/>
            <a:endCxn id="475" idx="0"/>
          </p:cNvCxnSpPr>
          <p:nvPr/>
        </p:nvCxnSpPr>
        <p:spPr>
          <a:xfrm flipH="1">
            <a:off x="6434997" y="4861468"/>
            <a:ext cx="376767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A2A156A6-A1ED-067D-BE05-092E934CD3CF}"/>
              </a:ext>
            </a:extLst>
          </p:cNvPr>
          <p:cNvCxnSpPr>
            <a:cxnSpLocks/>
            <a:stCxn id="546" idx="6"/>
            <a:endCxn id="355" idx="0"/>
          </p:cNvCxnSpPr>
          <p:nvPr/>
        </p:nvCxnSpPr>
        <p:spPr>
          <a:xfrm>
            <a:off x="7353280" y="4861066"/>
            <a:ext cx="368284" cy="827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84" name="Rectangle 135">
            <a:extLst>
              <a:ext uri="{FF2B5EF4-FFF2-40B4-BE49-F238E27FC236}">
                <a16:creationId xmlns:a16="http://schemas.microsoft.com/office/drawing/2014/main" id="{DEB4D888-D1F6-68A3-E77C-61FEE0637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6446" y="4907581"/>
            <a:ext cx="62031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585" name="Rectangle 25">
            <a:extLst>
              <a:ext uri="{FF2B5EF4-FFF2-40B4-BE49-F238E27FC236}">
                <a16:creationId xmlns:a16="http://schemas.microsoft.com/office/drawing/2014/main" id="{EC9ECA7D-40E2-A4DA-3465-5DD493F8E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6982" y="5540558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86" name="Rectangle 29">
            <a:extLst>
              <a:ext uri="{FF2B5EF4-FFF2-40B4-BE49-F238E27FC236}">
                <a16:creationId xmlns:a16="http://schemas.microsoft.com/office/drawing/2014/main" id="{366D3E8B-7D69-0433-6241-AD835C966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1052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87" name="Rectangle 29">
            <a:extLst>
              <a:ext uri="{FF2B5EF4-FFF2-40B4-BE49-F238E27FC236}">
                <a16:creationId xmlns:a16="http://schemas.microsoft.com/office/drawing/2014/main" id="{9D9ED12E-18B6-9C2C-7C4F-5C2742B14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973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88" name="Straight Arrow Connector 587">
            <a:extLst>
              <a:ext uri="{FF2B5EF4-FFF2-40B4-BE49-F238E27FC236}">
                <a16:creationId xmlns:a16="http://schemas.microsoft.com/office/drawing/2014/main" id="{65B10A3E-0881-B652-CF01-B3A6A904DB06}"/>
              </a:ext>
            </a:extLst>
          </p:cNvPr>
          <p:cNvCxnSpPr>
            <a:cxnSpLocks/>
            <a:stCxn id="586" idx="2"/>
            <a:endCxn id="739" idx="0"/>
          </p:cNvCxnSpPr>
          <p:nvPr/>
        </p:nvCxnSpPr>
        <p:spPr>
          <a:xfrm flipH="1">
            <a:off x="4565182" y="5581382"/>
            <a:ext cx="375871" cy="9437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603" name="Straight Arrow Connector 602">
            <a:extLst>
              <a:ext uri="{FF2B5EF4-FFF2-40B4-BE49-F238E27FC236}">
                <a16:creationId xmlns:a16="http://schemas.microsoft.com/office/drawing/2014/main" id="{0081588B-5709-5E88-3276-E8E39410760F}"/>
              </a:ext>
            </a:extLst>
          </p:cNvPr>
          <p:cNvCxnSpPr>
            <a:cxnSpLocks/>
            <a:stCxn id="587" idx="6"/>
            <a:endCxn id="296" idx="0"/>
          </p:cNvCxnSpPr>
          <p:nvPr/>
        </p:nvCxnSpPr>
        <p:spPr>
          <a:xfrm>
            <a:off x="5468056" y="5581383"/>
            <a:ext cx="406520" cy="90774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635" name="Rectangle 135">
            <a:extLst>
              <a:ext uri="{FF2B5EF4-FFF2-40B4-BE49-F238E27FC236}">
                <a16:creationId xmlns:a16="http://schemas.microsoft.com/office/drawing/2014/main" id="{1FC8906B-1075-4C56-EB86-03993E6AE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7350" y="5224423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636" name="Rectangle 25">
            <a:extLst>
              <a:ext uri="{FF2B5EF4-FFF2-40B4-BE49-F238E27FC236}">
                <a16:creationId xmlns:a16="http://schemas.microsoft.com/office/drawing/2014/main" id="{5D965C4A-484A-ED87-957D-064AD734D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576" y="5547151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37" name="Rectangle 29">
            <a:extLst>
              <a:ext uri="{FF2B5EF4-FFF2-40B4-BE49-F238E27FC236}">
                <a16:creationId xmlns:a16="http://schemas.microsoft.com/office/drawing/2014/main" id="{E12E6251-AAFE-EFFB-5E01-77DAEDFA6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648" y="555826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639" name="Rectangle 29">
            <a:extLst>
              <a:ext uri="{FF2B5EF4-FFF2-40B4-BE49-F238E27FC236}">
                <a16:creationId xmlns:a16="http://schemas.microsoft.com/office/drawing/2014/main" id="{27A29BF5-B509-5766-8EEE-6A133DF2E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729" y="556444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717" name="Straight Arrow Connector 716">
            <a:extLst>
              <a:ext uri="{FF2B5EF4-FFF2-40B4-BE49-F238E27FC236}">
                <a16:creationId xmlns:a16="http://schemas.microsoft.com/office/drawing/2014/main" id="{3465E141-8280-B2E0-8558-810F13BF22ED}"/>
              </a:ext>
            </a:extLst>
          </p:cNvPr>
          <p:cNvCxnSpPr>
            <a:cxnSpLocks/>
            <a:stCxn id="637" idx="2"/>
            <a:endCxn id="335" idx="0"/>
          </p:cNvCxnSpPr>
          <p:nvPr/>
        </p:nvCxnSpPr>
        <p:spPr>
          <a:xfrm flipH="1">
            <a:off x="6439295" y="5587976"/>
            <a:ext cx="372353" cy="8418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18" name="Straight Arrow Connector 717">
            <a:extLst>
              <a:ext uri="{FF2B5EF4-FFF2-40B4-BE49-F238E27FC236}">
                <a16:creationId xmlns:a16="http://schemas.microsoft.com/office/drawing/2014/main" id="{13C41C8B-B461-A7CD-B79D-C39AEC8EC7B0}"/>
              </a:ext>
            </a:extLst>
          </p:cNvPr>
          <p:cNvCxnSpPr>
            <a:cxnSpLocks/>
            <a:stCxn id="639" idx="6"/>
            <a:endCxn id="760" idx="0"/>
          </p:cNvCxnSpPr>
          <p:nvPr/>
        </p:nvCxnSpPr>
        <p:spPr>
          <a:xfrm>
            <a:off x="7353811" y="5594155"/>
            <a:ext cx="373334" cy="7902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19" name="Rectangle 135">
            <a:extLst>
              <a:ext uri="{FF2B5EF4-FFF2-40B4-BE49-F238E27FC236}">
                <a16:creationId xmlns:a16="http://schemas.microsoft.com/office/drawing/2014/main" id="{424998FF-0561-BE1C-0EF8-3928065E1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7944" y="5231016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720" name="Straight Arrow Connector 719">
            <a:extLst>
              <a:ext uri="{FF2B5EF4-FFF2-40B4-BE49-F238E27FC236}">
                <a16:creationId xmlns:a16="http://schemas.microsoft.com/office/drawing/2014/main" id="{412225A2-5BD6-2EDF-62C9-F9E1E978961A}"/>
              </a:ext>
            </a:extLst>
          </p:cNvPr>
          <p:cNvCxnSpPr>
            <a:cxnSpLocks/>
            <a:stCxn id="1018" idx="2"/>
            <a:endCxn id="373" idx="0"/>
          </p:cNvCxnSpPr>
          <p:nvPr/>
        </p:nvCxnSpPr>
        <p:spPr>
          <a:xfrm flipH="1">
            <a:off x="8283796" y="3668541"/>
            <a:ext cx="7659" cy="200463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1" name="Straight Arrow Connector 720">
            <a:extLst>
              <a:ext uri="{FF2B5EF4-FFF2-40B4-BE49-F238E27FC236}">
                <a16:creationId xmlns:a16="http://schemas.microsoft.com/office/drawing/2014/main" id="{3BEE01A9-6EFB-624D-A8A0-223D2FD5FAEC}"/>
              </a:ext>
            </a:extLst>
          </p:cNvPr>
          <p:cNvCxnSpPr>
            <a:cxnSpLocks/>
            <a:stCxn id="991" idx="2"/>
            <a:endCxn id="46" idx="0"/>
          </p:cNvCxnSpPr>
          <p:nvPr/>
        </p:nvCxnSpPr>
        <p:spPr>
          <a:xfrm>
            <a:off x="3990712" y="3673393"/>
            <a:ext cx="3027" cy="2002362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3" name="Straight Arrow Connector 722">
            <a:extLst>
              <a:ext uri="{FF2B5EF4-FFF2-40B4-BE49-F238E27FC236}">
                <a16:creationId xmlns:a16="http://schemas.microsoft.com/office/drawing/2014/main" id="{143C1A30-5FFC-7611-2FA7-1B57DF0F2FCC}"/>
              </a:ext>
            </a:extLst>
          </p:cNvPr>
          <p:cNvCxnSpPr>
            <a:cxnSpLocks/>
            <a:stCxn id="1265" idx="2"/>
            <a:endCxn id="252" idx="0"/>
          </p:cNvCxnSpPr>
          <p:nvPr/>
        </p:nvCxnSpPr>
        <p:spPr>
          <a:xfrm>
            <a:off x="4555459" y="3674969"/>
            <a:ext cx="4142" cy="127141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4" name="Straight Arrow Connector 723">
            <a:extLst>
              <a:ext uri="{FF2B5EF4-FFF2-40B4-BE49-F238E27FC236}">
                <a16:creationId xmlns:a16="http://schemas.microsoft.com/office/drawing/2014/main" id="{94874A82-CCF7-9574-3595-AC094B7A0EE0}"/>
              </a:ext>
            </a:extLst>
          </p:cNvPr>
          <p:cNvCxnSpPr>
            <a:cxnSpLocks/>
            <a:stCxn id="1278" idx="2"/>
            <a:endCxn id="355" idx="0"/>
          </p:cNvCxnSpPr>
          <p:nvPr/>
        </p:nvCxnSpPr>
        <p:spPr>
          <a:xfrm>
            <a:off x="7710633" y="3671843"/>
            <a:ext cx="10931" cy="1271955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25" name="Rectangle 135">
            <a:extLst>
              <a:ext uri="{FF2B5EF4-FFF2-40B4-BE49-F238E27FC236}">
                <a16:creationId xmlns:a16="http://schemas.microsoft.com/office/drawing/2014/main" id="{0C9C9E11-D23B-B706-30F0-2C5CA550E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9786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ROADM2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6" name="Rectangle 135">
            <a:extLst>
              <a:ext uri="{FF2B5EF4-FFF2-40B4-BE49-F238E27FC236}">
                <a16:creationId xmlns:a16="http://schemas.microsoft.com/office/drawing/2014/main" id="{5275B539-0689-69B8-2634-70DE17600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5234" y="454479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ROADM3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7" name="Rectangle 135">
            <a:extLst>
              <a:ext uri="{FF2B5EF4-FFF2-40B4-BE49-F238E27FC236}">
                <a16:creationId xmlns:a16="http://schemas.microsoft.com/office/drawing/2014/main" id="{8FA520E5-A372-D441-2353-57E0BCFEE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4533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ROADM1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738" name="Group 737">
            <a:extLst>
              <a:ext uri="{FF2B5EF4-FFF2-40B4-BE49-F238E27FC236}">
                <a16:creationId xmlns:a16="http://schemas.microsoft.com/office/drawing/2014/main" id="{8DEFC9BD-7669-61BE-37CA-E7B19961187A}"/>
              </a:ext>
            </a:extLst>
          </p:cNvPr>
          <p:cNvGrpSpPr/>
          <p:nvPr/>
        </p:nvGrpSpPr>
        <p:grpSpPr>
          <a:xfrm>
            <a:off x="4427041" y="5675756"/>
            <a:ext cx="276281" cy="173735"/>
            <a:chOff x="3417117" y="2447654"/>
            <a:chExt cx="362556" cy="227987"/>
          </a:xfrm>
        </p:grpSpPr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4DB643C8-8672-4E90-62E2-32EFC20FB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40" name="Oval 739">
              <a:extLst>
                <a:ext uri="{FF2B5EF4-FFF2-40B4-BE49-F238E27FC236}">
                  <a16:creationId xmlns:a16="http://schemas.microsoft.com/office/drawing/2014/main" id="{804AE638-A10A-2C91-C20D-534AF9AB5D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4" name="Trapezoid 157">
              <a:extLst>
                <a:ext uri="{FF2B5EF4-FFF2-40B4-BE49-F238E27FC236}">
                  <a16:creationId xmlns:a16="http://schemas.microsoft.com/office/drawing/2014/main" id="{EE83BCD6-B1B1-089C-EBCB-1C316C19CF0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758" name="Straight Arrow Connector 757">
            <a:extLst>
              <a:ext uri="{FF2B5EF4-FFF2-40B4-BE49-F238E27FC236}">
                <a16:creationId xmlns:a16="http://schemas.microsoft.com/office/drawing/2014/main" id="{135EC7CA-8425-3E05-8BDB-34F9615AEF50}"/>
              </a:ext>
            </a:extLst>
          </p:cNvPr>
          <p:cNvCxnSpPr>
            <a:cxnSpLocks/>
          </p:cNvCxnSpPr>
          <p:nvPr/>
        </p:nvCxnSpPr>
        <p:spPr>
          <a:xfrm>
            <a:off x="7721564" y="5117533"/>
            <a:ext cx="21969" cy="917846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759" name="Group 758">
            <a:extLst>
              <a:ext uri="{FF2B5EF4-FFF2-40B4-BE49-F238E27FC236}">
                <a16:creationId xmlns:a16="http://schemas.microsoft.com/office/drawing/2014/main" id="{48DDCC23-C202-9581-19BA-600E44FADA7E}"/>
              </a:ext>
            </a:extLst>
          </p:cNvPr>
          <p:cNvGrpSpPr/>
          <p:nvPr/>
        </p:nvGrpSpPr>
        <p:grpSpPr>
          <a:xfrm>
            <a:off x="7589004" y="5673174"/>
            <a:ext cx="276281" cy="173735"/>
            <a:chOff x="3417117" y="2447654"/>
            <a:chExt cx="362556" cy="227987"/>
          </a:xfrm>
        </p:grpSpPr>
        <p:sp>
          <p:nvSpPr>
            <p:cNvPr id="760" name="Rectangle 759">
              <a:extLst>
                <a:ext uri="{FF2B5EF4-FFF2-40B4-BE49-F238E27FC236}">
                  <a16:creationId xmlns:a16="http://schemas.microsoft.com/office/drawing/2014/main" id="{DA09511A-23F6-27A6-3797-97C3B6995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61" name="Oval 760">
              <a:extLst>
                <a:ext uri="{FF2B5EF4-FFF2-40B4-BE49-F238E27FC236}">
                  <a16:creationId xmlns:a16="http://schemas.microsoft.com/office/drawing/2014/main" id="{4A713C2B-013C-3EC5-BACB-B8F380D9E2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2" name="Trapezoid 450">
              <a:extLst>
                <a:ext uri="{FF2B5EF4-FFF2-40B4-BE49-F238E27FC236}">
                  <a16:creationId xmlns:a16="http://schemas.microsoft.com/office/drawing/2014/main" id="{12ED2DCA-385A-FDA0-BC6E-0B1706EC1FBF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63" name="Group 254">
            <a:extLst>
              <a:ext uri="{FF2B5EF4-FFF2-40B4-BE49-F238E27FC236}">
                <a16:creationId xmlns:a16="http://schemas.microsoft.com/office/drawing/2014/main" id="{B1EE2B8D-B141-4E8E-A8E9-E4E37FE98E47}"/>
              </a:ext>
            </a:extLst>
          </p:cNvPr>
          <p:cNvGrpSpPr>
            <a:grpSpLocks noChangeAspect="1"/>
          </p:cNvGrpSpPr>
          <p:nvPr/>
        </p:nvGrpSpPr>
        <p:grpSpPr>
          <a:xfrm>
            <a:off x="7582662" y="5307019"/>
            <a:ext cx="280226" cy="161260"/>
            <a:chOff x="8421867" y="1904979"/>
            <a:chExt cx="347879" cy="255573"/>
          </a:xfrm>
        </p:grpSpPr>
        <p:sp>
          <p:nvSpPr>
            <p:cNvPr id="764" name="Rectangle 60">
              <a:extLst>
                <a:ext uri="{FF2B5EF4-FFF2-40B4-BE49-F238E27FC236}">
                  <a16:creationId xmlns:a16="http://schemas.microsoft.com/office/drawing/2014/main" id="{E36FA3DA-4A8F-E7CF-073A-429713096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766" name="Group 719">
              <a:extLst>
                <a:ext uri="{FF2B5EF4-FFF2-40B4-BE49-F238E27FC236}">
                  <a16:creationId xmlns:a16="http://schemas.microsoft.com/office/drawing/2014/main" id="{A22A7217-540B-0040-83DB-AFF11D6258A9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768" name="Straight Connector 767">
                <a:extLst>
                  <a:ext uri="{FF2B5EF4-FFF2-40B4-BE49-F238E27FC236}">
                    <a16:creationId xmlns:a16="http://schemas.microsoft.com/office/drawing/2014/main" id="{03065B82-FC79-9548-7DD7-B9F6EC5AB89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69" name="Straight Connector 768">
                <a:extLst>
                  <a:ext uri="{FF2B5EF4-FFF2-40B4-BE49-F238E27FC236}">
                    <a16:creationId xmlns:a16="http://schemas.microsoft.com/office/drawing/2014/main" id="{9B72EA3D-EB99-3319-C3A7-E863BAC3D52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70" name="Straight Connector 769">
                <a:extLst>
                  <a:ext uri="{FF2B5EF4-FFF2-40B4-BE49-F238E27FC236}">
                    <a16:creationId xmlns:a16="http://schemas.microsoft.com/office/drawing/2014/main" id="{7B9A24D1-F206-4968-AD82-7DA628A3C48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04" name="Straight Connector 803">
                <a:extLst>
                  <a:ext uri="{FF2B5EF4-FFF2-40B4-BE49-F238E27FC236}">
                    <a16:creationId xmlns:a16="http://schemas.microsoft.com/office/drawing/2014/main" id="{098E5A78-D16B-B78B-4B28-A83107BF5A1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767" name="Trapezoid 455">
              <a:extLst>
                <a:ext uri="{FF2B5EF4-FFF2-40B4-BE49-F238E27FC236}">
                  <a16:creationId xmlns:a16="http://schemas.microsoft.com/office/drawing/2014/main" id="{12CCA714-B281-071E-7585-54908B35385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805" name="Straight Arrow Connector 804">
            <a:extLst>
              <a:ext uri="{FF2B5EF4-FFF2-40B4-BE49-F238E27FC236}">
                <a16:creationId xmlns:a16="http://schemas.microsoft.com/office/drawing/2014/main" id="{9F69C70D-DDA4-50A1-74BE-92BC59D42E29}"/>
              </a:ext>
            </a:extLst>
          </p:cNvPr>
          <p:cNvCxnSpPr>
            <a:cxnSpLocks/>
          </p:cNvCxnSpPr>
          <p:nvPr/>
        </p:nvCxnSpPr>
        <p:spPr>
          <a:xfrm>
            <a:off x="5870205" y="548021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06" name="Straight Arrow Connector 805">
            <a:extLst>
              <a:ext uri="{FF2B5EF4-FFF2-40B4-BE49-F238E27FC236}">
                <a16:creationId xmlns:a16="http://schemas.microsoft.com/office/drawing/2014/main" id="{8ABB33F6-D761-090B-6662-F7ED74A7F189}"/>
              </a:ext>
            </a:extLst>
          </p:cNvPr>
          <p:cNvCxnSpPr>
            <a:cxnSpLocks/>
            <a:stCxn id="390" idx="2"/>
            <a:endCxn id="335" idx="0"/>
          </p:cNvCxnSpPr>
          <p:nvPr/>
        </p:nvCxnSpPr>
        <p:spPr>
          <a:xfrm>
            <a:off x="6436207" y="5481234"/>
            <a:ext cx="3087" cy="19092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15" name="Straight Arrow Connector 814">
            <a:extLst>
              <a:ext uri="{FF2B5EF4-FFF2-40B4-BE49-F238E27FC236}">
                <a16:creationId xmlns:a16="http://schemas.microsoft.com/office/drawing/2014/main" id="{09FE0F79-4454-0EC8-6F77-FA9DA3C64BAC}"/>
              </a:ext>
            </a:extLst>
          </p:cNvPr>
          <p:cNvCxnSpPr>
            <a:cxnSpLocks/>
            <a:stCxn id="1288" idx="2"/>
            <a:endCxn id="317" idx="0"/>
          </p:cNvCxnSpPr>
          <p:nvPr/>
        </p:nvCxnSpPr>
        <p:spPr>
          <a:xfrm>
            <a:off x="5868332" y="3673393"/>
            <a:ext cx="660" cy="126938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77" name="Straight Arrow Connector 876">
            <a:extLst>
              <a:ext uri="{FF2B5EF4-FFF2-40B4-BE49-F238E27FC236}">
                <a16:creationId xmlns:a16="http://schemas.microsoft.com/office/drawing/2014/main" id="{9CD8E8DE-16E8-51C0-FCEF-34DC91647056}"/>
              </a:ext>
            </a:extLst>
          </p:cNvPr>
          <p:cNvCxnSpPr>
            <a:cxnSpLocks/>
            <a:endCxn id="475" idx="0"/>
          </p:cNvCxnSpPr>
          <p:nvPr/>
        </p:nvCxnSpPr>
        <p:spPr>
          <a:xfrm>
            <a:off x="6434997" y="3673393"/>
            <a:ext cx="0" cy="128335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2" name="Rectangle 881">
            <a:extLst>
              <a:ext uri="{FF2B5EF4-FFF2-40B4-BE49-F238E27FC236}">
                <a16:creationId xmlns:a16="http://schemas.microsoft.com/office/drawing/2014/main" id="{C2B459A3-0980-330D-6FCA-1F08975BE68E}"/>
              </a:ext>
            </a:extLst>
          </p:cNvPr>
          <p:cNvSpPr/>
          <p:nvPr/>
        </p:nvSpPr>
        <p:spPr>
          <a:xfrm>
            <a:off x="1580161" y="1457068"/>
            <a:ext cx="958020" cy="47947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883" name="Straight Arrow Connector 882">
            <a:extLst>
              <a:ext uri="{FF2B5EF4-FFF2-40B4-BE49-F238E27FC236}">
                <a16:creationId xmlns:a16="http://schemas.microsoft.com/office/drawing/2014/main" id="{0B671FC6-DFD8-497B-EBA7-903B34BC2D94}"/>
              </a:ext>
            </a:extLst>
          </p:cNvPr>
          <p:cNvCxnSpPr>
            <a:cxnSpLocks/>
            <a:stCxn id="1050" idx="2"/>
            <a:endCxn id="899" idx="0"/>
          </p:cNvCxnSpPr>
          <p:nvPr/>
        </p:nvCxnSpPr>
        <p:spPr>
          <a:xfrm flipH="1">
            <a:off x="2289377" y="2284296"/>
            <a:ext cx="14150" cy="339259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4" name="Rectangle 135">
            <a:extLst>
              <a:ext uri="{FF2B5EF4-FFF2-40B4-BE49-F238E27FC236}">
                <a16:creationId xmlns:a16="http://schemas.microsoft.com/office/drawing/2014/main" id="{10B82FA4-27AA-A3B9-4433-1F317DCCB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6059926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srgbClr val="FF0000"/>
              </a:solidFill>
              <a:latin typeface="Calibri"/>
              <a:cs typeface="Arial" charset="0"/>
            </a:endParaRPr>
          </a:p>
        </p:txBody>
      </p:sp>
      <p:sp>
        <p:nvSpPr>
          <p:cNvPr id="885" name="Rectangle 135">
            <a:extLst>
              <a:ext uri="{FF2B5EF4-FFF2-40B4-BE49-F238E27FC236}">
                <a16:creationId xmlns:a16="http://schemas.microsoft.com/office/drawing/2014/main" id="{5BABE759-C299-6C72-BF3A-4943D9991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67066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4B4B4B"/>
                </a:solidFill>
                <a:latin typeface="Calibri"/>
                <a:cs typeface="Arial" charset="0"/>
              </a:rPr>
              <a:t>OTS_MEDIA</a:t>
            </a:r>
            <a:endParaRPr lang="en-GB" sz="813" i="1" kern="0" dirty="0">
              <a:solidFill>
                <a:srgbClr val="4B4B4B"/>
              </a:solidFill>
              <a:latin typeface="Calibri"/>
              <a:cs typeface="Arial" charset="0"/>
            </a:endParaRPr>
          </a:p>
        </p:txBody>
      </p:sp>
      <p:sp>
        <p:nvSpPr>
          <p:cNvPr id="886" name="Rectangle 135">
            <a:extLst>
              <a:ext uri="{FF2B5EF4-FFF2-40B4-BE49-F238E27FC236}">
                <a16:creationId xmlns:a16="http://schemas.microsoft.com/office/drawing/2014/main" id="{8542D995-4B9A-F50B-219E-3E755EF95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31601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7" name="Rectangle 135">
            <a:extLst>
              <a:ext uri="{FF2B5EF4-FFF2-40B4-BE49-F238E27FC236}">
                <a16:creationId xmlns:a16="http://schemas.microsoft.com/office/drawing/2014/main" id="{675E50B4-5FD7-C048-7521-17F1C1374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95662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OMS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8" name="Rectangle 135">
            <a:extLst>
              <a:ext uri="{FF2B5EF4-FFF2-40B4-BE49-F238E27FC236}">
                <a16:creationId xmlns:a16="http://schemas.microsoft.com/office/drawing/2014/main" id="{F7A55B5E-D651-BBD1-5176-095723668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58294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9" name="Rectangle 135">
            <a:extLst>
              <a:ext uri="{FF2B5EF4-FFF2-40B4-BE49-F238E27FC236}">
                <a16:creationId xmlns:a16="http://schemas.microsoft.com/office/drawing/2014/main" id="{53C3F77A-CB0C-2BE3-600C-701DFE5F1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21546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0" name="Rectangle 135">
            <a:extLst>
              <a:ext uri="{FF2B5EF4-FFF2-40B4-BE49-F238E27FC236}">
                <a16:creationId xmlns:a16="http://schemas.microsoft.com/office/drawing/2014/main" id="{E7186562-D014-820C-0729-83080C65C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8928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1" name="Rectangle 135">
            <a:extLst>
              <a:ext uri="{FF2B5EF4-FFF2-40B4-BE49-F238E27FC236}">
                <a16:creationId xmlns:a16="http://schemas.microsoft.com/office/drawing/2014/main" id="{310E61DE-D9D6-861D-4128-C36A29F67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378518"/>
            <a:ext cx="564826" cy="37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</a:p>
          <a:p>
            <a:pPr algn="ctr" defTabSz="696721">
              <a:defRPr/>
            </a:pPr>
            <a:r>
              <a:rPr lang="pt-BR" sz="813" kern="0" dirty="0">
                <a:solidFill>
                  <a:srgbClr val="000000"/>
                </a:solidFill>
                <a:latin typeface="Calibri"/>
                <a:cs typeface="Arial" charset="0"/>
              </a:rPr>
              <a:t>(+OTSi  if O/E/O)</a:t>
            </a:r>
            <a:endParaRPr lang="en-GB" sz="813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2" name="Rectangle 60">
            <a:extLst>
              <a:ext uri="{FF2B5EF4-FFF2-40B4-BE49-F238E27FC236}">
                <a16:creationId xmlns:a16="http://schemas.microsoft.com/office/drawing/2014/main" id="{E8C497A4-8068-8BDE-F302-2E84BF8F5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475" y="6040107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893" name="Group 719">
            <a:extLst>
              <a:ext uri="{FF2B5EF4-FFF2-40B4-BE49-F238E27FC236}">
                <a16:creationId xmlns:a16="http://schemas.microsoft.com/office/drawing/2014/main" id="{4E59838B-4480-64DB-D01B-4B3B8A981A0B}"/>
              </a:ext>
            </a:extLst>
          </p:cNvPr>
          <p:cNvGrpSpPr/>
          <p:nvPr/>
        </p:nvGrpSpPr>
        <p:grpSpPr>
          <a:xfrm>
            <a:off x="2203600" y="6041415"/>
            <a:ext cx="174014" cy="68682"/>
            <a:chOff x="8553742" y="2601251"/>
            <a:chExt cx="216024" cy="108852"/>
          </a:xfrm>
        </p:grpSpPr>
        <p:cxnSp>
          <p:nvCxnSpPr>
            <p:cNvPr id="894" name="Straight Connector 893">
              <a:extLst>
                <a:ext uri="{FF2B5EF4-FFF2-40B4-BE49-F238E27FC236}">
                  <a16:creationId xmlns:a16="http://schemas.microsoft.com/office/drawing/2014/main" id="{212893E3-23B6-2199-0D2F-0BE8B12DECAD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5" name="Straight Connector 894">
              <a:extLst>
                <a:ext uri="{FF2B5EF4-FFF2-40B4-BE49-F238E27FC236}">
                  <a16:creationId xmlns:a16="http://schemas.microsoft.com/office/drawing/2014/main" id="{639FFE29-577D-240D-30CA-9A055CE7EFE8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6" name="Straight Connector 895">
              <a:extLst>
                <a:ext uri="{FF2B5EF4-FFF2-40B4-BE49-F238E27FC236}">
                  <a16:creationId xmlns:a16="http://schemas.microsoft.com/office/drawing/2014/main" id="{3062FFD7-16D5-1A72-ABE0-35E0E4C95AD8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7" name="Straight Connector 896">
              <a:extLst>
                <a:ext uri="{FF2B5EF4-FFF2-40B4-BE49-F238E27FC236}">
                  <a16:creationId xmlns:a16="http://schemas.microsoft.com/office/drawing/2014/main" id="{35C7422C-EC47-0CCB-7D9E-1CD8226D8602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898" name="Trapezoid 409">
            <a:extLst>
              <a:ext uri="{FF2B5EF4-FFF2-40B4-BE49-F238E27FC236}">
                <a16:creationId xmlns:a16="http://schemas.microsoft.com/office/drawing/2014/main" id="{91E815EC-88B8-AC18-F322-823539EF82F5}"/>
              </a:ext>
            </a:extLst>
          </p:cNvPr>
          <p:cNvSpPr/>
          <p:nvPr/>
        </p:nvSpPr>
        <p:spPr>
          <a:xfrm rot="10800000">
            <a:off x="2185042" y="6110113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DDCC737E-711B-7082-31DD-BB0B019C1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1236" y="5676886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00" name="Oval 899">
            <a:extLst>
              <a:ext uri="{FF2B5EF4-FFF2-40B4-BE49-F238E27FC236}">
                <a16:creationId xmlns:a16="http://schemas.microsoft.com/office/drawing/2014/main" id="{029C048A-0B69-D980-C2F7-DEED32491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557" y="5720136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" name="Trapezoid 412">
            <a:extLst>
              <a:ext uri="{FF2B5EF4-FFF2-40B4-BE49-F238E27FC236}">
                <a16:creationId xmlns:a16="http://schemas.microsoft.com/office/drawing/2014/main" id="{9E4DB997-B49A-9DD4-541A-BBAC7EE1BD6C}"/>
              </a:ext>
            </a:extLst>
          </p:cNvPr>
          <p:cNvSpPr/>
          <p:nvPr/>
        </p:nvSpPr>
        <p:spPr>
          <a:xfrm rot="10800000">
            <a:off x="2187052" y="5777415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02" name="Straight Arrow Connector 901">
            <a:extLst>
              <a:ext uri="{FF2B5EF4-FFF2-40B4-BE49-F238E27FC236}">
                <a16:creationId xmlns:a16="http://schemas.microsoft.com/office/drawing/2014/main" id="{2DF54445-D6CF-B894-22FE-4F375552B84A}"/>
              </a:ext>
            </a:extLst>
          </p:cNvPr>
          <p:cNvCxnSpPr>
            <a:cxnSpLocks/>
            <a:stCxn id="899" idx="2"/>
            <a:endCxn id="892" idx="0"/>
          </p:cNvCxnSpPr>
          <p:nvPr/>
        </p:nvCxnSpPr>
        <p:spPr>
          <a:xfrm>
            <a:off x="2289377" y="585062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03" name="Straight Arrow Connector 902">
            <a:extLst>
              <a:ext uri="{FF2B5EF4-FFF2-40B4-BE49-F238E27FC236}">
                <a16:creationId xmlns:a16="http://schemas.microsoft.com/office/drawing/2014/main" id="{722A83AF-EA4F-4FD2-CF7E-2CFD9BFA97E4}"/>
              </a:ext>
            </a:extLst>
          </p:cNvPr>
          <p:cNvCxnSpPr>
            <a:cxnSpLocks/>
            <a:stCxn id="1229" idx="1"/>
            <a:endCxn id="892" idx="3"/>
          </p:cNvCxnSpPr>
          <p:nvPr/>
        </p:nvCxnSpPr>
        <p:spPr>
          <a:xfrm flipH="1">
            <a:off x="2430701" y="6120618"/>
            <a:ext cx="583005" cy="12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04" name="Rectangle 60">
            <a:extLst>
              <a:ext uri="{FF2B5EF4-FFF2-40B4-BE49-F238E27FC236}">
                <a16:creationId xmlns:a16="http://schemas.microsoft.com/office/drawing/2014/main" id="{5FFB1B3B-333A-02A7-AA4E-2C718EA29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263" y="4551621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05" name="Group 719">
            <a:extLst>
              <a:ext uri="{FF2B5EF4-FFF2-40B4-BE49-F238E27FC236}">
                <a16:creationId xmlns:a16="http://schemas.microsoft.com/office/drawing/2014/main" id="{DE6BE0F5-DC21-019F-8356-8E5A4A2611E5}"/>
              </a:ext>
            </a:extLst>
          </p:cNvPr>
          <p:cNvGrpSpPr/>
          <p:nvPr/>
        </p:nvGrpSpPr>
        <p:grpSpPr>
          <a:xfrm>
            <a:off x="2202388" y="4552930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06" name="Straight Connector 905">
              <a:extLst>
                <a:ext uri="{FF2B5EF4-FFF2-40B4-BE49-F238E27FC236}">
                  <a16:creationId xmlns:a16="http://schemas.microsoft.com/office/drawing/2014/main" id="{3E7522D0-2186-4DCB-E4CA-24A798E85F46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7" name="Straight Connector 906">
              <a:extLst>
                <a:ext uri="{FF2B5EF4-FFF2-40B4-BE49-F238E27FC236}">
                  <a16:creationId xmlns:a16="http://schemas.microsoft.com/office/drawing/2014/main" id="{C2EA86E3-4BB5-C9DD-712E-649DAC1F0A68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8" name="Straight Connector 907">
              <a:extLst>
                <a:ext uri="{FF2B5EF4-FFF2-40B4-BE49-F238E27FC236}">
                  <a16:creationId xmlns:a16="http://schemas.microsoft.com/office/drawing/2014/main" id="{82860301-8CB6-774B-1816-744E3B8DF79B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9" name="Straight Connector 908">
              <a:extLst>
                <a:ext uri="{FF2B5EF4-FFF2-40B4-BE49-F238E27FC236}">
                  <a16:creationId xmlns:a16="http://schemas.microsoft.com/office/drawing/2014/main" id="{7ECDD18E-B55A-475A-0AA1-EE39EAB19AAA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10" name="Trapezoid 426">
            <a:extLst>
              <a:ext uri="{FF2B5EF4-FFF2-40B4-BE49-F238E27FC236}">
                <a16:creationId xmlns:a16="http://schemas.microsoft.com/office/drawing/2014/main" id="{3D6D8C57-0017-19F8-DDD5-00B0379C086C}"/>
              </a:ext>
            </a:extLst>
          </p:cNvPr>
          <p:cNvSpPr/>
          <p:nvPr/>
        </p:nvSpPr>
        <p:spPr>
          <a:xfrm rot="10800000">
            <a:off x="2183831" y="4621627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1" name="Rectangle 910">
            <a:extLst>
              <a:ext uri="{FF2B5EF4-FFF2-40B4-BE49-F238E27FC236}">
                <a16:creationId xmlns:a16="http://schemas.microsoft.com/office/drawing/2014/main" id="{EA8A8C55-C474-71FF-4860-3AC98CB77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024" y="4188400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12" name="Oval 911">
            <a:extLst>
              <a:ext uri="{FF2B5EF4-FFF2-40B4-BE49-F238E27FC236}">
                <a16:creationId xmlns:a16="http://schemas.microsoft.com/office/drawing/2014/main" id="{37AA9AF4-EDCB-DD7A-23B5-9FB8ABE82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346" y="4231648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3" name="Trapezoid 429">
            <a:extLst>
              <a:ext uri="{FF2B5EF4-FFF2-40B4-BE49-F238E27FC236}">
                <a16:creationId xmlns:a16="http://schemas.microsoft.com/office/drawing/2014/main" id="{8A1F2E4C-2F72-9AE5-66D4-EB6AD3FB5A77}"/>
              </a:ext>
            </a:extLst>
          </p:cNvPr>
          <p:cNvSpPr/>
          <p:nvPr/>
        </p:nvSpPr>
        <p:spPr>
          <a:xfrm rot="10800000">
            <a:off x="2185841" y="4288928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14" name="Straight Arrow Connector 913">
            <a:extLst>
              <a:ext uri="{FF2B5EF4-FFF2-40B4-BE49-F238E27FC236}">
                <a16:creationId xmlns:a16="http://schemas.microsoft.com/office/drawing/2014/main" id="{81C09067-EE66-3810-D4D8-1326C4D55C7C}"/>
              </a:ext>
            </a:extLst>
          </p:cNvPr>
          <p:cNvCxnSpPr>
            <a:cxnSpLocks/>
            <a:stCxn id="911" idx="2"/>
            <a:endCxn id="904" idx="0"/>
          </p:cNvCxnSpPr>
          <p:nvPr/>
        </p:nvCxnSpPr>
        <p:spPr>
          <a:xfrm>
            <a:off x="2288165" y="4362134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75000"/>
              </a:srgbClr>
            </a:solidFill>
            <a:prstDash val="solid"/>
            <a:tailEnd type="none"/>
          </a:ln>
          <a:effectLst/>
        </p:spPr>
      </p:cxnSp>
      <p:sp>
        <p:nvSpPr>
          <p:cNvPr id="915" name="Rectangle 25">
            <a:extLst>
              <a:ext uri="{FF2B5EF4-FFF2-40B4-BE49-F238E27FC236}">
                <a16:creationId xmlns:a16="http://schemas.microsoft.com/office/drawing/2014/main" id="{DEECC9DD-B001-0718-384A-287C760F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3397" y="5536928"/>
            <a:ext cx="399011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16" name="Rectangle 29">
            <a:extLst>
              <a:ext uri="{FF2B5EF4-FFF2-40B4-BE49-F238E27FC236}">
                <a16:creationId xmlns:a16="http://schemas.microsoft.com/office/drawing/2014/main" id="{CA4EB12D-0889-70BD-FFC8-5A05DDEA7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176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17" name="Rectangle 29">
            <a:extLst>
              <a:ext uri="{FF2B5EF4-FFF2-40B4-BE49-F238E27FC236}">
                <a16:creationId xmlns:a16="http://schemas.microsoft.com/office/drawing/2014/main" id="{798DC4A7-1C57-FCC9-E6FE-D1F5CF9E7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9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18" name="Straight Arrow Connector 917">
            <a:extLst>
              <a:ext uri="{FF2B5EF4-FFF2-40B4-BE49-F238E27FC236}">
                <a16:creationId xmlns:a16="http://schemas.microsoft.com/office/drawing/2014/main" id="{E99161FE-E62D-962C-DFAA-887D83DFA8D7}"/>
              </a:ext>
            </a:extLst>
          </p:cNvPr>
          <p:cNvCxnSpPr>
            <a:cxnSpLocks/>
            <a:stCxn id="916" idx="2"/>
            <a:endCxn id="899" idx="0"/>
          </p:cNvCxnSpPr>
          <p:nvPr/>
        </p:nvCxnSpPr>
        <p:spPr>
          <a:xfrm flipH="1">
            <a:off x="2289376" y="5577754"/>
            <a:ext cx="722799" cy="991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19" name="Rectangle 135">
            <a:extLst>
              <a:ext uri="{FF2B5EF4-FFF2-40B4-BE49-F238E27FC236}">
                <a16:creationId xmlns:a16="http://schemas.microsoft.com/office/drawing/2014/main" id="{249F954F-DAE8-A255-B1AB-3454CAE18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0029" y="5321504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 </a:t>
            </a:r>
          </a:p>
        </p:txBody>
      </p:sp>
      <p:sp>
        <p:nvSpPr>
          <p:cNvPr id="920" name="Rectangle 135">
            <a:extLst>
              <a:ext uri="{FF2B5EF4-FFF2-40B4-BE49-F238E27FC236}">
                <a16:creationId xmlns:a16="http://schemas.microsoft.com/office/drawing/2014/main" id="{B1451434-32C1-FFB1-DAB1-E9A457DDC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6284" y="133195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Transceiver1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23" name="Oval 922">
            <a:extLst>
              <a:ext uri="{FF2B5EF4-FFF2-40B4-BE49-F238E27FC236}">
                <a16:creationId xmlns:a16="http://schemas.microsoft.com/office/drawing/2014/main" id="{2B5B6FD4-9FC7-5226-508F-374631F96D1F}"/>
              </a:ext>
            </a:extLst>
          </p:cNvPr>
          <p:cNvSpPr/>
          <p:nvPr/>
        </p:nvSpPr>
        <p:spPr>
          <a:xfrm>
            <a:off x="2657537" y="5837212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24" name="Straight Connector 923">
            <a:extLst>
              <a:ext uri="{FF2B5EF4-FFF2-40B4-BE49-F238E27FC236}">
                <a16:creationId xmlns:a16="http://schemas.microsoft.com/office/drawing/2014/main" id="{3AB9A93B-47B9-FA5E-88A0-3E617DE3D676}"/>
              </a:ext>
            </a:extLst>
          </p:cNvPr>
          <p:cNvCxnSpPr>
            <a:cxnSpLocks/>
            <a:stCxn id="923" idx="3"/>
            <a:endCxn id="892" idx="3"/>
          </p:cNvCxnSpPr>
          <p:nvPr/>
        </p:nvCxnSpPr>
        <p:spPr>
          <a:xfrm flipH="1">
            <a:off x="2430702" y="5949940"/>
            <a:ext cx="279377" cy="17079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25" name="Rectangle 924">
            <a:extLst>
              <a:ext uri="{FF2B5EF4-FFF2-40B4-BE49-F238E27FC236}">
                <a16:creationId xmlns:a16="http://schemas.microsoft.com/office/drawing/2014/main" id="{1FCD9072-3E04-07EC-E26E-CEBD61340F1D}"/>
              </a:ext>
            </a:extLst>
          </p:cNvPr>
          <p:cNvSpPr/>
          <p:nvPr/>
        </p:nvSpPr>
        <p:spPr>
          <a:xfrm>
            <a:off x="9921024" y="1482587"/>
            <a:ext cx="958020" cy="4766255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26" name="Straight Arrow Connector 925">
            <a:extLst>
              <a:ext uri="{FF2B5EF4-FFF2-40B4-BE49-F238E27FC236}">
                <a16:creationId xmlns:a16="http://schemas.microsoft.com/office/drawing/2014/main" id="{EED4600C-F948-2B49-28E8-7557EAB2B060}"/>
              </a:ext>
            </a:extLst>
          </p:cNvPr>
          <p:cNvCxnSpPr>
            <a:cxnSpLocks/>
            <a:stCxn id="1078" idx="2"/>
            <a:endCxn id="934" idx="0"/>
          </p:cNvCxnSpPr>
          <p:nvPr/>
        </p:nvCxnSpPr>
        <p:spPr>
          <a:xfrm>
            <a:off x="10137097" y="2301766"/>
            <a:ext cx="21669" cy="336563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27" name="Rectangle 60">
            <a:extLst>
              <a:ext uri="{FF2B5EF4-FFF2-40B4-BE49-F238E27FC236}">
                <a16:creationId xmlns:a16="http://schemas.microsoft.com/office/drawing/2014/main" id="{2AF184E8-AB44-9F7E-5230-D82C3EED6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9865" y="6030624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28" name="Group 719">
            <a:extLst>
              <a:ext uri="{FF2B5EF4-FFF2-40B4-BE49-F238E27FC236}">
                <a16:creationId xmlns:a16="http://schemas.microsoft.com/office/drawing/2014/main" id="{AF3C6FFF-1BEF-399B-D315-6C1831F10C20}"/>
              </a:ext>
            </a:extLst>
          </p:cNvPr>
          <p:cNvGrpSpPr/>
          <p:nvPr/>
        </p:nvGrpSpPr>
        <p:grpSpPr>
          <a:xfrm>
            <a:off x="10072990" y="6031933"/>
            <a:ext cx="174014" cy="68682"/>
            <a:chOff x="8553742" y="2601251"/>
            <a:chExt cx="216024" cy="108852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3FDEEC61-C77E-BCB4-8866-BF588CCA42F6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D8C13315-786B-99FB-1483-5155A269A8E4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B16E6AA0-DC49-E6F5-FB03-9AFFED88EFBE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2" name="Straight Connector 931">
              <a:extLst>
                <a:ext uri="{FF2B5EF4-FFF2-40B4-BE49-F238E27FC236}">
                  <a16:creationId xmlns:a16="http://schemas.microsoft.com/office/drawing/2014/main" id="{3340AAC1-B922-EAE7-9C5C-D43F8860428D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933" name="Trapezoid 539">
            <a:extLst>
              <a:ext uri="{FF2B5EF4-FFF2-40B4-BE49-F238E27FC236}">
                <a16:creationId xmlns:a16="http://schemas.microsoft.com/office/drawing/2014/main" id="{DE23877D-E42C-3A41-72A3-E718E13ABC32}"/>
              </a:ext>
            </a:extLst>
          </p:cNvPr>
          <p:cNvSpPr/>
          <p:nvPr/>
        </p:nvSpPr>
        <p:spPr>
          <a:xfrm rot="10800000">
            <a:off x="10054432" y="6100630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4" name="Rectangle 933">
            <a:extLst>
              <a:ext uri="{FF2B5EF4-FFF2-40B4-BE49-F238E27FC236}">
                <a16:creationId xmlns:a16="http://schemas.microsoft.com/office/drawing/2014/main" id="{A71283D4-F33C-1F8D-FF06-7F4718F14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0626" y="5667404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35" name="Oval 934">
            <a:extLst>
              <a:ext uri="{FF2B5EF4-FFF2-40B4-BE49-F238E27FC236}">
                <a16:creationId xmlns:a16="http://schemas.microsoft.com/office/drawing/2014/main" id="{3354D816-A10E-94F7-786F-98609D1F3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5946" y="5710653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Trapezoid 542">
            <a:extLst>
              <a:ext uri="{FF2B5EF4-FFF2-40B4-BE49-F238E27FC236}">
                <a16:creationId xmlns:a16="http://schemas.microsoft.com/office/drawing/2014/main" id="{7F473A55-31E4-96E3-FD1E-0ABA91FF8B67}"/>
              </a:ext>
            </a:extLst>
          </p:cNvPr>
          <p:cNvSpPr/>
          <p:nvPr/>
        </p:nvSpPr>
        <p:spPr>
          <a:xfrm rot="10800000">
            <a:off x="10056441" y="5767932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37" name="Straight Arrow Connector 936">
            <a:extLst>
              <a:ext uri="{FF2B5EF4-FFF2-40B4-BE49-F238E27FC236}">
                <a16:creationId xmlns:a16="http://schemas.microsoft.com/office/drawing/2014/main" id="{D03B3FF7-A95C-61E4-383C-7AE3CF9494A6}"/>
              </a:ext>
            </a:extLst>
          </p:cNvPr>
          <p:cNvCxnSpPr>
            <a:cxnSpLocks/>
            <a:stCxn id="934" idx="2"/>
            <a:endCxn id="927" idx="0"/>
          </p:cNvCxnSpPr>
          <p:nvPr/>
        </p:nvCxnSpPr>
        <p:spPr>
          <a:xfrm>
            <a:off x="10158767" y="5841138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38" name="Rectangle 60">
            <a:extLst>
              <a:ext uri="{FF2B5EF4-FFF2-40B4-BE49-F238E27FC236}">
                <a16:creationId xmlns:a16="http://schemas.microsoft.com/office/drawing/2014/main" id="{945AD731-A2D0-6F67-CCCD-5B6697B84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943" y="4549149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39" name="Group 719">
            <a:extLst>
              <a:ext uri="{FF2B5EF4-FFF2-40B4-BE49-F238E27FC236}">
                <a16:creationId xmlns:a16="http://schemas.microsoft.com/office/drawing/2014/main" id="{5AD46A72-63DE-44C2-AA14-100498D55A03}"/>
              </a:ext>
            </a:extLst>
          </p:cNvPr>
          <p:cNvGrpSpPr/>
          <p:nvPr/>
        </p:nvGrpSpPr>
        <p:grpSpPr>
          <a:xfrm>
            <a:off x="10081068" y="4550458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40" name="Straight Connector 939">
              <a:extLst>
                <a:ext uri="{FF2B5EF4-FFF2-40B4-BE49-F238E27FC236}">
                  <a16:creationId xmlns:a16="http://schemas.microsoft.com/office/drawing/2014/main" id="{EDD5501A-F392-3FF1-2FA2-03866C396F89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F7889D02-10E5-C6DA-0DFF-445F4D6E4CC2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2" name="Straight Connector 941">
              <a:extLst>
                <a:ext uri="{FF2B5EF4-FFF2-40B4-BE49-F238E27FC236}">
                  <a16:creationId xmlns:a16="http://schemas.microsoft.com/office/drawing/2014/main" id="{BA5BA527-967F-D91F-5B74-8A8A543C37C3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3" name="Straight Connector 942">
              <a:extLst>
                <a:ext uri="{FF2B5EF4-FFF2-40B4-BE49-F238E27FC236}">
                  <a16:creationId xmlns:a16="http://schemas.microsoft.com/office/drawing/2014/main" id="{D22EBADE-DADE-E881-EF44-C87D126B055E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44" name="Trapezoid 566">
            <a:extLst>
              <a:ext uri="{FF2B5EF4-FFF2-40B4-BE49-F238E27FC236}">
                <a16:creationId xmlns:a16="http://schemas.microsoft.com/office/drawing/2014/main" id="{C137C521-3908-A3B1-F71A-03E3700D0841}"/>
              </a:ext>
            </a:extLst>
          </p:cNvPr>
          <p:cNvSpPr/>
          <p:nvPr/>
        </p:nvSpPr>
        <p:spPr>
          <a:xfrm rot="10800000">
            <a:off x="10062510" y="4619155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5" name="Rectangle 944">
            <a:extLst>
              <a:ext uri="{FF2B5EF4-FFF2-40B4-BE49-F238E27FC236}">
                <a16:creationId xmlns:a16="http://schemas.microsoft.com/office/drawing/2014/main" id="{B44CA3E0-B713-6901-0CA2-B16C3DFC6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4" y="4185926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46" name="Oval 945">
            <a:extLst>
              <a:ext uri="{FF2B5EF4-FFF2-40B4-BE49-F238E27FC236}">
                <a16:creationId xmlns:a16="http://schemas.microsoft.com/office/drawing/2014/main" id="{F6DB6721-3260-B9F0-E1F6-23BD37B43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4025" y="4229176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Trapezoid 571">
            <a:extLst>
              <a:ext uri="{FF2B5EF4-FFF2-40B4-BE49-F238E27FC236}">
                <a16:creationId xmlns:a16="http://schemas.microsoft.com/office/drawing/2014/main" id="{47458C36-9C3F-B46E-A7BB-904B8147FD64}"/>
              </a:ext>
            </a:extLst>
          </p:cNvPr>
          <p:cNvSpPr/>
          <p:nvPr/>
        </p:nvSpPr>
        <p:spPr>
          <a:xfrm rot="10800000">
            <a:off x="10064521" y="4286454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Rectangle 25">
            <a:extLst>
              <a:ext uri="{FF2B5EF4-FFF2-40B4-BE49-F238E27FC236}">
                <a16:creationId xmlns:a16="http://schemas.microsoft.com/office/drawing/2014/main" id="{8ADA94F6-7AF6-1683-CE79-FEFA85F00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947" y="5539327"/>
            <a:ext cx="370245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49" name="Rectangle 29">
            <a:extLst>
              <a:ext uri="{FF2B5EF4-FFF2-40B4-BE49-F238E27FC236}">
                <a16:creationId xmlns:a16="http://schemas.microsoft.com/office/drawing/2014/main" id="{A9DB7E79-82C1-4287-DE6A-BA5CE3569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9390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50" name="Rectangle 29">
            <a:extLst>
              <a:ext uri="{FF2B5EF4-FFF2-40B4-BE49-F238E27FC236}">
                <a16:creationId xmlns:a16="http://schemas.microsoft.com/office/drawing/2014/main" id="{140A7EA7-4602-A6D7-5647-A8705E91E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9375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51" name="Straight Arrow Connector 950">
            <a:extLst>
              <a:ext uri="{FF2B5EF4-FFF2-40B4-BE49-F238E27FC236}">
                <a16:creationId xmlns:a16="http://schemas.microsoft.com/office/drawing/2014/main" id="{F5DE407A-4C6B-9223-1AA7-287D1C1963C1}"/>
              </a:ext>
            </a:extLst>
          </p:cNvPr>
          <p:cNvCxnSpPr>
            <a:cxnSpLocks/>
            <a:stCxn id="950" idx="6"/>
            <a:endCxn id="934" idx="0"/>
          </p:cNvCxnSpPr>
          <p:nvPr/>
        </p:nvCxnSpPr>
        <p:spPr>
          <a:xfrm>
            <a:off x="9354457" y="5580153"/>
            <a:ext cx="804309" cy="8725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52" name="Rectangle 135">
            <a:extLst>
              <a:ext uri="{FF2B5EF4-FFF2-40B4-BE49-F238E27FC236}">
                <a16:creationId xmlns:a16="http://schemas.microsoft.com/office/drawing/2014/main" id="{B6CE04F5-24C9-0E10-2F90-C9F05FF26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848" y="5315778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</a:t>
            </a:r>
          </a:p>
        </p:txBody>
      </p:sp>
      <p:sp>
        <p:nvSpPr>
          <p:cNvPr id="953" name="Rectangle 135">
            <a:extLst>
              <a:ext uri="{FF2B5EF4-FFF2-40B4-BE49-F238E27FC236}">
                <a16:creationId xmlns:a16="http://schemas.microsoft.com/office/drawing/2014/main" id="{E4DBFDC4-0A5A-895A-ED7E-B61172A03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3016" y="1363872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Transceiver2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56" name="Oval 955">
            <a:extLst>
              <a:ext uri="{FF2B5EF4-FFF2-40B4-BE49-F238E27FC236}">
                <a16:creationId xmlns:a16="http://schemas.microsoft.com/office/drawing/2014/main" id="{F5C7765C-CA0C-F616-00F8-F2736887F1E4}"/>
              </a:ext>
            </a:extLst>
          </p:cNvPr>
          <p:cNvSpPr/>
          <p:nvPr/>
        </p:nvSpPr>
        <p:spPr>
          <a:xfrm>
            <a:off x="9325649" y="5837038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57" name="Straight Connector 956">
            <a:extLst>
              <a:ext uri="{FF2B5EF4-FFF2-40B4-BE49-F238E27FC236}">
                <a16:creationId xmlns:a16="http://schemas.microsoft.com/office/drawing/2014/main" id="{C8BFE371-4C6E-6BE9-BCA7-B870A9597436}"/>
              </a:ext>
            </a:extLst>
          </p:cNvPr>
          <p:cNvCxnSpPr>
            <a:cxnSpLocks/>
            <a:stCxn id="927" idx="1"/>
            <a:endCxn id="956" idx="5"/>
          </p:cNvCxnSpPr>
          <p:nvPr/>
        </p:nvCxnSpPr>
        <p:spPr>
          <a:xfrm flipH="1" flipV="1">
            <a:off x="9631883" y="5949766"/>
            <a:ext cx="387982" cy="161489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58" name="Straight Arrow Connector 957">
            <a:extLst>
              <a:ext uri="{FF2B5EF4-FFF2-40B4-BE49-F238E27FC236}">
                <a16:creationId xmlns:a16="http://schemas.microsoft.com/office/drawing/2014/main" id="{26456865-E217-3106-D06D-52A708291F0F}"/>
              </a:ext>
            </a:extLst>
          </p:cNvPr>
          <p:cNvCxnSpPr>
            <a:cxnSpLocks/>
            <a:stCxn id="38" idx="1"/>
            <a:endCxn id="1227" idx="3"/>
          </p:cNvCxnSpPr>
          <p:nvPr/>
        </p:nvCxnSpPr>
        <p:spPr>
          <a:xfrm flipH="1">
            <a:off x="3301457" y="6119607"/>
            <a:ext cx="553381" cy="180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59" name="Straight Arrow Connector 958">
            <a:extLst>
              <a:ext uri="{FF2B5EF4-FFF2-40B4-BE49-F238E27FC236}">
                <a16:creationId xmlns:a16="http://schemas.microsoft.com/office/drawing/2014/main" id="{658550BB-1DE6-C377-5A28-DB1DAF336AE5}"/>
              </a:ext>
            </a:extLst>
          </p:cNvPr>
          <p:cNvCxnSpPr>
            <a:cxnSpLocks/>
            <a:stCxn id="373" idx="0"/>
            <a:endCxn id="949" idx="2"/>
          </p:cNvCxnSpPr>
          <p:nvPr/>
        </p:nvCxnSpPr>
        <p:spPr>
          <a:xfrm flipV="1">
            <a:off x="8283796" y="5580153"/>
            <a:ext cx="755595" cy="9302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990" name="Group 989">
            <a:extLst>
              <a:ext uri="{FF2B5EF4-FFF2-40B4-BE49-F238E27FC236}">
                <a16:creationId xmlns:a16="http://schemas.microsoft.com/office/drawing/2014/main" id="{967D5D90-FAC9-ACA1-E201-5B3DEF2A922C}"/>
              </a:ext>
            </a:extLst>
          </p:cNvPr>
          <p:cNvGrpSpPr/>
          <p:nvPr/>
        </p:nvGrpSpPr>
        <p:grpSpPr>
          <a:xfrm>
            <a:off x="3852572" y="3499658"/>
            <a:ext cx="276281" cy="173735"/>
            <a:chOff x="3417117" y="2447654"/>
            <a:chExt cx="362556" cy="227987"/>
          </a:xfrm>
        </p:grpSpPr>
        <p:sp>
          <p:nvSpPr>
            <p:cNvPr id="991" name="Rectangle 990">
              <a:extLst>
                <a:ext uri="{FF2B5EF4-FFF2-40B4-BE49-F238E27FC236}">
                  <a16:creationId xmlns:a16="http://schemas.microsoft.com/office/drawing/2014/main" id="{B1274494-9542-CC01-2BBF-B8981C8BE9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992" name="Oval 991">
              <a:extLst>
                <a:ext uri="{FF2B5EF4-FFF2-40B4-BE49-F238E27FC236}">
                  <a16:creationId xmlns:a16="http://schemas.microsoft.com/office/drawing/2014/main" id="{21BE7F58-32A1-D2F3-8C8D-6AD8FCDC47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93" name="Trapezoid 613">
              <a:extLst>
                <a:ext uri="{FF2B5EF4-FFF2-40B4-BE49-F238E27FC236}">
                  <a16:creationId xmlns:a16="http://schemas.microsoft.com/office/drawing/2014/main" id="{5D215D52-5D43-07D0-A603-1AF4AF90D619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994" name="Straight Arrow Connector 993">
            <a:extLst>
              <a:ext uri="{FF2B5EF4-FFF2-40B4-BE49-F238E27FC236}">
                <a16:creationId xmlns:a16="http://schemas.microsoft.com/office/drawing/2014/main" id="{1D50888C-1680-7CC0-6875-13E4FA4D7EE4}"/>
              </a:ext>
            </a:extLst>
          </p:cNvPr>
          <p:cNvCxnSpPr>
            <a:cxnSpLocks/>
            <a:endCxn id="991" idx="3"/>
          </p:cNvCxnSpPr>
          <p:nvPr/>
        </p:nvCxnSpPr>
        <p:spPr>
          <a:xfrm flipH="1" flipV="1">
            <a:off x="412885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995" name="Group 254">
            <a:extLst>
              <a:ext uri="{FF2B5EF4-FFF2-40B4-BE49-F238E27FC236}">
                <a16:creationId xmlns:a16="http://schemas.microsoft.com/office/drawing/2014/main" id="{EC6BFDBF-8105-03B3-2130-FA46E4CB291E}"/>
              </a:ext>
            </a:extLst>
          </p:cNvPr>
          <p:cNvGrpSpPr>
            <a:grpSpLocks noChangeAspect="1"/>
          </p:cNvGrpSpPr>
          <p:nvPr/>
        </p:nvGrpSpPr>
        <p:grpSpPr>
          <a:xfrm>
            <a:off x="3849256" y="3867267"/>
            <a:ext cx="280226" cy="161260"/>
            <a:chOff x="8421867" y="1904979"/>
            <a:chExt cx="347879" cy="255573"/>
          </a:xfrm>
        </p:grpSpPr>
        <p:sp>
          <p:nvSpPr>
            <p:cNvPr id="996" name="Rectangle 60">
              <a:extLst>
                <a:ext uri="{FF2B5EF4-FFF2-40B4-BE49-F238E27FC236}">
                  <a16:creationId xmlns:a16="http://schemas.microsoft.com/office/drawing/2014/main" id="{E20F1962-E24D-5187-6638-B3D9CEF20C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997" name="Group 719">
              <a:extLst>
                <a:ext uri="{FF2B5EF4-FFF2-40B4-BE49-F238E27FC236}">
                  <a16:creationId xmlns:a16="http://schemas.microsoft.com/office/drawing/2014/main" id="{914C383D-4D38-9221-6F4C-41719D8B5B52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999" name="Straight Connector 998">
                <a:extLst>
                  <a:ext uri="{FF2B5EF4-FFF2-40B4-BE49-F238E27FC236}">
                    <a16:creationId xmlns:a16="http://schemas.microsoft.com/office/drawing/2014/main" id="{4EBB0198-2D8C-EC57-8BDA-224099C5C00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0" name="Straight Connector 999">
                <a:extLst>
                  <a:ext uri="{FF2B5EF4-FFF2-40B4-BE49-F238E27FC236}">
                    <a16:creationId xmlns:a16="http://schemas.microsoft.com/office/drawing/2014/main" id="{257AAB8A-567B-12A0-3E1D-131E56918F9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1" name="Straight Connector 1000">
                <a:extLst>
                  <a:ext uri="{FF2B5EF4-FFF2-40B4-BE49-F238E27FC236}">
                    <a16:creationId xmlns:a16="http://schemas.microsoft.com/office/drawing/2014/main" id="{B9955F5D-CEAE-20A2-4711-AE5488CA2E8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2" name="Straight Connector 1001">
                <a:extLst>
                  <a:ext uri="{FF2B5EF4-FFF2-40B4-BE49-F238E27FC236}">
                    <a16:creationId xmlns:a16="http://schemas.microsoft.com/office/drawing/2014/main" id="{FE3EE4EB-6C26-43AD-C134-4CC210CC61A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998" name="Trapezoid 136">
              <a:extLst>
                <a:ext uri="{FF2B5EF4-FFF2-40B4-BE49-F238E27FC236}">
                  <a16:creationId xmlns:a16="http://schemas.microsoft.com/office/drawing/2014/main" id="{7EE60521-7DFB-DBCB-8BA8-C4DB5B7B055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15" name="Rectangle 135">
            <a:extLst>
              <a:ext uri="{FF2B5EF4-FFF2-40B4-BE49-F238E27FC236}">
                <a16:creationId xmlns:a16="http://schemas.microsoft.com/office/drawing/2014/main" id="{463EC673-53DD-419D-8C2E-F82E7D10B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82" y="31354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17" name="Group 1016">
            <a:extLst>
              <a:ext uri="{FF2B5EF4-FFF2-40B4-BE49-F238E27FC236}">
                <a16:creationId xmlns:a16="http://schemas.microsoft.com/office/drawing/2014/main" id="{C7207BE8-55CC-3226-445B-499B6525E80D}"/>
              </a:ext>
            </a:extLst>
          </p:cNvPr>
          <p:cNvGrpSpPr/>
          <p:nvPr/>
        </p:nvGrpSpPr>
        <p:grpSpPr>
          <a:xfrm>
            <a:off x="8153313" y="3494806"/>
            <a:ext cx="276281" cy="173735"/>
            <a:chOff x="3417117" y="2447654"/>
            <a:chExt cx="362556" cy="227987"/>
          </a:xfrm>
        </p:grpSpPr>
        <p:sp>
          <p:nvSpPr>
            <p:cNvPr id="1018" name="Rectangle 1017">
              <a:extLst>
                <a:ext uri="{FF2B5EF4-FFF2-40B4-BE49-F238E27FC236}">
                  <a16:creationId xmlns:a16="http://schemas.microsoft.com/office/drawing/2014/main" id="{2A783CF1-4815-CFC0-5AB4-7BB134359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019" name="Oval 1018">
              <a:extLst>
                <a:ext uri="{FF2B5EF4-FFF2-40B4-BE49-F238E27FC236}">
                  <a16:creationId xmlns:a16="http://schemas.microsoft.com/office/drawing/2014/main" id="{7463EA26-E850-9DBC-8ED3-15AF4683E2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0" name="Trapezoid 661">
              <a:extLst>
                <a:ext uri="{FF2B5EF4-FFF2-40B4-BE49-F238E27FC236}">
                  <a16:creationId xmlns:a16="http://schemas.microsoft.com/office/drawing/2014/main" id="{B2462219-3D2F-360F-87B5-C4F8CDF8920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B5C5B0DE-6B77-3570-93D0-384C30F47F08}"/>
              </a:ext>
            </a:extLst>
          </p:cNvPr>
          <p:cNvGrpSpPr>
            <a:grpSpLocks noChangeAspect="1"/>
          </p:cNvGrpSpPr>
          <p:nvPr/>
        </p:nvGrpSpPr>
        <p:grpSpPr>
          <a:xfrm>
            <a:off x="2151458" y="3485901"/>
            <a:ext cx="273517" cy="173113"/>
            <a:chOff x="980945" y="1888766"/>
            <a:chExt cx="271916" cy="172099"/>
          </a:xfrm>
        </p:grpSpPr>
        <p:grpSp>
          <p:nvGrpSpPr>
            <p:cNvPr id="1036" name="Group 898">
              <a:extLst>
                <a:ext uri="{FF2B5EF4-FFF2-40B4-BE49-F238E27FC236}">
                  <a16:creationId xmlns:a16="http://schemas.microsoft.com/office/drawing/2014/main" id="{5D0483B6-863A-2486-7388-20D30C037B63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38" name="Rectangle 88">
                <a:extLst>
                  <a:ext uri="{FF2B5EF4-FFF2-40B4-BE49-F238E27FC236}">
                    <a16:creationId xmlns:a16="http://schemas.microsoft.com/office/drawing/2014/main" id="{9D5EF29A-F8AF-2D06-084A-079AE87AD7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39" name="Rectangle 88">
                <a:extLst>
                  <a:ext uri="{FF2B5EF4-FFF2-40B4-BE49-F238E27FC236}">
                    <a16:creationId xmlns:a16="http://schemas.microsoft.com/office/drawing/2014/main" id="{AA0AB781-C12F-E237-30DD-560A0F489D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0" name="Isosceles Triangle 1039">
                <a:extLst>
                  <a:ext uri="{FF2B5EF4-FFF2-40B4-BE49-F238E27FC236}">
                    <a16:creationId xmlns:a16="http://schemas.microsoft.com/office/drawing/2014/main" id="{95A7F6FB-3485-F7ED-DC40-7EE82AC82A4A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1" name="Oval 341">
                <a:extLst>
                  <a:ext uri="{FF2B5EF4-FFF2-40B4-BE49-F238E27FC236}">
                    <a16:creationId xmlns:a16="http://schemas.microsoft.com/office/drawing/2014/main" id="{56FAF86D-F923-7643-75F0-AA407B09DF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37" name="Trapezoid 688">
              <a:extLst>
                <a:ext uri="{FF2B5EF4-FFF2-40B4-BE49-F238E27FC236}">
                  <a16:creationId xmlns:a16="http://schemas.microsoft.com/office/drawing/2014/main" id="{3D040582-9B1D-2DCC-56CC-F097ED38403D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EC895D4E-2FF7-7F3C-1282-71D511CC7CE1}"/>
              </a:ext>
            </a:extLst>
          </p:cNvPr>
          <p:cNvGrpSpPr/>
          <p:nvPr/>
        </p:nvGrpSpPr>
        <p:grpSpPr>
          <a:xfrm>
            <a:off x="2147739" y="3135153"/>
            <a:ext cx="280226" cy="161260"/>
            <a:chOff x="1539943" y="2795561"/>
            <a:chExt cx="367732" cy="211616"/>
          </a:xfrm>
        </p:grpSpPr>
        <p:sp>
          <p:nvSpPr>
            <p:cNvPr id="1043" name="Rectangle 60">
              <a:extLst>
                <a:ext uri="{FF2B5EF4-FFF2-40B4-BE49-F238E27FC236}">
                  <a16:creationId xmlns:a16="http://schemas.microsoft.com/office/drawing/2014/main" id="{148DC53C-B572-D64C-ECAD-EB6B75EC1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44" name="Group 719">
              <a:extLst>
                <a:ext uri="{FF2B5EF4-FFF2-40B4-BE49-F238E27FC236}">
                  <a16:creationId xmlns:a16="http://schemas.microsoft.com/office/drawing/2014/main" id="{72EFDC02-BE72-2B23-BA85-C57CFD82DDED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46" name="Straight Connector 1045">
                <a:extLst>
                  <a:ext uri="{FF2B5EF4-FFF2-40B4-BE49-F238E27FC236}">
                    <a16:creationId xmlns:a16="http://schemas.microsoft.com/office/drawing/2014/main" id="{776BF878-366E-EA14-16E8-BD05AA52755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7" name="Straight Connector 1046">
                <a:extLst>
                  <a:ext uri="{FF2B5EF4-FFF2-40B4-BE49-F238E27FC236}">
                    <a16:creationId xmlns:a16="http://schemas.microsoft.com/office/drawing/2014/main" id="{2A3E590B-AD0B-F1EE-0064-3E99200E34A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8" name="Straight Connector 1047">
                <a:extLst>
                  <a:ext uri="{FF2B5EF4-FFF2-40B4-BE49-F238E27FC236}">
                    <a16:creationId xmlns:a16="http://schemas.microsoft.com/office/drawing/2014/main" id="{65FBCD7F-E08E-184D-05D2-C737C286AEC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9" name="Straight Connector 1048">
                <a:extLst>
                  <a:ext uri="{FF2B5EF4-FFF2-40B4-BE49-F238E27FC236}">
                    <a16:creationId xmlns:a16="http://schemas.microsoft.com/office/drawing/2014/main" id="{81C9A6AB-0229-668A-08EF-B5141DCAEBB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45" name="Trapezoid 696">
              <a:extLst>
                <a:ext uri="{FF2B5EF4-FFF2-40B4-BE49-F238E27FC236}">
                  <a16:creationId xmlns:a16="http://schemas.microsoft.com/office/drawing/2014/main" id="{9138E7E2-05B3-B787-2A7B-D57CAEF4258B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22CC1AD1-F0E5-5CDB-4FC8-FA608F0C4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5386" y="2110561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51" name="Oval 1050">
            <a:extLst>
              <a:ext uri="{FF2B5EF4-FFF2-40B4-BE49-F238E27FC236}">
                <a16:creationId xmlns:a16="http://schemas.microsoft.com/office/drawing/2014/main" id="{EC0229EE-DCFA-9973-E1CA-5094589A3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0708" y="215381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2" name="Trapezoid 709">
            <a:extLst>
              <a:ext uri="{FF2B5EF4-FFF2-40B4-BE49-F238E27FC236}">
                <a16:creationId xmlns:a16="http://schemas.microsoft.com/office/drawing/2014/main" id="{902B99BA-7736-AFB9-7538-D0C3E0F0041D}"/>
              </a:ext>
            </a:extLst>
          </p:cNvPr>
          <p:cNvSpPr/>
          <p:nvPr/>
        </p:nvSpPr>
        <p:spPr>
          <a:xfrm rot="10800000">
            <a:off x="2201203" y="221109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3" name="Rectangle 135">
            <a:extLst>
              <a:ext uri="{FF2B5EF4-FFF2-40B4-BE49-F238E27FC236}">
                <a16:creationId xmlns:a16="http://schemas.microsoft.com/office/drawing/2014/main" id="{E5DFC35D-DFD0-6D2C-065F-D4851E9C2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260" y="214236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ODU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F7CBB101-6960-49B7-51A4-AC3FC9735EAF}"/>
              </a:ext>
            </a:extLst>
          </p:cNvPr>
          <p:cNvGrpSpPr>
            <a:grpSpLocks noChangeAspect="1"/>
          </p:cNvGrpSpPr>
          <p:nvPr/>
        </p:nvGrpSpPr>
        <p:grpSpPr>
          <a:xfrm>
            <a:off x="9999104" y="3503371"/>
            <a:ext cx="273517" cy="173113"/>
            <a:chOff x="980945" y="1888766"/>
            <a:chExt cx="271916" cy="172099"/>
          </a:xfrm>
        </p:grpSpPr>
        <p:grpSp>
          <p:nvGrpSpPr>
            <p:cNvPr id="1064" name="Group 898">
              <a:extLst>
                <a:ext uri="{FF2B5EF4-FFF2-40B4-BE49-F238E27FC236}">
                  <a16:creationId xmlns:a16="http://schemas.microsoft.com/office/drawing/2014/main" id="{99D57783-26B4-A30D-8E9F-0B810C7B9B1C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66" name="Rectangle 88">
                <a:extLst>
                  <a:ext uri="{FF2B5EF4-FFF2-40B4-BE49-F238E27FC236}">
                    <a16:creationId xmlns:a16="http://schemas.microsoft.com/office/drawing/2014/main" id="{E16B57A5-DD7E-7326-F352-4AC1E94F11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7" name="Rectangle 88">
                <a:extLst>
                  <a:ext uri="{FF2B5EF4-FFF2-40B4-BE49-F238E27FC236}">
                    <a16:creationId xmlns:a16="http://schemas.microsoft.com/office/drawing/2014/main" id="{55F67B82-FCCB-B179-59D0-1045DEFDD6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8" name="Isosceles Triangle 1067">
                <a:extLst>
                  <a:ext uri="{FF2B5EF4-FFF2-40B4-BE49-F238E27FC236}">
                    <a16:creationId xmlns:a16="http://schemas.microsoft.com/office/drawing/2014/main" id="{02D1E6C7-2E82-4D40-AA7B-C53ABADA5F8C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9" name="Oval 341">
                <a:extLst>
                  <a:ext uri="{FF2B5EF4-FFF2-40B4-BE49-F238E27FC236}">
                    <a16:creationId xmlns:a16="http://schemas.microsoft.com/office/drawing/2014/main" id="{6FC64D2E-4178-FD4C-5EA0-70360B3618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65" name="Trapezoid 778">
              <a:extLst>
                <a:ext uri="{FF2B5EF4-FFF2-40B4-BE49-F238E27FC236}">
                  <a16:creationId xmlns:a16="http://schemas.microsoft.com/office/drawing/2014/main" id="{1D637233-5427-5B92-0843-E7A89530BF7A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70" name="Group 1069">
            <a:extLst>
              <a:ext uri="{FF2B5EF4-FFF2-40B4-BE49-F238E27FC236}">
                <a16:creationId xmlns:a16="http://schemas.microsoft.com/office/drawing/2014/main" id="{60CCC620-1290-DD4D-A0B3-B42034E7B6F2}"/>
              </a:ext>
            </a:extLst>
          </p:cNvPr>
          <p:cNvGrpSpPr/>
          <p:nvPr/>
        </p:nvGrpSpPr>
        <p:grpSpPr>
          <a:xfrm>
            <a:off x="9995385" y="3152623"/>
            <a:ext cx="280226" cy="161260"/>
            <a:chOff x="1539943" y="2795561"/>
            <a:chExt cx="367732" cy="211616"/>
          </a:xfrm>
        </p:grpSpPr>
        <p:sp>
          <p:nvSpPr>
            <p:cNvPr id="1071" name="Rectangle 60">
              <a:extLst>
                <a:ext uri="{FF2B5EF4-FFF2-40B4-BE49-F238E27FC236}">
                  <a16:creationId xmlns:a16="http://schemas.microsoft.com/office/drawing/2014/main" id="{234F4F39-BF16-5E06-91D3-148DBED1C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72" name="Group 719">
              <a:extLst>
                <a:ext uri="{FF2B5EF4-FFF2-40B4-BE49-F238E27FC236}">
                  <a16:creationId xmlns:a16="http://schemas.microsoft.com/office/drawing/2014/main" id="{7AD28F5B-AE04-D92B-D219-27EFBDD66809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74" name="Straight Connector 1073">
                <a:extLst>
                  <a:ext uri="{FF2B5EF4-FFF2-40B4-BE49-F238E27FC236}">
                    <a16:creationId xmlns:a16="http://schemas.microsoft.com/office/drawing/2014/main" id="{6FD96A5A-1D49-2F62-46FD-48304AFA228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5" name="Straight Connector 1074">
                <a:extLst>
                  <a:ext uri="{FF2B5EF4-FFF2-40B4-BE49-F238E27FC236}">
                    <a16:creationId xmlns:a16="http://schemas.microsoft.com/office/drawing/2014/main" id="{4A99525E-344F-5FD8-C0FA-E844A64595B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6" name="Straight Connector 1075">
                <a:extLst>
                  <a:ext uri="{FF2B5EF4-FFF2-40B4-BE49-F238E27FC236}">
                    <a16:creationId xmlns:a16="http://schemas.microsoft.com/office/drawing/2014/main" id="{25CFBC1A-E8B4-2C54-9FA8-E42CEB14565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C413181F-0B9B-623F-7C76-90D86438981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73" name="Trapezoid 786">
              <a:extLst>
                <a:ext uri="{FF2B5EF4-FFF2-40B4-BE49-F238E27FC236}">
                  <a16:creationId xmlns:a16="http://schemas.microsoft.com/office/drawing/2014/main" id="{D6925425-224A-22A3-F89A-5C0CF21C936E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94B3A1A3-5878-2C71-8722-03CD1D4D5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8956" y="2128032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79" name="Oval 1078">
            <a:extLst>
              <a:ext uri="{FF2B5EF4-FFF2-40B4-BE49-F238E27FC236}">
                <a16:creationId xmlns:a16="http://schemas.microsoft.com/office/drawing/2014/main" id="{2908543B-CC5D-6C05-B12B-66C2D4A10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353" y="217128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0" name="Trapezoid 793">
            <a:extLst>
              <a:ext uri="{FF2B5EF4-FFF2-40B4-BE49-F238E27FC236}">
                <a16:creationId xmlns:a16="http://schemas.microsoft.com/office/drawing/2014/main" id="{71C4F960-D41B-2D5E-4DA8-607B8D2F8AED}"/>
              </a:ext>
            </a:extLst>
          </p:cNvPr>
          <p:cNvSpPr/>
          <p:nvPr/>
        </p:nvSpPr>
        <p:spPr>
          <a:xfrm rot="10800000">
            <a:off x="10048848" y="222856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89" name="Group 1088">
            <a:extLst>
              <a:ext uri="{FF2B5EF4-FFF2-40B4-BE49-F238E27FC236}">
                <a16:creationId xmlns:a16="http://schemas.microsoft.com/office/drawing/2014/main" id="{B5E9DC77-79EF-2572-487B-A8E88DD74F43}"/>
              </a:ext>
            </a:extLst>
          </p:cNvPr>
          <p:cNvGrpSpPr/>
          <p:nvPr/>
        </p:nvGrpSpPr>
        <p:grpSpPr>
          <a:xfrm>
            <a:off x="10019865" y="3862006"/>
            <a:ext cx="280226" cy="161260"/>
            <a:chOff x="11871597" y="3154592"/>
            <a:chExt cx="367732" cy="211616"/>
          </a:xfrm>
        </p:grpSpPr>
        <p:sp>
          <p:nvSpPr>
            <p:cNvPr id="1090" name="Rectangle 60">
              <a:extLst>
                <a:ext uri="{FF2B5EF4-FFF2-40B4-BE49-F238E27FC236}">
                  <a16:creationId xmlns:a16="http://schemas.microsoft.com/office/drawing/2014/main" id="{EFC32E4F-267A-8393-6B79-1A287D453E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1597" y="3154592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91" name="Group 719">
              <a:extLst>
                <a:ext uri="{FF2B5EF4-FFF2-40B4-BE49-F238E27FC236}">
                  <a16:creationId xmlns:a16="http://schemas.microsoft.com/office/drawing/2014/main" id="{39DAB9F6-E6AD-F04E-CAC5-13A190D37B09}"/>
                </a:ext>
              </a:extLst>
            </p:cNvPr>
            <p:cNvGrpSpPr/>
            <p:nvPr/>
          </p:nvGrpSpPr>
          <p:grpSpPr>
            <a:xfrm>
              <a:off x="11941310" y="3156308"/>
              <a:ext cx="228353" cy="90129"/>
              <a:chOff x="8553742" y="2601251"/>
              <a:chExt cx="216024" cy="108852"/>
            </a:xfrm>
          </p:grpSpPr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1B3AD662-6EF1-D740-1AC0-E4565522B27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4" name="Straight Connector 1093">
                <a:extLst>
                  <a:ext uri="{FF2B5EF4-FFF2-40B4-BE49-F238E27FC236}">
                    <a16:creationId xmlns:a16="http://schemas.microsoft.com/office/drawing/2014/main" id="{9C5911E0-C8F7-68D2-F854-5445D4C3AA8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5" name="Straight Connector 1094">
                <a:extLst>
                  <a:ext uri="{FF2B5EF4-FFF2-40B4-BE49-F238E27FC236}">
                    <a16:creationId xmlns:a16="http://schemas.microsoft.com/office/drawing/2014/main" id="{6AF87557-153F-88C2-8903-FDF96B57DF7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6" name="Straight Connector 1095">
                <a:extLst>
                  <a:ext uri="{FF2B5EF4-FFF2-40B4-BE49-F238E27FC236}">
                    <a16:creationId xmlns:a16="http://schemas.microsoft.com/office/drawing/2014/main" id="{6D83020C-08CC-E92E-5EF2-05B872AF86D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92" name="Trapezoid 529">
              <a:extLst>
                <a:ext uri="{FF2B5EF4-FFF2-40B4-BE49-F238E27FC236}">
                  <a16:creationId xmlns:a16="http://schemas.microsoft.com/office/drawing/2014/main" id="{C7A71213-4E76-B0EE-03C8-191D7E9F5F95}"/>
                </a:ext>
              </a:extLst>
            </p:cNvPr>
            <p:cNvSpPr/>
            <p:nvPr/>
          </p:nvSpPr>
          <p:spPr>
            <a:xfrm rot="10800000">
              <a:off x="11916958" y="3246458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01" name="Rectangle 25">
            <a:extLst>
              <a:ext uri="{FF2B5EF4-FFF2-40B4-BE49-F238E27FC236}">
                <a16:creationId xmlns:a16="http://schemas.microsoft.com/office/drawing/2014/main" id="{CC5F2366-126E-294F-E607-C132F4140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3641" y="3162058"/>
            <a:ext cx="1317064" cy="87951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102" name="Rectangle 29">
            <a:extLst>
              <a:ext uri="{FF2B5EF4-FFF2-40B4-BE49-F238E27FC236}">
                <a16:creationId xmlns:a16="http://schemas.microsoft.com/office/drawing/2014/main" id="{222E629F-C2CE-CBC9-B04D-5AF8A713B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4788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103" name="Rectangle 135">
            <a:extLst>
              <a:ext uri="{FF2B5EF4-FFF2-40B4-BE49-F238E27FC236}">
                <a16:creationId xmlns:a16="http://schemas.microsoft.com/office/drawing/2014/main" id="{58FF774F-3DBE-6ADB-66F9-F0AECE331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314737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lower Connection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104" name="Rectangle 29">
            <a:extLst>
              <a:ext uri="{FF2B5EF4-FFF2-40B4-BE49-F238E27FC236}">
                <a16:creationId xmlns:a16="http://schemas.microsoft.com/office/drawing/2014/main" id="{E309A4CA-8647-14E4-59AF-36B00764C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0887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129" name="Group 1128">
            <a:extLst>
              <a:ext uri="{FF2B5EF4-FFF2-40B4-BE49-F238E27FC236}">
                <a16:creationId xmlns:a16="http://schemas.microsoft.com/office/drawing/2014/main" id="{F9899AB9-032B-6461-17DB-DD38B1FF2F69}"/>
              </a:ext>
            </a:extLst>
          </p:cNvPr>
          <p:cNvGrpSpPr/>
          <p:nvPr/>
        </p:nvGrpSpPr>
        <p:grpSpPr>
          <a:xfrm>
            <a:off x="2150475" y="3871489"/>
            <a:ext cx="280226" cy="161260"/>
            <a:chOff x="1539943" y="2795561"/>
            <a:chExt cx="367732" cy="211616"/>
          </a:xfrm>
        </p:grpSpPr>
        <p:sp>
          <p:nvSpPr>
            <p:cNvPr id="1130" name="Rectangle 60">
              <a:extLst>
                <a:ext uri="{FF2B5EF4-FFF2-40B4-BE49-F238E27FC236}">
                  <a16:creationId xmlns:a16="http://schemas.microsoft.com/office/drawing/2014/main" id="{DE246DCC-F764-F4EC-58E1-FDCD270F1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1" name="Group 719">
              <a:extLst>
                <a:ext uri="{FF2B5EF4-FFF2-40B4-BE49-F238E27FC236}">
                  <a16:creationId xmlns:a16="http://schemas.microsoft.com/office/drawing/2014/main" id="{F064B42D-A133-79B2-0F7E-5A1FBD746A5B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133" name="Straight Connector 1132">
                <a:extLst>
                  <a:ext uri="{FF2B5EF4-FFF2-40B4-BE49-F238E27FC236}">
                    <a16:creationId xmlns:a16="http://schemas.microsoft.com/office/drawing/2014/main" id="{82B024A3-C5C2-876D-39D7-394F838CD3B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4" name="Straight Connector 1133">
                <a:extLst>
                  <a:ext uri="{FF2B5EF4-FFF2-40B4-BE49-F238E27FC236}">
                    <a16:creationId xmlns:a16="http://schemas.microsoft.com/office/drawing/2014/main" id="{E05A3471-5673-A61A-7BD5-BD78F7B891D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5" name="Straight Connector 1134">
                <a:extLst>
                  <a:ext uri="{FF2B5EF4-FFF2-40B4-BE49-F238E27FC236}">
                    <a16:creationId xmlns:a16="http://schemas.microsoft.com/office/drawing/2014/main" id="{D4ADFF11-2F92-5D15-01BF-DDEBD568AC0A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6" name="Straight Connector 1135">
                <a:extLst>
                  <a:ext uri="{FF2B5EF4-FFF2-40B4-BE49-F238E27FC236}">
                    <a16:creationId xmlns:a16="http://schemas.microsoft.com/office/drawing/2014/main" id="{C32852ED-1BFE-3BC2-2841-DE536AA6E09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32" name="Trapezoid 384">
              <a:extLst>
                <a:ext uri="{FF2B5EF4-FFF2-40B4-BE49-F238E27FC236}">
                  <a16:creationId xmlns:a16="http://schemas.microsoft.com/office/drawing/2014/main" id="{BED18393-CA3B-11A6-2151-743F606CF405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37" name="Group 254">
            <a:extLst>
              <a:ext uri="{FF2B5EF4-FFF2-40B4-BE49-F238E27FC236}">
                <a16:creationId xmlns:a16="http://schemas.microsoft.com/office/drawing/2014/main" id="{CC20BA57-23ED-087A-59A3-8B457A5AB1F7}"/>
              </a:ext>
            </a:extLst>
          </p:cNvPr>
          <p:cNvGrpSpPr>
            <a:grpSpLocks noChangeAspect="1"/>
          </p:cNvGrpSpPr>
          <p:nvPr/>
        </p:nvGrpSpPr>
        <p:grpSpPr>
          <a:xfrm>
            <a:off x="4420699" y="5309600"/>
            <a:ext cx="280226" cy="161260"/>
            <a:chOff x="8421867" y="1904979"/>
            <a:chExt cx="347879" cy="255573"/>
          </a:xfrm>
        </p:grpSpPr>
        <p:sp>
          <p:nvSpPr>
            <p:cNvPr id="1138" name="Rectangle 60">
              <a:extLst>
                <a:ext uri="{FF2B5EF4-FFF2-40B4-BE49-F238E27FC236}">
                  <a16:creationId xmlns:a16="http://schemas.microsoft.com/office/drawing/2014/main" id="{D61D560E-99F4-6D79-34DB-F2FDA5E24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9" name="Group 719">
              <a:extLst>
                <a:ext uri="{FF2B5EF4-FFF2-40B4-BE49-F238E27FC236}">
                  <a16:creationId xmlns:a16="http://schemas.microsoft.com/office/drawing/2014/main" id="{20F99EED-81D4-B317-99CD-26805FCC643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1" name="Straight Connector 1140">
                <a:extLst>
                  <a:ext uri="{FF2B5EF4-FFF2-40B4-BE49-F238E27FC236}">
                    <a16:creationId xmlns:a16="http://schemas.microsoft.com/office/drawing/2014/main" id="{ADAD7CA5-6584-6DBD-153B-2F70F48684A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2" name="Straight Connector 1141">
                <a:extLst>
                  <a:ext uri="{FF2B5EF4-FFF2-40B4-BE49-F238E27FC236}">
                    <a16:creationId xmlns:a16="http://schemas.microsoft.com/office/drawing/2014/main" id="{DD0B2990-0DAE-5886-2E8E-9D82EDF01D6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3" name="Straight Connector 1142">
                <a:extLst>
                  <a:ext uri="{FF2B5EF4-FFF2-40B4-BE49-F238E27FC236}">
                    <a16:creationId xmlns:a16="http://schemas.microsoft.com/office/drawing/2014/main" id="{953D2AE9-7594-CFE2-6F3A-7C959960534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4" name="Straight Connector 1143">
                <a:extLst>
                  <a:ext uri="{FF2B5EF4-FFF2-40B4-BE49-F238E27FC236}">
                    <a16:creationId xmlns:a16="http://schemas.microsoft.com/office/drawing/2014/main" id="{05821BAC-2BB7-2C60-8244-5443F05F5EC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0" name="Trapezoid 162">
              <a:extLst>
                <a:ext uri="{FF2B5EF4-FFF2-40B4-BE49-F238E27FC236}">
                  <a16:creationId xmlns:a16="http://schemas.microsoft.com/office/drawing/2014/main" id="{3E3EE091-4C43-0225-7A6A-12241220FF1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45" name="Group 254">
            <a:extLst>
              <a:ext uri="{FF2B5EF4-FFF2-40B4-BE49-F238E27FC236}">
                <a16:creationId xmlns:a16="http://schemas.microsoft.com/office/drawing/2014/main" id="{A4B5472B-E2EB-9750-AEE6-D0C81E66E09C}"/>
              </a:ext>
            </a:extLst>
          </p:cNvPr>
          <p:cNvGrpSpPr>
            <a:grpSpLocks noChangeAspect="1"/>
          </p:cNvGrpSpPr>
          <p:nvPr/>
        </p:nvGrpSpPr>
        <p:grpSpPr>
          <a:xfrm>
            <a:off x="8139314" y="3873352"/>
            <a:ext cx="280226" cy="161260"/>
            <a:chOff x="8421867" y="1904979"/>
            <a:chExt cx="347879" cy="255573"/>
          </a:xfrm>
        </p:grpSpPr>
        <p:sp>
          <p:nvSpPr>
            <p:cNvPr id="1146" name="Rectangle 60">
              <a:extLst>
                <a:ext uri="{FF2B5EF4-FFF2-40B4-BE49-F238E27FC236}">
                  <a16:creationId xmlns:a16="http://schemas.microsoft.com/office/drawing/2014/main" id="{D59915CD-169F-D751-093D-80B6B7585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47" name="Group 719">
              <a:extLst>
                <a:ext uri="{FF2B5EF4-FFF2-40B4-BE49-F238E27FC236}">
                  <a16:creationId xmlns:a16="http://schemas.microsoft.com/office/drawing/2014/main" id="{D1F51BAD-ECE3-B0C9-81D1-9D696C605103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9" name="Straight Connector 1148">
                <a:extLst>
                  <a:ext uri="{FF2B5EF4-FFF2-40B4-BE49-F238E27FC236}">
                    <a16:creationId xmlns:a16="http://schemas.microsoft.com/office/drawing/2014/main" id="{758D18FF-144D-A7BB-8E29-8065521D016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0" name="Straight Connector 1149">
                <a:extLst>
                  <a:ext uri="{FF2B5EF4-FFF2-40B4-BE49-F238E27FC236}">
                    <a16:creationId xmlns:a16="http://schemas.microsoft.com/office/drawing/2014/main" id="{0361AF39-0E2A-1BB1-BF7D-EB9D9CD511F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1" name="Straight Connector 1150">
                <a:extLst>
                  <a:ext uri="{FF2B5EF4-FFF2-40B4-BE49-F238E27FC236}">
                    <a16:creationId xmlns:a16="http://schemas.microsoft.com/office/drawing/2014/main" id="{374C476D-4E7A-9F20-5CF2-641A5986730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2" name="Straight Connector 1151">
                <a:extLst>
                  <a:ext uri="{FF2B5EF4-FFF2-40B4-BE49-F238E27FC236}">
                    <a16:creationId xmlns:a16="http://schemas.microsoft.com/office/drawing/2014/main" id="{1DBF073C-7C08-9393-A079-FBA4C85C58D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8" name="Trapezoid 494">
              <a:extLst>
                <a:ext uri="{FF2B5EF4-FFF2-40B4-BE49-F238E27FC236}">
                  <a16:creationId xmlns:a16="http://schemas.microsoft.com/office/drawing/2014/main" id="{FDD8F9D5-A894-F824-AFB5-0A04ECE4E37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165" name="Straight Arrow Connector 1164">
            <a:extLst>
              <a:ext uri="{FF2B5EF4-FFF2-40B4-BE49-F238E27FC236}">
                <a16:creationId xmlns:a16="http://schemas.microsoft.com/office/drawing/2014/main" id="{2297CC88-5706-1F33-E973-F9AD5561DBD1}"/>
              </a:ext>
            </a:extLst>
          </p:cNvPr>
          <p:cNvCxnSpPr>
            <a:cxnSpLocks/>
            <a:stCxn id="46" idx="0"/>
            <a:endCxn id="917" idx="6"/>
          </p:cNvCxnSpPr>
          <p:nvPr/>
        </p:nvCxnSpPr>
        <p:spPr>
          <a:xfrm flipH="1" flipV="1">
            <a:off x="3313112" y="5577755"/>
            <a:ext cx="680628" cy="9800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196" name="Group 1195">
            <a:extLst>
              <a:ext uri="{FF2B5EF4-FFF2-40B4-BE49-F238E27FC236}">
                <a16:creationId xmlns:a16="http://schemas.microsoft.com/office/drawing/2014/main" id="{902F1CF4-0E2C-3055-5C00-D6CB26CB15E4}"/>
              </a:ext>
            </a:extLst>
          </p:cNvPr>
          <p:cNvGrpSpPr>
            <a:grpSpLocks noChangeAspect="1"/>
          </p:cNvGrpSpPr>
          <p:nvPr/>
        </p:nvGrpSpPr>
        <p:grpSpPr>
          <a:xfrm>
            <a:off x="2159941" y="2768012"/>
            <a:ext cx="273517" cy="173113"/>
            <a:chOff x="980945" y="1888766"/>
            <a:chExt cx="271916" cy="172099"/>
          </a:xfrm>
        </p:grpSpPr>
        <p:grpSp>
          <p:nvGrpSpPr>
            <p:cNvPr id="1197" name="Group 898">
              <a:extLst>
                <a:ext uri="{FF2B5EF4-FFF2-40B4-BE49-F238E27FC236}">
                  <a16:creationId xmlns:a16="http://schemas.microsoft.com/office/drawing/2014/main" id="{234DCD29-F1EB-3E10-14FE-9C0DE7AE0747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199" name="Rectangle 88">
                <a:extLst>
                  <a:ext uri="{FF2B5EF4-FFF2-40B4-BE49-F238E27FC236}">
                    <a16:creationId xmlns:a16="http://schemas.microsoft.com/office/drawing/2014/main" id="{3B83E34C-C0A1-678D-E786-5FC3789A8E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0" name="Isosceles Triangle 1199">
                <a:extLst>
                  <a:ext uri="{FF2B5EF4-FFF2-40B4-BE49-F238E27FC236}">
                    <a16:creationId xmlns:a16="http://schemas.microsoft.com/office/drawing/2014/main" id="{A9084FE9-0D7F-EC5D-2022-A4C0AE08BC01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1" name="Oval 341">
                <a:extLst>
                  <a:ext uri="{FF2B5EF4-FFF2-40B4-BE49-F238E27FC236}">
                    <a16:creationId xmlns:a16="http://schemas.microsoft.com/office/drawing/2014/main" id="{0EEF9E1C-13F7-9EFA-63BF-5575BE5547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198" name="Trapezoid 624">
              <a:extLst>
                <a:ext uri="{FF2B5EF4-FFF2-40B4-BE49-F238E27FC236}">
                  <a16:creationId xmlns:a16="http://schemas.microsoft.com/office/drawing/2014/main" id="{964C9EA6-1906-65BB-B099-AEDA8553428C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02" name="Group 1201">
            <a:extLst>
              <a:ext uri="{FF2B5EF4-FFF2-40B4-BE49-F238E27FC236}">
                <a16:creationId xmlns:a16="http://schemas.microsoft.com/office/drawing/2014/main" id="{8F9FC929-24C6-C13A-1B5A-48B0F08EF6E7}"/>
              </a:ext>
            </a:extLst>
          </p:cNvPr>
          <p:cNvGrpSpPr/>
          <p:nvPr/>
        </p:nvGrpSpPr>
        <p:grpSpPr>
          <a:xfrm>
            <a:off x="2156221" y="2453557"/>
            <a:ext cx="280226" cy="161260"/>
            <a:chOff x="1539943" y="2795561"/>
            <a:chExt cx="367732" cy="211616"/>
          </a:xfrm>
        </p:grpSpPr>
        <p:sp>
          <p:nvSpPr>
            <p:cNvPr id="1203" name="Rectangle 60">
              <a:extLst>
                <a:ext uri="{FF2B5EF4-FFF2-40B4-BE49-F238E27FC236}">
                  <a16:creationId xmlns:a16="http://schemas.microsoft.com/office/drawing/2014/main" id="{F48E5A01-F830-F943-C154-8F268B8706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04" name="Group 719">
              <a:extLst>
                <a:ext uri="{FF2B5EF4-FFF2-40B4-BE49-F238E27FC236}">
                  <a16:creationId xmlns:a16="http://schemas.microsoft.com/office/drawing/2014/main" id="{2A356770-F1C8-2FD0-DCDB-9E1D3B5C8FDE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06" name="Straight Connector 1205">
                <a:extLst>
                  <a:ext uri="{FF2B5EF4-FFF2-40B4-BE49-F238E27FC236}">
                    <a16:creationId xmlns:a16="http://schemas.microsoft.com/office/drawing/2014/main" id="{75337189-D046-1F06-544C-6724A6FAA9A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7" name="Straight Connector 1206">
                <a:extLst>
                  <a:ext uri="{FF2B5EF4-FFF2-40B4-BE49-F238E27FC236}">
                    <a16:creationId xmlns:a16="http://schemas.microsoft.com/office/drawing/2014/main" id="{DCB433DE-6787-AFDA-9464-2A7AC3B622B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8" name="Straight Connector 1207">
                <a:extLst>
                  <a:ext uri="{FF2B5EF4-FFF2-40B4-BE49-F238E27FC236}">
                    <a16:creationId xmlns:a16="http://schemas.microsoft.com/office/drawing/2014/main" id="{71E893FF-5E48-BC3F-3C8D-E982C8DB9FD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9" name="Straight Connector 1208">
                <a:extLst>
                  <a:ext uri="{FF2B5EF4-FFF2-40B4-BE49-F238E27FC236}">
                    <a16:creationId xmlns:a16="http://schemas.microsoft.com/office/drawing/2014/main" id="{6C26AE7C-27CB-5DFF-B4A2-F47254A085C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05" name="Trapezoid 640">
              <a:extLst>
                <a:ext uri="{FF2B5EF4-FFF2-40B4-BE49-F238E27FC236}">
                  <a16:creationId xmlns:a16="http://schemas.microsoft.com/office/drawing/2014/main" id="{AA93AADD-7BBA-36C6-9873-CD6BF4991CDB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10" name="Rectangle 135">
            <a:extLst>
              <a:ext uri="{FF2B5EF4-FFF2-40B4-BE49-F238E27FC236}">
                <a16:creationId xmlns:a16="http://schemas.microsoft.com/office/drawing/2014/main" id="{C911D13B-CBCB-F5DF-3FDA-5692FF11E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281" y="2477043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211" name="Rectangle 135">
            <a:extLst>
              <a:ext uri="{FF2B5EF4-FFF2-40B4-BE49-F238E27FC236}">
                <a16:creationId xmlns:a16="http://schemas.microsoft.com/office/drawing/2014/main" id="{3B352937-9B41-DF18-E341-EB5AFEEC0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578" y="2804029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212" name="Group 1211">
            <a:extLst>
              <a:ext uri="{FF2B5EF4-FFF2-40B4-BE49-F238E27FC236}">
                <a16:creationId xmlns:a16="http://schemas.microsoft.com/office/drawing/2014/main" id="{0D8EEA15-3B84-4F5D-3D6F-0F5788912604}"/>
              </a:ext>
            </a:extLst>
          </p:cNvPr>
          <p:cNvGrpSpPr>
            <a:grpSpLocks noChangeAspect="1"/>
          </p:cNvGrpSpPr>
          <p:nvPr/>
        </p:nvGrpSpPr>
        <p:grpSpPr>
          <a:xfrm>
            <a:off x="9999077" y="2767159"/>
            <a:ext cx="273517" cy="173113"/>
            <a:chOff x="980945" y="1888766"/>
            <a:chExt cx="271916" cy="172099"/>
          </a:xfrm>
        </p:grpSpPr>
        <p:grpSp>
          <p:nvGrpSpPr>
            <p:cNvPr id="1213" name="Group 898">
              <a:extLst>
                <a:ext uri="{FF2B5EF4-FFF2-40B4-BE49-F238E27FC236}">
                  <a16:creationId xmlns:a16="http://schemas.microsoft.com/office/drawing/2014/main" id="{CB00B109-D776-A9C2-6562-B8CA953A096A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215" name="Rectangle 88">
                <a:extLst>
                  <a:ext uri="{FF2B5EF4-FFF2-40B4-BE49-F238E27FC236}">
                    <a16:creationId xmlns:a16="http://schemas.microsoft.com/office/drawing/2014/main" id="{47BAECEA-31F2-5678-FCE0-38D837A261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6" name="Isosceles Triangle 1215">
                <a:extLst>
                  <a:ext uri="{FF2B5EF4-FFF2-40B4-BE49-F238E27FC236}">
                    <a16:creationId xmlns:a16="http://schemas.microsoft.com/office/drawing/2014/main" id="{29452FD8-9976-EB80-B049-766B00FC6A53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7" name="Oval 341">
                <a:extLst>
                  <a:ext uri="{FF2B5EF4-FFF2-40B4-BE49-F238E27FC236}">
                    <a16:creationId xmlns:a16="http://schemas.microsoft.com/office/drawing/2014/main" id="{1AA138FA-A97A-3D00-D72A-5ABAEC9876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214" name="Trapezoid 655">
              <a:extLst>
                <a:ext uri="{FF2B5EF4-FFF2-40B4-BE49-F238E27FC236}">
                  <a16:creationId xmlns:a16="http://schemas.microsoft.com/office/drawing/2014/main" id="{B6A00B34-50C2-87E2-F04A-6D58D7BBE437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18" name="Group 1217">
            <a:extLst>
              <a:ext uri="{FF2B5EF4-FFF2-40B4-BE49-F238E27FC236}">
                <a16:creationId xmlns:a16="http://schemas.microsoft.com/office/drawing/2014/main" id="{7DD52DFA-A748-C0F7-1498-55F1B3741407}"/>
              </a:ext>
            </a:extLst>
          </p:cNvPr>
          <p:cNvGrpSpPr/>
          <p:nvPr/>
        </p:nvGrpSpPr>
        <p:grpSpPr>
          <a:xfrm>
            <a:off x="9995358" y="2452703"/>
            <a:ext cx="280226" cy="161260"/>
            <a:chOff x="1539943" y="2795561"/>
            <a:chExt cx="367732" cy="211616"/>
          </a:xfrm>
        </p:grpSpPr>
        <p:sp>
          <p:nvSpPr>
            <p:cNvPr id="1219" name="Rectangle 60">
              <a:extLst>
                <a:ext uri="{FF2B5EF4-FFF2-40B4-BE49-F238E27FC236}">
                  <a16:creationId xmlns:a16="http://schemas.microsoft.com/office/drawing/2014/main" id="{FBF2D95B-7177-FA09-963B-C6E47E32B5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20" name="Group 719">
              <a:extLst>
                <a:ext uri="{FF2B5EF4-FFF2-40B4-BE49-F238E27FC236}">
                  <a16:creationId xmlns:a16="http://schemas.microsoft.com/office/drawing/2014/main" id="{B9E4F348-912B-1227-649D-46129C70D9EB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22" name="Straight Connector 1221">
                <a:extLst>
                  <a:ext uri="{FF2B5EF4-FFF2-40B4-BE49-F238E27FC236}">
                    <a16:creationId xmlns:a16="http://schemas.microsoft.com/office/drawing/2014/main" id="{83C71AAD-9EBC-D31B-7303-2C9E0482B97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3" name="Straight Connector 1222">
                <a:extLst>
                  <a:ext uri="{FF2B5EF4-FFF2-40B4-BE49-F238E27FC236}">
                    <a16:creationId xmlns:a16="http://schemas.microsoft.com/office/drawing/2014/main" id="{F81A6C3F-4E31-4BE3-8801-D7C8553BF90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4" name="Straight Connector 1223">
                <a:extLst>
                  <a:ext uri="{FF2B5EF4-FFF2-40B4-BE49-F238E27FC236}">
                    <a16:creationId xmlns:a16="http://schemas.microsoft.com/office/drawing/2014/main" id="{1DC892AA-6F3A-82B9-1B2E-FF8C772A327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5" name="Straight Connector 1224">
                <a:extLst>
                  <a:ext uri="{FF2B5EF4-FFF2-40B4-BE49-F238E27FC236}">
                    <a16:creationId xmlns:a16="http://schemas.microsoft.com/office/drawing/2014/main" id="{D92A52D5-BAE4-C5C2-98E7-73F4BCF7AC5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21" name="Trapezoid 666">
              <a:extLst>
                <a:ext uri="{FF2B5EF4-FFF2-40B4-BE49-F238E27FC236}">
                  <a16:creationId xmlns:a16="http://schemas.microsoft.com/office/drawing/2014/main" id="{54E48332-507C-2D21-F61D-F592E5658409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26" name="Group 1225">
            <a:extLst>
              <a:ext uri="{FF2B5EF4-FFF2-40B4-BE49-F238E27FC236}">
                <a16:creationId xmlns:a16="http://schemas.microsoft.com/office/drawing/2014/main" id="{3B9A745A-11F6-D473-3C6A-282E43F788A0}"/>
              </a:ext>
            </a:extLst>
          </p:cNvPr>
          <p:cNvGrpSpPr>
            <a:grpSpLocks noChangeAspect="1"/>
          </p:cNvGrpSpPr>
          <p:nvPr/>
        </p:nvGrpSpPr>
        <p:grpSpPr>
          <a:xfrm>
            <a:off x="2997672" y="6085601"/>
            <a:ext cx="303785" cy="71625"/>
            <a:chOff x="3526822" y="4206320"/>
            <a:chExt cx="567386" cy="133776"/>
          </a:xfrm>
        </p:grpSpPr>
        <p:sp>
          <p:nvSpPr>
            <p:cNvPr id="1227" name="Rectangle 25">
              <a:extLst>
                <a:ext uri="{FF2B5EF4-FFF2-40B4-BE49-F238E27FC236}">
                  <a16:creationId xmlns:a16="http://schemas.microsoft.com/office/drawing/2014/main" id="{014C22CE-B856-19B8-CF1F-570A662A9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6822" y="4206320"/>
              <a:ext cx="567386" cy="133776"/>
            </a:xfrm>
            <a:prstGeom prst="rect">
              <a:avLst/>
            </a:prstGeom>
            <a:solidFill>
              <a:srgbClr val="FFAF00">
                <a:lumMod val="75000"/>
              </a:srgbClr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69681" tIns="34840" rIns="69681" bIns="34840" numCol="1" anchor="ctr" anchorCtr="0" compatLnSpc="1">
              <a:prstTxWarp prst="textNoShape">
                <a:avLst/>
              </a:prstTxWarp>
            </a:bodyPr>
            <a:lstStyle/>
            <a:p>
              <a:pPr algn="ctr" defTabSz="464492">
                <a:defRPr/>
              </a:pPr>
              <a:endParaRPr lang="en-US" sz="813" kern="0">
                <a:solidFill>
                  <a:srgbClr val="4B4B4B">
                    <a:lumMod val="50000"/>
                  </a:srgbClr>
                </a:solidFill>
                <a:latin typeface="Calibri"/>
              </a:endParaRPr>
            </a:p>
          </p:txBody>
        </p:sp>
        <p:sp>
          <p:nvSpPr>
            <p:cNvPr id="1228" name="Rectangle 29">
              <a:extLst>
                <a:ext uri="{FF2B5EF4-FFF2-40B4-BE49-F238E27FC236}">
                  <a16:creationId xmlns:a16="http://schemas.microsoft.com/office/drawing/2014/main" id="{175C10B3-1460-97CE-1528-8C93389A4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7763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  <p:sp>
          <p:nvSpPr>
            <p:cNvPr id="1229" name="Rectangle 29">
              <a:extLst>
                <a:ext uri="{FF2B5EF4-FFF2-40B4-BE49-F238E27FC236}">
                  <a16:creationId xmlns:a16="http://schemas.microsoft.com/office/drawing/2014/main" id="{2E5B9CEB-9F66-F345-DD46-9B3D87686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769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</p:grpSp>
      <p:grpSp>
        <p:nvGrpSpPr>
          <p:cNvPr id="1230" name="Group 1229">
            <a:extLst>
              <a:ext uri="{FF2B5EF4-FFF2-40B4-BE49-F238E27FC236}">
                <a16:creationId xmlns:a16="http://schemas.microsoft.com/office/drawing/2014/main" id="{EF65217D-6625-F6A2-B67B-D2BE3BD097BA}"/>
              </a:ext>
            </a:extLst>
          </p:cNvPr>
          <p:cNvGrpSpPr/>
          <p:nvPr/>
        </p:nvGrpSpPr>
        <p:grpSpPr>
          <a:xfrm>
            <a:off x="4706505" y="6106196"/>
            <a:ext cx="1029166" cy="71625"/>
            <a:chOff x="3595799" y="4960156"/>
            <a:chExt cx="1012906" cy="70493"/>
          </a:xfrm>
        </p:grpSpPr>
        <p:cxnSp>
          <p:nvCxnSpPr>
            <p:cNvPr id="1231" name="Straight Arrow Connector 1230">
              <a:extLst>
                <a:ext uri="{FF2B5EF4-FFF2-40B4-BE49-F238E27FC236}">
                  <a16:creationId xmlns:a16="http://schemas.microsoft.com/office/drawing/2014/main" id="{2B8AAF9D-FD55-8549-34A3-B9AC9A4BAB37}"/>
                </a:ext>
              </a:extLst>
            </p:cNvPr>
            <p:cNvCxnSpPr>
              <a:cxnSpLocks/>
              <a:stCxn id="288" idx="1"/>
              <a:endCxn id="1235" idx="3"/>
            </p:cNvCxnSpPr>
            <p:nvPr/>
          </p:nvCxnSpPr>
          <p:spPr>
            <a:xfrm flipH="1">
              <a:off x="4152522" y="4969811"/>
              <a:ext cx="456183" cy="2480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2" name="Straight Arrow Connector 1231">
              <a:extLst>
                <a:ext uri="{FF2B5EF4-FFF2-40B4-BE49-F238E27FC236}">
                  <a16:creationId xmlns:a16="http://schemas.microsoft.com/office/drawing/2014/main" id="{764EAF00-8C2A-C3F1-C9B4-21C2AFB81379}"/>
                </a:ext>
              </a:extLst>
            </p:cNvPr>
            <p:cNvCxnSpPr>
              <a:cxnSpLocks/>
              <a:stCxn id="1236" idx="1"/>
              <a:endCxn id="236" idx="3"/>
            </p:cNvCxnSpPr>
            <p:nvPr/>
          </p:nvCxnSpPr>
          <p:spPr>
            <a:xfrm flipH="1" flipV="1">
              <a:off x="3595799" y="4973354"/>
              <a:ext cx="289632" cy="21266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33" name="Group 1232">
              <a:extLst>
                <a:ext uri="{FF2B5EF4-FFF2-40B4-BE49-F238E27FC236}">
                  <a16:creationId xmlns:a16="http://schemas.microsoft.com/office/drawing/2014/main" id="{8E8FFF46-3E7B-CE90-5CAC-D4E426F9F79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34" name="Rectangle 25">
                <a:extLst>
                  <a:ext uri="{FF2B5EF4-FFF2-40B4-BE49-F238E27FC236}">
                    <a16:creationId xmlns:a16="http://schemas.microsoft.com/office/drawing/2014/main" id="{F5ECAA2A-D648-3637-4482-0E316C0495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35" name="Rectangle 29">
                <a:extLst>
                  <a:ext uri="{FF2B5EF4-FFF2-40B4-BE49-F238E27FC236}">
                    <a16:creationId xmlns:a16="http://schemas.microsoft.com/office/drawing/2014/main" id="{80E42CA9-4ECD-823E-C1DF-82D179FBBE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36" name="Rectangle 29">
                <a:extLst>
                  <a:ext uri="{FF2B5EF4-FFF2-40B4-BE49-F238E27FC236}">
                    <a16:creationId xmlns:a16="http://schemas.microsoft.com/office/drawing/2014/main" id="{DAE046EC-8478-41CE-744A-5BF8BBAE49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37" name="Group 1236">
            <a:extLst>
              <a:ext uri="{FF2B5EF4-FFF2-40B4-BE49-F238E27FC236}">
                <a16:creationId xmlns:a16="http://schemas.microsoft.com/office/drawing/2014/main" id="{FB3E937E-890D-28FA-324E-E26B37F91F7E}"/>
              </a:ext>
            </a:extLst>
          </p:cNvPr>
          <p:cNvGrpSpPr/>
          <p:nvPr/>
        </p:nvGrpSpPr>
        <p:grpSpPr>
          <a:xfrm>
            <a:off x="6580618" y="6095623"/>
            <a:ext cx="1049124" cy="71625"/>
            <a:chOff x="3490493" y="4960156"/>
            <a:chExt cx="1032550" cy="70493"/>
          </a:xfrm>
        </p:grpSpPr>
        <p:cxnSp>
          <p:nvCxnSpPr>
            <p:cNvPr id="1238" name="Straight Arrow Connector 1237">
              <a:extLst>
                <a:ext uri="{FF2B5EF4-FFF2-40B4-BE49-F238E27FC236}">
                  <a16:creationId xmlns:a16="http://schemas.microsoft.com/office/drawing/2014/main" id="{045EE371-E65B-AF61-0EAC-E85BB7EC55FD}"/>
                </a:ext>
              </a:extLst>
            </p:cNvPr>
            <p:cNvCxnSpPr>
              <a:cxnSpLocks/>
              <a:stCxn id="349" idx="3"/>
              <a:endCxn id="1242" idx="3"/>
            </p:cNvCxnSpPr>
            <p:nvPr/>
          </p:nvCxnSpPr>
          <p:spPr>
            <a:xfrm flipH="1">
              <a:off x="4152522" y="4986541"/>
              <a:ext cx="370521" cy="807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9" name="Straight Arrow Connector 1238">
              <a:extLst>
                <a:ext uri="{FF2B5EF4-FFF2-40B4-BE49-F238E27FC236}">
                  <a16:creationId xmlns:a16="http://schemas.microsoft.com/office/drawing/2014/main" id="{986DE6CA-5017-D56F-C020-0308A883A2E0}"/>
                </a:ext>
              </a:extLst>
            </p:cNvPr>
            <p:cNvCxnSpPr>
              <a:cxnSpLocks/>
              <a:stCxn id="1243" idx="1"/>
              <a:endCxn id="327" idx="3"/>
            </p:cNvCxnSpPr>
            <p:nvPr/>
          </p:nvCxnSpPr>
          <p:spPr>
            <a:xfrm flipH="1" flipV="1">
              <a:off x="3490493" y="4980219"/>
              <a:ext cx="394937" cy="14401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0" name="Group 1239">
              <a:extLst>
                <a:ext uri="{FF2B5EF4-FFF2-40B4-BE49-F238E27FC236}">
                  <a16:creationId xmlns:a16="http://schemas.microsoft.com/office/drawing/2014/main" id="{A367AF08-32D4-4A92-8D8D-87CED508947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1" name="Rectangle 25">
                <a:extLst>
                  <a:ext uri="{FF2B5EF4-FFF2-40B4-BE49-F238E27FC236}">
                    <a16:creationId xmlns:a16="http://schemas.microsoft.com/office/drawing/2014/main" id="{391748A8-BBC4-A050-119C-77A31E054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2" name="Rectangle 29">
                <a:extLst>
                  <a:ext uri="{FF2B5EF4-FFF2-40B4-BE49-F238E27FC236}">
                    <a16:creationId xmlns:a16="http://schemas.microsoft.com/office/drawing/2014/main" id="{598ECB62-900D-A848-2392-7A99A53B95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43" name="Rectangle 29">
                <a:extLst>
                  <a:ext uri="{FF2B5EF4-FFF2-40B4-BE49-F238E27FC236}">
                    <a16:creationId xmlns:a16="http://schemas.microsoft.com/office/drawing/2014/main" id="{BD1301F1-59CA-62C9-6858-73A3F69802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44" name="Group 1243">
            <a:extLst>
              <a:ext uri="{FF2B5EF4-FFF2-40B4-BE49-F238E27FC236}">
                <a16:creationId xmlns:a16="http://schemas.microsoft.com/office/drawing/2014/main" id="{93CF395B-45D1-2F41-9785-4D4C579A0089}"/>
              </a:ext>
            </a:extLst>
          </p:cNvPr>
          <p:cNvGrpSpPr/>
          <p:nvPr/>
        </p:nvGrpSpPr>
        <p:grpSpPr>
          <a:xfrm>
            <a:off x="8425121" y="6109337"/>
            <a:ext cx="1594744" cy="71625"/>
            <a:chOff x="3602868" y="4960156"/>
            <a:chExt cx="1569549" cy="70493"/>
          </a:xfrm>
        </p:grpSpPr>
        <p:cxnSp>
          <p:nvCxnSpPr>
            <p:cNvPr id="1245" name="Straight Arrow Connector 1244">
              <a:extLst>
                <a:ext uri="{FF2B5EF4-FFF2-40B4-BE49-F238E27FC236}">
                  <a16:creationId xmlns:a16="http://schemas.microsoft.com/office/drawing/2014/main" id="{67494AF2-BD4B-2243-78C3-864268F60E1E}"/>
                </a:ext>
              </a:extLst>
            </p:cNvPr>
            <p:cNvCxnSpPr>
              <a:cxnSpLocks/>
              <a:stCxn id="927" idx="1"/>
              <a:endCxn id="1249" idx="3"/>
            </p:cNvCxnSpPr>
            <p:nvPr/>
          </p:nvCxnSpPr>
          <p:spPr>
            <a:xfrm flipH="1">
              <a:off x="4152522" y="4962044"/>
              <a:ext cx="1019895" cy="3257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46" name="Straight Arrow Connector 1245">
              <a:extLst>
                <a:ext uri="{FF2B5EF4-FFF2-40B4-BE49-F238E27FC236}">
                  <a16:creationId xmlns:a16="http://schemas.microsoft.com/office/drawing/2014/main" id="{3526EE3A-E82A-0A01-84B6-AFEEBBAAD78F}"/>
                </a:ext>
              </a:extLst>
            </p:cNvPr>
            <p:cNvCxnSpPr>
              <a:cxnSpLocks/>
              <a:stCxn id="1250" idx="1"/>
              <a:endCxn id="359" idx="3"/>
            </p:cNvCxnSpPr>
            <p:nvPr/>
          </p:nvCxnSpPr>
          <p:spPr>
            <a:xfrm flipH="1" flipV="1">
              <a:off x="3602868" y="4967725"/>
              <a:ext cx="282563" cy="2689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7" name="Group 1246">
              <a:extLst>
                <a:ext uri="{FF2B5EF4-FFF2-40B4-BE49-F238E27FC236}">
                  <a16:creationId xmlns:a16="http://schemas.microsoft.com/office/drawing/2014/main" id="{ADBEEBB2-B103-1D97-4BB5-DB35CCF6093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8" name="Rectangle 25">
                <a:extLst>
                  <a:ext uri="{FF2B5EF4-FFF2-40B4-BE49-F238E27FC236}">
                    <a16:creationId xmlns:a16="http://schemas.microsoft.com/office/drawing/2014/main" id="{1120CA94-F418-CB16-79E4-E366FC32AA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9" name="Rectangle 29">
                <a:extLst>
                  <a:ext uri="{FF2B5EF4-FFF2-40B4-BE49-F238E27FC236}">
                    <a16:creationId xmlns:a16="http://schemas.microsoft.com/office/drawing/2014/main" id="{D0FCB1B8-9984-29DD-4069-9D2BE4C309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50" name="Rectangle 29">
                <a:extLst>
                  <a:ext uri="{FF2B5EF4-FFF2-40B4-BE49-F238E27FC236}">
                    <a16:creationId xmlns:a16="http://schemas.microsoft.com/office/drawing/2014/main" id="{9CBE1CCF-79EC-6E18-E042-92EB9C1F58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51" name="Group 254">
            <a:extLst>
              <a:ext uri="{FF2B5EF4-FFF2-40B4-BE49-F238E27FC236}">
                <a16:creationId xmlns:a16="http://schemas.microsoft.com/office/drawing/2014/main" id="{696C91CA-0C0E-DE5C-CC8E-03A508593045}"/>
              </a:ext>
            </a:extLst>
          </p:cNvPr>
          <p:cNvGrpSpPr>
            <a:grpSpLocks noChangeAspect="1"/>
          </p:cNvGrpSpPr>
          <p:nvPr/>
        </p:nvGrpSpPr>
        <p:grpSpPr>
          <a:xfrm>
            <a:off x="4417264" y="3838625"/>
            <a:ext cx="280226" cy="161260"/>
            <a:chOff x="8421867" y="1904979"/>
            <a:chExt cx="347879" cy="255573"/>
          </a:xfrm>
        </p:grpSpPr>
        <p:sp>
          <p:nvSpPr>
            <p:cNvPr id="1252" name="Rectangle 60">
              <a:extLst>
                <a:ext uri="{FF2B5EF4-FFF2-40B4-BE49-F238E27FC236}">
                  <a16:creationId xmlns:a16="http://schemas.microsoft.com/office/drawing/2014/main" id="{6C011C97-6E01-7F0B-F792-535CB6AAB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53" name="Group 719">
              <a:extLst>
                <a:ext uri="{FF2B5EF4-FFF2-40B4-BE49-F238E27FC236}">
                  <a16:creationId xmlns:a16="http://schemas.microsoft.com/office/drawing/2014/main" id="{9EBD6E1A-1A7D-76EB-4677-436E736FAF0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55" name="Straight Connector 1254">
                <a:extLst>
                  <a:ext uri="{FF2B5EF4-FFF2-40B4-BE49-F238E27FC236}">
                    <a16:creationId xmlns:a16="http://schemas.microsoft.com/office/drawing/2014/main" id="{40125DA9-FDCC-0786-3CFA-04E3A43ADA9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6" name="Straight Connector 1255">
                <a:extLst>
                  <a:ext uri="{FF2B5EF4-FFF2-40B4-BE49-F238E27FC236}">
                    <a16:creationId xmlns:a16="http://schemas.microsoft.com/office/drawing/2014/main" id="{A2876343-4F8D-D63C-3597-008D41453E5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7" name="Straight Connector 1256">
                <a:extLst>
                  <a:ext uri="{FF2B5EF4-FFF2-40B4-BE49-F238E27FC236}">
                    <a16:creationId xmlns:a16="http://schemas.microsoft.com/office/drawing/2014/main" id="{773B29C4-E3C0-7D32-33F6-76724721B08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8" name="Straight Connector 1257">
                <a:extLst>
                  <a:ext uri="{FF2B5EF4-FFF2-40B4-BE49-F238E27FC236}">
                    <a16:creationId xmlns:a16="http://schemas.microsoft.com/office/drawing/2014/main" id="{9E9C81E4-51CB-1878-C0F8-F8C34B8DFF0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54" name="Trapezoid 798">
              <a:extLst>
                <a:ext uri="{FF2B5EF4-FFF2-40B4-BE49-F238E27FC236}">
                  <a16:creationId xmlns:a16="http://schemas.microsoft.com/office/drawing/2014/main" id="{B0EC049D-1980-8596-A458-B1432823E30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59" name="Rectangle 25">
            <a:extLst>
              <a:ext uri="{FF2B5EF4-FFF2-40B4-BE49-F238E27FC236}">
                <a16:creationId xmlns:a16="http://schemas.microsoft.com/office/drawing/2014/main" id="{41F0FA8F-BCAD-E370-D3A1-1272E36DA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397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60" name="Straight Arrow Connector 1259">
            <a:extLst>
              <a:ext uri="{FF2B5EF4-FFF2-40B4-BE49-F238E27FC236}">
                <a16:creationId xmlns:a16="http://schemas.microsoft.com/office/drawing/2014/main" id="{03304CF0-6276-8F24-30F8-213F28524AC2}"/>
              </a:ext>
            </a:extLst>
          </p:cNvPr>
          <p:cNvCxnSpPr>
            <a:cxnSpLocks/>
            <a:stCxn id="1265" idx="1"/>
            <a:endCxn id="1263" idx="6"/>
          </p:cNvCxnSpPr>
          <p:nvPr/>
        </p:nvCxnSpPr>
        <p:spPr>
          <a:xfrm flipH="1" flipV="1">
            <a:off x="4359187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1" name="Rectangle 29">
            <a:extLst>
              <a:ext uri="{FF2B5EF4-FFF2-40B4-BE49-F238E27FC236}">
                <a16:creationId xmlns:a16="http://schemas.microsoft.com/office/drawing/2014/main" id="{C8C53519-91A9-58BA-6971-705A13ACC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638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62" name="Straight Arrow Connector 1261">
            <a:extLst>
              <a:ext uri="{FF2B5EF4-FFF2-40B4-BE49-F238E27FC236}">
                <a16:creationId xmlns:a16="http://schemas.microsoft.com/office/drawing/2014/main" id="{36846066-0D21-ED60-3CEE-9981193C65FE}"/>
              </a:ext>
            </a:extLst>
          </p:cNvPr>
          <p:cNvCxnSpPr>
            <a:cxnSpLocks/>
            <a:stCxn id="1261" idx="2"/>
            <a:endCxn id="991" idx="3"/>
          </p:cNvCxnSpPr>
          <p:nvPr/>
        </p:nvCxnSpPr>
        <p:spPr>
          <a:xfrm flipH="1">
            <a:off x="4128853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3" name="Rectangle 29">
            <a:extLst>
              <a:ext uri="{FF2B5EF4-FFF2-40B4-BE49-F238E27FC236}">
                <a16:creationId xmlns:a16="http://schemas.microsoft.com/office/drawing/2014/main" id="{5AC52FD9-3F4B-C8E8-5BE6-46C3CE325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105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264" name="Group 1263">
            <a:extLst>
              <a:ext uri="{FF2B5EF4-FFF2-40B4-BE49-F238E27FC236}">
                <a16:creationId xmlns:a16="http://schemas.microsoft.com/office/drawing/2014/main" id="{022F453A-0FA9-C201-4C9B-66D2CE6D41CB}"/>
              </a:ext>
            </a:extLst>
          </p:cNvPr>
          <p:cNvGrpSpPr/>
          <p:nvPr/>
        </p:nvGrpSpPr>
        <p:grpSpPr>
          <a:xfrm>
            <a:off x="4417318" y="3501234"/>
            <a:ext cx="276281" cy="173735"/>
            <a:chOff x="3417117" y="2447654"/>
            <a:chExt cx="362556" cy="227987"/>
          </a:xfrm>
        </p:grpSpPr>
        <p:sp>
          <p:nvSpPr>
            <p:cNvPr id="1265" name="Rectangle 1264">
              <a:extLst>
                <a:ext uri="{FF2B5EF4-FFF2-40B4-BE49-F238E27FC236}">
                  <a16:creationId xmlns:a16="http://schemas.microsoft.com/office/drawing/2014/main" id="{A93AFE53-B686-E4DB-437B-DF8FA7FA4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66" name="Oval 1265">
              <a:extLst>
                <a:ext uri="{FF2B5EF4-FFF2-40B4-BE49-F238E27FC236}">
                  <a16:creationId xmlns:a16="http://schemas.microsoft.com/office/drawing/2014/main" id="{1D2A61AE-98CD-9E50-E873-56D4A0A440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7" name="Trapezoid 849">
              <a:extLst>
                <a:ext uri="{FF2B5EF4-FFF2-40B4-BE49-F238E27FC236}">
                  <a16:creationId xmlns:a16="http://schemas.microsoft.com/office/drawing/2014/main" id="{488A3F27-C49E-F546-09E3-76EDA6069AA2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68" name="Straight Arrow Connector 1267">
            <a:extLst>
              <a:ext uri="{FF2B5EF4-FFF2-40B4-BE49-F238E27FC236}">
                <a16:creationId xmlns:a16="http://schemas.microsoft.com/office/drawing/2014/main" id="{299A1AF9-C120-113F-A721-A9242806D064}"/>
              </a:ext>
            </a:extLst>
          </p:cNvPr>
          <p:cNvCxnSpPr>
            <a:cxnSpLocks/>
            <a:stCxn id="1102" idx="3"/>
            <a:endCxn id="991" idx="0"/>
          </p:cNvCxnSpPr>
          <p:nvPr/>
        </p:nvCxnSpPr>
        <p:spPr>
          <a:xfrm flipH="1">
            <a:off x="3990712" y="3227932"/>
            <a:ext cx="1493606" cy="27172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69" name="Group 254">
            <a:extLst>
              <a:ext uri="{FF2B5EF4-FFF2-40B4-BE49-F238E27FC236}">
                <a16:creationId xmlns:a16="http://schemas.microsoft.com/office/drawing/2014/main" id="{B49779C2-0D4F-D373-4CC1-EE490CBECDAA}"/>
              </a:ext>
            </a:extLst>
          </p:cNvPr>
          <p:cNvGrpSpPr>
            <a:grpSpLocks noChangeAspect="1"/>
          </p:cNvGrpSpPr>
          <p:nvPr/>
        </p:nvGrpSpPr>
        <p:grpSpPr>
          <a:xfrm>
            <a:off x="7575569" y="3850494"/>
            <a:ext cx="280226" cy="161260"/>
            <a:chOff x="8421867" y="1904979"/>
            <a:chExt cx="347879" cy="255573"/>
          </a:xfrm>
        </p:grpSpPr>
        <p:sp>
          <p:nvSpPr>
            <p:cNvPr id="1270" name="Rectangle 60">
              <a:extLst>
                <a:ext uri="{FF2B5EF4-FFF2-40B4-BE49-F238E27FC236}">
                  <a16:creationId xmlns:a16="http://schemas.microsoft.com/office/drawing/2014/main" id="{6A261004-823B-2D6C-C3E6-75963BDA0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71" name="Group 719">
              <a:extLst>
                <a:ext uri="{FF2B5EF4-FFF2-40B4-BE49-F238E27FC236}">
                  <a16:creationId xmlns:a16="http://schemas.microsoft.com/office/drawing/2014/main" id="{48A036C5-3F29-9C30-2A1B-1A27EE44A903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73" name="Straight Connector 1272">
                <a:extLst>
                  <a:ext uri="{FF2B5EF4-FFF2-40B4-BE49-F238E27FC236}">
                    <a16:creationId xmlns:a16="http://schemas.microsoft.com/office/drawing/2014/main" id="{C57308C5-9790-999F-5C8B-1FCBE19ED6B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4" name="Straight Connector 1273">
                <a:extLst>
                  <a:ext uri="{FF2B5EF4-FFF2-40B4-BE49-F238E27FC236}">
                    <a16:creationId xmlns:a16="http://schemas.microsoft.com/office/drawing/2014/main" id="{3928E458-E39E-F8CD-C7B7-741327689AB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5" name="Straight Connector 1274">
                <a:extLst>
                  <a:ext uri="{FF2B5EF4-FFF2-40B4-BE49-F238E27FC236}">
                    <a16:creationId xmlns:a16="http://schemas.microsoft.com/office/drawing/2014/main" id="{C123A877-873C-DBCA-BE7A-34EEB7F2873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6" name="Straight Connector 1275">
                <a:extLst>
                  <a:ext uri="{FF2B5EF4-FFF2-40B4-BE49-F238E27FC236}">
                    <a16:creationId xmlns:a16="http://schemas.microsoft.com/office/drawing/2014/main" id="{A58FA2E1-523D-E22B-8EA5-621AD1B2775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72" name="Trapezoid 853">
              <a:extLst>
                <a:ext uri="{FF2B5EF4-FFF2-40B4-BE49-F238E27FC236}">
                  <a16:creationId xmlns:a16="http://schemas.microsoft.com/office/drawing/2014/main" id="{9A17BC00-34EE-AEBF-02B5-FBA6C2EB832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77" name="Group 1276">
            <a:extLst>
              <a:ext uri="{FF2B5EF4-FFF2-40B4-BE49-F238E27FC236}">
                <a16:creationId xmlns:a16="http://schemas.microsoft.com/office/drawing/2014/main" id="{0A67B0E1-605E-F26D-9EF2-B0E28773F5DF}"/>
              </a:ext>
            </a:extLst>
          </p:cNvPr>
          <p:cNvGrpSpPr/>
          <p:nvPr/>
        </p:nvGrpSpPr>
        <p:grpSpPr>
          <a:xfrm>
            <a:off x="7572492" y="3498108"/>
            <a:ext cx="276281" cy="173735"/>
            <a:chOff x="3417117" y="2447654"/>
            <a:chExt cx="362556" cy="227987"/>
          </a:xfrm>
        </p:grpSpPr>
        <p:sp>
          <p:nvSpPr>
            <p:cNvPr id="1278" name="Rectangle 1277">
              <a:extLst>
                <a:ext uri="{FF2B5EF4-FFF2-40B4-BE49-F238E27FC236}">
                  <a16:creationId xmlns:a16="http://schemas.microsoft.com/office/drawing/2014/main" id="{C6B3EB0C-BE60-4001-9FC3-CFD665808A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79" name="Oval 1278">
              <a:extLst>
                <a:ext uri="{FF2B5EF4-FFF2-40B4-BE49-F238E27FC236}">
                  <a16:creationId xmlns:a16="http://schemas.microsoft.com/office/drawing/2014/main" id="{3C4CC521-409C-BEF6-C7CE-86884300B5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80" name="Trapezoid 861">
              <a:extLst>
                <a:ext uri="{FF2B5EF4-FFF2-40B4-BE49-F238E27FC236}">
                  <a16:creationId xmlns:a16="http://schemas.microsoft.com/office/drawing/2014/main" id="{4D830388-5C51-CE64-9A56-186C9AF122A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81" name="Rectangle 25">
            <a:extLst>
              <a:ext uri="{FF2B5EF4-FFF2-40B4-BE49-F238E27FC236}">
                <a16:creationId xmlns:a16="http://schemas.microsoft.com/office/drawing/2014/main" id="{04055D6A-A2F6-B9D7-652F-4640E77BF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6526" y="3538880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82" name="Straight Arrow Connector 1281">
            <a:extLst>
              <a:ext uri="{FF2B5EF4-FFF2-40B4-BE49-F238E27FC236}">
                <a16:creationId xmlns:a16="http://schemas.microsoft.com/office/drawing/2014/main" id="{3B933583-D6A2-C4CA-1A6D-ADAB9F5A781E}"/>
              </a:ext>
            </a:extLst>
          </p:cNvPr>
          <p:cNvCxnSpPr>
            <a:cxnSpLocks/>
            <a:stCxn id="1018" idx="1"/>
            <a:endCxn id="1285" idx="6"/>
          </p:cNvCxnSpPr>
          <p:nvPr/>
        </p:nvCxnSpPr>
        <p:spPr>
          <a:xfrm flipH="1">
            <a:off x="8091744" y="3581673"/>
            <a:ext cx="61570" cy="434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3" name="Rectangle 29">
            <a:extLst>
              <a:ext uri="{FF2B5EF4-FFF2-40B4-BE49-F238E27FC236}">
                <a16:creationId xmlns:a16="http://schemas.microsoft.com/office/drawing/2014/main" id="{C14E92EE-3535-B76B-6A1B-76BC78A5E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8939" y="355479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4" name="Straight Arrow Connector 1283">
            <a:extLst>
              <a:ext uri="{FF2B5EF4-FFF2-40B4-BE49-F238E27FC236}">
                <a16:creationId xmlns:a16="http://schemas.microsoft.com/office/drawing/2014/main" id="{54DA20C7-BC0B-2972-3D2F-E91DA3EACD13}"/>
              </a:ext>
            </a:extLst>
          </p:cNvPr>
          <p:cNvCxnSpPr>
            <a:cxnSpLocks/>
            <a:stCxn id="1283" idx="2"/>
            <a:endCxn id="1278" idx="3"/>
          </p:cNvCxnSpPr>
          <p:nvPr/>
        </p:nvCxnSpPr>
        <p:spPr>
          <a:xfrm flipH="1">
            <a:off x="7848773" y="3584507"/>
            <a:ext cx="50166" cy="46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5" name="Rectangle 29">
            <a:extLst>
              <a:ext uri="{FF2B5EF4-FFF2-40B4-BE49-F238E27FC236}">
                <a16:creationId xmlns:a16="http://schemas.microsoft.com/office/drawing/2014/main" id="{5163881E-9586-06C5-CFEC-2CFD97757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6662" y="35563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6" name="Straight Arrow Connector 1285">
            <a:extLst>
              <a:ext uri="{FF2B5EF4-FFF2-40B4-BE49-F238E27FC236}">
                <a16:creationId xmlns:a16="http://schemas.microsoft.com/office/drawing/2014/main" id="{BA3E3114-E5EA-DD0A-9422-308E44D2D5D2}"/>
              </a:ext>
            </a:extLst>
          </p:cNvPr>
          <p:cNvCxnSpPr>
            <a:cxnSpLocks/>
            <a:stCxn id="1018" idx="0"/>
            <a:endCxn id="1104" idx="5"/>
          </p:cNvCxnSpPr>
          <p:nvPr/>
        </p:nvCxnSpPr>
        <p:spPr>
          <a:xfrm flipH="1" flipV="1">
            <a:off x="6756438" y="3227933"/>
            <a:ext cx="1535016" cy="26687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87" name="Group 1286">
            <a:extLst>
              <a:ext uri="{FF2B5EF4-FFF2-40B4-BE49-F238E27FC236}">
                <a16:creationId xmlns:a16="http://schemas.microsoft.com/office/drawing/2014/main" id="{21967212-3AF6-FF57-2F0F-073D651E4A99}"/>
              </a:ext>
            </a:extLst>
          </p:cNvPr>
          <p:cNvGrpSpPr/>
          <p:nvPr/>
        </p:nvGrpSpPr>
        <p:grpSpPr>
          <a:xfrm>
            <a:off x="5730192" y="3499658"/>
            <a:ext cx="276281" cy="173735"/>
            <a:chOff x="3417117" y="2447654"/>
            <a:chExt cx="362556" cy="227987"/>
          </a:xfrm>
        </p:grpSpPr>
        <p:sp>
          <p:nvSpPr>
            <p:cNvPr id="1288" name="Rectangle 1287">
              <a:extLst>
                <a:ext uri="{FF2B5EF4-FFF2-40B4-BE49-F238E27FC236}">
                  <a16:creationId xmlns:a16="http://schemas.microsoft.com/office/drawing/2014/main" id="{983F8AA1-173A-80F8-2C3D-3FEB465B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89" name="Oval 1288">
              <a:extLst>
                <a:ext uri="{FF2B5EF4-FFF2-40B4-BE49-F238E27FC236}">
                  <a16:creationId xmlns:a16="http://schemas.microsoft.com/office/drawing/2014/main" id="{F54AB665-64D4-5A68-455B-B5013AED1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0" name="Trapezoid 613">
              <a:extLst>
                <a:ext uri="{FF2B5EF4-FFF2-40B4-BE49-F238E27FC236}">
                  <a16:creationId xmlns:a16="http://schemas.microsoft.com/office/drawing/2014/main" id="{A864B852-D1E0-FDB5-33B2-9B0E1832F498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91" name="Straight Arrow Connector 1290">
            <a:extLst>
              <a:ext uri="{FF2B5EF4-FFF2-40B4-BE49-F238E27FC236}">
                <a16:creationId xmlns:a16="http://schemas.microsoft.com/office/drawing/2014/main" id="{51A10644-FD79-1880-8125-290BA5D3B908}"/>
              </a:ext>
            </a:extLst>
          </p:cNvPr>
          <p:cNvCxnSpPr>
            <a:cxnSpLocks/>
            <a:endCxn id="1288" idx="3"/>
          </p:cNvCxnSpPr>
          <p:nvPr/>
        </p:nvCxnSpPr>
        <p:spPr>
          <a:xfrm flipH="1" flipV="1">
            <a:off x="600647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1292" name="Group 254">
            <a:extLst>
              <a:ext uri="{FF2B5EF4-FFF2-40B4-BE49-F238E27FC236}">
                <a16:creationId xmlns:a16="http://schemas.microsoft.com/office/drawing/2014/main" id="{1DB12D57-13C9-528D-08A5-22949FE30423}"/>
              </a:ext>
            </a:extLst>
          </p:cNvPr>
          <p:cNvGrpSpPr>
            <a:grpSpLocks noChangeAspect="1"/>
          </p:cNvGrpSpPr>
          <p:nvPr/>
        </p:nvGrpSpPr>
        <p:grpSpPr>
          <a:xfrm>
            <a:off x="5726877" y="3867267"/>
            <a:ext cx="280226" cy="161260"/>
            <a:chOff x="8421867" y="1904979"/>
            <a:chExt cx="347879" cy="255573"/>
          </a:xfrm>
        </p:grpSpPr>
        <p:sp>
          <p:nvSpPr>
            <p:cNvPr id="1293" name="Rectangle 60">
              <a:extLst>
                <a:ext uri="{FF2B5EF4-FFF2-40B4-BE49-F238E27FC236}">
                  <a16:creationId xmlns:a16="http://schemas.microsoft.com/office/drawing/2014/main" id="{91AD5059-F216-6C06-452B-A81209CF3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94" name="Group 719">
              <a:extLst>
                <a:ext uri="{FF2B5EF4-FFF2-40B4-BE49-F238E27FC236}">
                  <a16:creationId xmlns:a16="http://schemas.microsoft.com/office/drawing/2014/main" id="{C8D47385-77D3-1205-9456-468AF8582A7B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96" name="Straight Connector 1295">
                <a:extLst>
                  <a:ext uri="{FF2B5EF4-FFF2-40B4-BE49-F238E27FC236}">
                    <a16:creationId xmlns:a16="http://schemas.microsoft.com/office/drawing/2014/main" id="{13644975-A21F-064E-81B7-8281241266A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7" name="Straight Connector 1296">
                <a:extLst>
                  <a:ext uri="{FF2B5EF4-FFF2-40B4-BE49-F238E27FC236}">
                    <a16:creationId xmlns:a16="http://schemas.microsoft.com/office/drawing/2014/main" id="{212C4F49-3DDE-2A0F-2E63-F57AFB2DEBD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8" name="Straight Connector 1297">
                <a:extLst>
                  <a:ext uri="{FF2B5EF4-FFF2-40B4-BE49-F238E27FC236}">
                    <a16:creationId xmlns:a16="http://schemas.microsoft.com/office/drawing/2014/main" id="{9D0346E1-5614-E5F4-43FD-4B5EB1EBB26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9" name="Straight Connector 1298">
                <a:extLst>
                  <a:ext uri="{FF2B5EF4-FFF2-40B4-BE49-F238E27FC236}">
                    <a16:creationId xmlns:a16="http://schemas.microsoft.com/office/drawing/2014/main" id="{09994942-1820-3A4C-EDA2-239EC6DCC73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95" name="Trapezoid 136">
              <a:extLst>
                <a:ext uri="{FF2B5EF4-FFF2-40B4-BE49-F238E27FC236}">
                  <a16:creationId xmlns:a16="http://schemas.microsoft.com/office/drawing/2014/main" id="{B4FEF90E-6211-903A-6E02-57395AC96602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01" name="Group 254">
            <a:extLst>
              <a:ext uri="{FF2B5EF4-FFF2-40B4-BE49-F238E27FC236}">
                <a16:creationId xmlns:a16="http://schemas.microsoft.com/office/drawing/2014/main" id="{C23A04B9-9A7C-41FD-428E-2665522166DC}"/>
              </a:ext>
            </a:extLst>
          </p:cNvPr>
          <p:cNvGrpSpPr>
            <a:grpSpLocks noChangeAspect="1"/>
          </p:cNvGrpSpPr>
          <p:nvPr/>
        </p:nvGrpSpPr>
        <p:grpSpPr>
          <a:xfrm>
            <a:off x="6294884" y="3838625"/>
            <a:ext cx="280226" cy="161260"/>
            <a:chOff x="8421867" y="1904979"/>
            <a:chExt cx="347879" cy="255573"/>
          </a:xfrm>
        </p:grpSpPr>
        <p:sp>
          <p:nvSpPr>
            <p:cNvPr id="1302" name="Rectangle 60">
              <a:extLst>
                <a:ext uri="{FF2B5EF4-FFF2-40B4-BE49-F238E27FC236}">
                  <a16:creationId xmlns:a16="http://schemas.microsoft.com/office/drawing/2014/main" id="{AD855E34-E9D0-3417-A098-10131A16A7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03" name="Group 719">
              <a:extLst>
                <a:ext uri="{FF2B5EF4-FFF2-40B4-BE49-F238E27FC236}">
                  <a16:creationId xmlns:a16="http://schemas.microsoft.com/office/drawing/2014/main" id="{D54312B3-C2CC-8346-B2D9-B5134E92163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05" name="Straight Connector 1304">
                <a:extLst>
                  <a:ext uri="{FF2B5EF4-FFF2-40B4-BE49-F238E27FC236}">
                    <a16:creationId xmlns:a16="http://schemas.microsoft.com/office/drawing/2014/main" id="{BF50AF89-F6FF-3200-449D-C778FFD742B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6" name="Straight Connector 1305">
                <a:extLst>
                  <a:ext uri="{FF2B5EF4-FFF2-40B4-BE49-F238E27FC236}">
                    <a16:creationId xmlns:a16="http://schemas.microsoft.com/office/drawing/2014/main" id="{1E8A1668-A2C5-B24C-28C1-0D0130B8F04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7" name="Straight Connector 1306">
                <a:extLst>
                  <a:ext uri="{FF2B5EF4-FFF2-40B4-BE49-F238E27FC236}">
                    <a16:creationId xmlns:a16="http://schemas.microsoft.com/office/drawing/2014/main" id="{D00BD2C1-632A-C2BE-A998-7D477347E1F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8" name="Straight Connector 1307">
                <a:extLst>
                  <a:ext uri="{FF2B5EF4-FFF2-40B4-BE49-F238E27FC236}">
                    <a16:creationId xmlns:a16="http://schemas.microsoft.com/office/drawing/2014/main" id="{C1EE8956-4568-491C-CE15-82299F1466B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04" name="Trapezoid 798">
              <a:extLst>
                <a:ext uri="{FF2B5EF4-FFF2-40B4-BE49-F238E27FC236}">
                  <a16:creationId xmlns:a16="http://schemas.microsoft.com/office/drawing/2014/main" id="{9E152621-B1E1-3900-D669-4D861E98CE00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09" name="Rectangle 1308">
            <a:extLst>
              <a:ext uri="{FF2B5EF4-FFF2-40B4-BE49-F238E27FC236}">
                <a16:creationId xmlns:a16="http://schemas.microsoft.com/office/drawing/2014/main" id="{013024DA-F24E-222B-65EE-83AC19A94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159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310" name="Straight Arrow Connector 1309">
            <a:extLst>
              <a:ext uri="{FF2B5EF4-FFF2-40B4-BE49-F238E27FC236}">
                <a16:creationId xmlns:a16="http://schemas.microsoft.com/office/drawing/2014/main" id="{DD485209-7D8D-65F3-A72D-8E74A489DD71}"/>
              </a:ext>
            </a:extLst>
          </p:cNvPr>
          <p:cNvCxnSpPr>
            <a:cxnSpLocks/>
            <a:stCxn id="1315" idx="1"/>
            <a:endCxn id="1313" idx="6"/>
          </p:cNvCxnSpPr>
          <p:nvPr/>
        </p:nvCxnSpPr>
        <p:spPr>
          <a:xfrm flipH="1" flipV="1">
            <a:off x="6236808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1" name="Rectangle 29">
            <a:extLst>
              <a:ext uri="{FF2B5EF4-FFF2-40B4-BE49-F238E27FC236}">
                <a16:creationId xmlns:a16="http://schemas.microsoft.com/office/drawing/2014/main" id="{DB618A41-421D-0032-76D7-C0B872D6E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400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312" name="Straight Arrow Connector 1311">
            <a:extLst>
              <a:ext uri="{FF2B5EF4-FFF2-40B4-BE49-F238E27FC236}">
                <a16:creationId xmlns:a16="http://schemas.microsoft.com/office/drawing/2014/main" id="{3434CEC4-5466-1F40-1ABB-D131337DEBFB}"/>
              </a:ext>
            </a:extLst>
          </p:cNvPr>
          <p:cNvCxnSpPr>
            <a:cxnSpLocks/>
            <a:stCxn id="1311" idx="2"/>
            <a:endCxn id="1288" idx="3"/>
          </p:cNvCxnSpPr>
          <p:nvPr/>
        </p:nvCxnSpPr>
        <p:spPr>
          <a:xfrm flipH="1">
            <a:off x="6006474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3" name="Rectangle 29">
            <a:extLst>
              <a:ext uri="{FF2B5EF4-FFF2-40B4-BE49-F238E27FC236}">
                <a16:creationId xmlns:a16="http://schemas.microsoft.com/office/drawing/2014/main" id="{B80D45E8-9966-BF8F-7E02-01C7A4B99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1726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314" name="Group 1313">
            <a:extLst>
              <a:ext uri="{FF2B5EF4-FFF2-40B4-BE49-F238E27FC236}">
                <a16:creationId xmlns:a16="http://schemas.microsoft.com/office/drawing/2014/main" id="{EBF5459C-B1DF-B799-1D2B-AAE9A4C85FFA}"/>
              </a:ext>
            </a:extLst>
          </p:cNvPr>
          <p:cNvGrpSpPr/>
          <p:nvPr/>
        </p:nvGrpSpPr>
        <p:grpSpPr>
          <a:xfrm>
            <a:off x="6294938" y="3501234"/>
            <a:ext cx="276281" cy="173735"/>
            <a:chOff x="3417117" y="2447654"/>
            <a:chExt cx="362556" cy="227987"/>
          </a:xfrm>
        </p:grpSpPr>
        <p:sp>
          <p:nvSpPr>
            <p:cNvPr id="1315" name="Rectangle 1314">
              <a:extLst>
                <a:ext uri="{FF2B5EF4-FFF2-40B4-BE49-F238E27FC236}">
                  <a16:creationId xmlns:a16="http://schemas.microsoft.com/office/drawing/2014/main" id="{6598950E-BAA3-F7C8-455E-8381DCC9B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316" name="Oval 1315">
              <a:extLst>
                <a:ext uri="{FF2B5EF4-FFF2-40B4-BE49-F238E27FC236}">
                  <a16:creationId xmlns:a16="http://schemas.microsoft.com/office/drawing/2014/main" id="{7A27E8C4-C90C-C62A-594A-C7E49C256A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7" name="Trapezoid 849">
              <a:extLst>
                <a:ext uri="{FF2B5EF4-FFF2-40B4-BE49-F238E27FC236}">
                  <a16:creationId xmlns:a16="http://schemas.microsoft.com/office/drawing/2014/main" id="{DF1B3ED4-4281-1FAF-8B29-A5CCD8E0D635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520" name="Rectangle 25">
            <a:extLst>
              <a:ext uri="{FF2B5EF4-FFF2-40B4-BE49-F238E27FC236}">
                <a16:creationId xmlns:a16="http://schemas.microsoft.com/office/drawing/2014/main" id="{EF638441-1D98-7A21-EADF-43F7888D4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811661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1" name="Rectangle 29">
            <a:extLst>
              <a:ext uri="{FF2B5EF4-FFF2-40B4-BE49-F238E27FC236}">
                <a16:creationId xmlns:a16="http://schemas.microsoft.com/office/drawing/2014/main" id="{655501DB-1141-1B8F-999E-D3897AE4A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82680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2" name="Rectangle 135">
            <a:extLst>
              <a:ext uri="{FF2B5EF4-FFF2-40B4-BE49-F238E27FC236}">
                <a16:creationId xmlns:a16="http://schemas.microsoft.com/office/drawing/2014/main" id="{E5F14C2E-9A29-9BD8-9DFB-E4A23E1CB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796978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3" name="Rectangle 29">
            <a:extLst>
              <a:ext uri="{FF2B5EF4-FFF2-40B4-BE49-F238E27FC236}">
                <a16:creationId xmlns:a16="http://schemas.microsoft.com/office/drawing/2014/main" id="{CCA8A042-6B8A-57E9-C1D1-4FD682276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82680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4" name="Rectangle 25">
            <a:extLst>
              <a:ext uri="{FF2B5EF4-FFF2-40B4-BE49-F238E27FC236}">
                <a16:creationId xmlns:a16="http://schemas.microsoft.com/office/drawing/2014/main" id="{FA1017D9-F743-F5A8-70B6-4E31655DB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038911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5" name="Rectangle 29">
            <a:extLst>
              <a:ext uri="{FF2B5EF4-FFF2-40B4-BE49-F238E27FC236}">
                <a16:creationId xmlns:a16="http://schemas.microsoft.com/office/drawing/2014/main" id="{1D3D5FEA-BECB-8174-D27E-19D2C5B04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05405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6" name="Rectangle 135">
            <a:extLst>
              <a:ext uri="{FF2B5EF4-FFF2-40B4-BE49-F238E27FC236}">
                <a16:creationId xmlns:a16="http://schemas.microsoft.com/office/drawing/2014/main" id="{AE69ED61-3464-6C42-E039-EAAA01FAE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024228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7" name="Rectangle 29">
            <a:extLst>
              <a:ext uri="{FF2B5EF4-FFF2-40B4-BE49-F238E27FC236}">
                <a16:creationId xmlns:a16="http://schemas.microsoft.com/office/drawing/2014/main" id="{C9F180E7-C45D-ABE3-55C2-889859BE1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05405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553" name="Straight Connector 1552">
            <a:extLst>
              <a:ext uri="{FF2B5EF4-FFF2-40B4-BE49-F238E27FC236}">
                <a16:creationId xmlns:a16="http://schemas.microsoft.com/office/drawing/2014/main" id="{68183AF4-BE28-AC84-A820-70877BFE4A30}"/>
              </a:ext>
            </a:extLst>
          </p:cNvPr>
          <p:cNvCxnSpPr>
            <a:cxnSpLocks/>
            <a:endCxn id="1259" idx="0"/>
          </p:cNvCxnSpPr>
          <p:nvPr/>
        </p:nvCxnSpPr>
        <p:spPr>
          <a:xfrm flipH="1">
            <a:off x="4265763" y="3249073"/>
            <a:ext cx="1504720" cy="278004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6" name="Straight Connector 1555">
            <a:extLst>
              <a:ext uri="{FF2B5EF4-FFF2-40B4-BE49-F238E27FC236}">
                <a16:creationId xmlns:a16="http://schemas.microsoft.com/office/drawing/2014/main" id="{091ED42A-2F05-6AAE-D6A9-CAF5783877A6}"/>
              </a:ext>
            </a:extLst>
          </p:cNvPr>
          <p:cNvCxnSpPr>
            <a:cxnSpLocks/>
            <a:stCxn id="1281" idx="0"/>
          </p:cNvCxnSpPr>
          <p:nvPr/>
        </p:nvCxnSpPr>
        <p:spPr>
          <a:xfrm flipH="1" flipV="1">
            <a:off x="6442984" y="3249073"/>
            <a:ext cx="1555335" cy="289807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8" name="Straight Connector 1557">
            <a:extLst>
              <a:ext uri="{FF2B5EF4-FFF2-40B4-BE49-F238E27FC236}">
                <a16:creationId xmlns:a16="http://schemas.microsoft.com/office/drawing/2014/main" id="{622DE402-E443-F2F1-912F-1DC10D3F05F2}"/>
              </a:ext>
            </a:extLst>
          </p:cNvPr>
          <p:cNvCxnSpPr>
            <a:cxnSpLocks/>
            <a:stCxn id="1309" idx="0"/>
          </p:cNvCxnSpPr>
          <p:nvPr/>
        </p:nvCxnSpPr>
        <p:spPr>
          <a:xfrm flipH="1" flipV="1">
            <a:off x="6062170" y="3232868"/>
            <a:ext cx="81213" cy="294209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572" name="TextBox 1571">
            <a:extLst>
              <a:ext uri="{FF2B5EF4-FFF2-40B4-BE49-F238E27FC236}">
                <a16:creationId xmlns:a16="http://schemas.microsoft.com/office/drawing/2014/main" id="{FAD80AED-766C-C2CE-600F-3AD792FED3C9}"/>
              </a:ext>
            </a:extLst>
          </p:cNvPr>
          <p:cNvSpPr txBox="1"/>
          <p:nvPr/>
        </p:nvSpPr>
        <p:spPr>
          <a:xfrm>
            <a:off x="10239757" y="135202"/>
            <a:ext cx="859531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855846"/>
            <a:r>
              <a:rPr lang="en-GB" sz="914" dirty="0">
                <a:solidFill>
                  <a:srgbClr val="000000"/>
                </a:solidFill>
                <a:latin typeface="Arial"/>
              </a:rPr>
              <a:t>View change</a:t>
            </a:r>
          </a:p>
        </p:txBody>
      </p:sp>
      <p:cxnSp>
        <p:nvCxnSpPr>
          <p:cNvPr id="1573" name="Straight Connector 1572">
            <a:extLst>
              <a:ext uri="{FF2B5EF4-FFF2-40B4-BE49-F238E27FC236}">
                <a16:creationId xmlns:a16="http://schemas.microsoft.com/office/drawing/2014/main" id="{867AC4BF-0934-993B-EFD7-77F13C2D746D}"/>
              </a:ext>
            </a:extLst>
          </p:cNvPr>
          <p:cNvCxnSpPr>
            <a:cxnSpLocks/>
          </p:cNvCxnSpPr>
          <p:nvPr/>
        </p:nvCxnSpPr>
        <p:spPr>
          <a:xfrm flipH="1" flipV="1">
            <a:off x="9802951" y="239203"/>
            <a:ext cx="395205" cy="1541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B1BD5701-29FD-EAC9-2043-38198FAEA29E}"/>
              </a:ext>
            </a:extLst>
          </p:cNvPr>
          <p:cNvSpPr/>
          <p:nvPr/>
        </p:nvSpPr>
        <p:spPr>
          <a:xfrm>
            <a:off x="3308247" y="5812713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A7F0A2C-FBC5-244C-7652-766D26B984E5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3667021" y="5878748"/>
            <a:ext cx="187817" cy="24085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F1EA92D5-1930-EA1A-E0CC-CFFE7872F4EB}"/>
              </a:ext>
            </a:extLst>
          </p:cNvPr>
          <p:cNvSpPr/>
          <p:nvPr/>
        </p:nvSpPr>
        <p:spPr>
          <a:xfrm>
            <a:off x="8588946" y="5878747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72E13CD-1178-FBD0-7F33-ACD53F2514C1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8425121" y="5944782"/>
            <a:ext cx="163825" cy="172244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1FBBE647-9A29-3ADC-FCC0-B105991921FD}"/>
              </a:ext>
            </a:extLst>
          </p:cNvPr>
          <p:cNvSpPr>
            <a:spLocks noChangeAspect="1"/>
          </p:cNvSpPr>
          <p:nvPr/>
        </p:nvSpPr>
        <p:spPr>
          <a:xfrm>
            <a:off x="2666659" y="2252428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6B8F881-9970-9DE4-773A-685940D5D422}"/>
              </a:ext>
            </a:extLst>
          </p:cNvPr>
          <p:cNvSpPr>
            <a:spLocks noChangeAspect="1"/>
          </p:cNvSpPr>
          <p:nvPr/>
        </p:nvSpPr>
        <p:spPr>
          <a:xfrm>
            <a:off x="9335039" y="2273143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908DBBD-4621-D633-3FCC-4D7ECC5A3603}"/>
              </a:ext>
            </a:extLst>
          </p:cNvPr>
          <p:cNvCxnSpPr>
            <a:cxnSpLocks/>
            <a:stCxn id="9" idx="4"/>
            <a:endCxn id="5" idx="0"/>
          </p:cNvCxnSpPr>
          <p:nvPr/>
        </p:nvCxnSpPr>
        <p:spPr>
          <a:xfrm>
            <a:off x="2841486" y="2389506"/>
            <a:ext cx="646148" cy="3423207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2737728-8D58-C0F4-CCCD-A7316B4D6DDB}"/>
              </a:ext>
            </a:extLst>
          </p:cNvPr>
          <p:cNvCxnSpPr>
            <a:cxnSpLocks/>
            <a:stCxn id="7" idx="0"/>
            <a:endCxn id="10" idx="4"/>
          </p:cNvCxnSpPr>
          <p:nvPr/>
        </p:nvCxnSpPr>
        <p:spPr>
          <a:xfrm flipV="1">
            <a:off x="8768332" y="2410221"/>
            <a:ext cx="741533" cy="346852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13" name="Rectangle 29">
            <a:extLst>
              <a:ext uri="{FF2B5EF4-FFF2-40B4-BE49-F238E27FC236}">
                <a16:creationId xmlns:a16="http://schemas.microsoft.com/office/drawing/2014/main" id="{1DF8BFDC-4976-E017-38CB-764ED5F51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490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4" name="Rectangle 29">
            <a:extLst>
              <a:ext uri="{FF2B5EF4-FFF2-40B4-BE49-F238E27FC236}">
                <a16:creationId xmlns:a16="http://schemas.microsoft.com/office/drawing/2014/main" id="{321D3C89-6A8C-B749-FF3C-DB1DBF5F2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0189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" name="Rectangle 135">
            <a:extLst>
              <a:ext uri="{FF2B5EF4-FFF2-40B4-BE49-F238E27FC236}">
                <a16:creationId xmlns:a16="http://schemas.microsoft.com/office/drawing/2014/main" id="{88DAFA74-B3D8-2CF4-8DCF-9504CBE13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978" y="188882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6" name="Rectangle 127">
            <a:extLst>
              <a:ext uri="{FF2B5EF4-FFF2-40B4-BE49-F238E27FC236}">
                <a16:creationId xmlns:a16="http://schemas.microsoft.com/office/drawing/2014/main" id="{36CFDFE5-B8CC-A890-E1A1-D53FAF819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2408" y="199118"/>
            <a:ext cx="5565308" cy="97606"/>
          </a:xfrm>
          <a:prstGeom prst="rect">
            <a:avLst/>
          </a:prstGeom>
          <a:solidFill>
            <a:srgbClr val="FFC0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69615" tIns="34806" rIns="69615" bIns="34806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464504" eaLnBrk="1" hangingPunct="1">
              <a:spcBef>
                <a:spcPct val="0"/>
              </a:spcBef>
              <a:buNone/>
              <a:defRPr/>
            </a:pPr>
            <a:endParaRPr lang="en-US" altLang="en-US" sz="686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7" name="Rectangle 29">
            <a:extLst>
              <a:ext uri="{FF2B5EF4-FFF2-40B4-BE49-F238E27FC236}">
                <a16:creationId xmlns:a16="http://schemas.microsoft.com/office/drawing/2014/main" id="{E535893E-8F76-1922-F37C-49B3FB795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895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F4F81167-9154-F6F7-165F-F22C1BDA6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5317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9" name="Rectangle 135">
            <a:extLst>
              <a:ext uri="{FF2B5EF4-FFF2-40B4-BE49-F238E27FC236}">
                <a16:creationId xmlns:a16="http://schemas.microsoft.com/office/drawing/2014/main" id="{9F066F5F-28B8-A348-E98A-8BF87CE66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226" y="188882"/>
            <a:ext cx="2575184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 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4C4C3F4-5FC4-6ECD-A149-724863F1E086}"/>
              </a:ext>
            </a:extLst>
          </p:cNvPr>
          <p:cNvCxnSpPr>
            <a:cxnSpLocks/>
            <a:stCxn id="17" idx="3"/>
            <a:endCxn id="9" idx="0"/>
          </p:cNvCxnSpPr>
          <p:nvPr/>
        </p:nvCxnSpPr>
        <p:spPr>
          <a:xfrm flipH="1">
            <a:off x="2841486" y="268931"/>
            <a:ext cx="574940" cy="198349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9F310FD-999B-21EF-5C43-2CD27CA797FD}"/>
              </a:ext>
            </a:extLst>
          </p:cNvPr>
          <p:cNvCxnSpPr>
            <a:cxnSpLocks/>
            <a:stCxn id="18" idx="5"/>
            <a:endCxn id="10" idx="0"/>
          </p:cNvCxnSpPr>
          <p:nvPr/>
        </p:nvCxnSpPr>
        <p:spPr>
          <a:xfrm>
            <a:off x="8880867" y="268931"/>
            <a:ext cx="628998" cy="200421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225" name="Rectangle 25">
            <a:extLst>
              <a:ext uri="{FF2B5EF4-FFF2-40B4-BE49-F238E27FC236}">
                <a16:creationId xmlns:a16="http://schemas.microsoft.com/office/drawing/2014/main" id="{3DCFF981-CB6F-FA5C-4052-635D6F30C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588" y="519594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r>
              <a:rPr lang="en-US" sz="914" kern="0" dirty="0" err="1">
                <a:solidFill>
                  <a:srgbClr val="000000"/>
                </a:solidFill>
                <a:latin typeface="Calibri" pitchFamily="34" charset="0"/>
              </a:rPr>
              <a:t>PathSet</a:t>
            </a: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99DAEB96-E6F2-2B63-FF62-37119305B575}"/>
              </a:ext>
            </a:extLst>
          </p:cNvPr>
          <p:cNvCxnSpPr>
            <a:cxnSpLocks/>
          </p:cNvCxnSpPr>
          <p:nvPr/>
        </p:nvCxnSpPr>
        <p:spPr>
          <a:xfrm flipH="1" flipV="1">
            <a:off x="5801989" y="1142464"/>
            <a:ext cx="178025" cy="2002240"/>
          </a:xfrm>
          <a:prstGeom prst="line">
            <a:avLst/>
          </a:prstGeom>
          <a:ln w="28575">
            <a:solidFill>
              <a:srgbClr val="00B050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Arrow Connector 373">
            <a:extLst>
              <a:ext uri="{FF2B5EF4-FFF2-40B4-BE49-F238E27FC236}">
                <a16:creationId xmlns:a16="http://schemas.microsoft.com/office/drawing/2014/main" id="{44EF2EC6-930A-1D63-F0A6-80E765467782}"/>
              </a:ext>
            </a:extLst>
          </p:cNvPr>
          <p:cNvCxnSpPr>
            <a:cxnSpLocks/>
            <a:stCxn id="210" idx="2"/>
            <a:endCxn id="339" idx="0"/>
          </p:cNvCxnSpPr>
          <p:nvPr/>
        </p:nvCxnSpPr>
        <p:spPr>
          <a:xfrm flipH="1">
            <a:off x="5202557" y="2510611"/>
            <a:ext cx="15524" cy="2299658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377">
            <a:extLst>
              <a:ext uri="{FF2B5EF4-FFF2-40B4-BE49-F238E27FC236}">
                <a16:creationId xmlns:a16="http://schemas.microsoft.com/office/drawing/2014/main" id="{A01FA034-AF49-4A2B-FDCB-6BB2D2A08DDF}"/>
              </a:ext>
            </a:extLst>
          </p:cNvPr>
          <p:cNvCxnSpPr>
            <a:cxnSpLocks/>
            <a:stCxn id="58" idx="2"/>
            <a:endCxn id="252" idx="0"/>
          </p:cNvCxnSpPr>
          <p:nvPr/>
        </p:nvCxnSpPr>
        <p:spPr>
          <a:xfrm flipH="1">
            <a:off x="4559601" y="2731532"/>
            <a:ext cx="192075" cy="2214847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Connector 379">
            <a:extLst>
              <a:ext uri="{FF2B5EF4-FFF2-40B4-BE49-F238E27FC236}">
                <a16:creationId xmlns:a16="http://schemas.microsoft.com/office/drawing/2014/main" id="{E1559E13-026E-3618-FD6A-A72C29950715}"/>
              </a:ext>
            </a:extLst>
          </p:cNvPr>
          <p:cNvCxnSpPr>
            <a:cxnSpLocks/>
            <a:stCxn id="197" idx="2"/>
            <a:endCxn id="317" idx="0"/>
          </p:cNvCxnSpPr>
          <p:nvPr/>
        </p:nvCxnSpPr>
        <p:spPr>
          <a:xfrm>
            <a:off x="5685068" y="2731532"/>
            <a:ext cx="183925" cy="2211249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 254">
            <a:extLst>
              <a:ext uri="{FF2B5EF4-FFF2-40B4-BE49-F238E27FC236}">
                <a16:creationId xmlns:a16="http://schemas.microsoft.com/office/drawing/2014/main" id="{68AEFE64-4660-2E07-5849-9ADBDEA072B3}"/>
              </a:ext>
            </a:extLst>
          </p:cNvPr>
          <p:cNvGrpSpPr>
            <a:grpSpLocks noChangeAspect="1"/>
          </p:cNvGrpSpPr>
          <p:nvPr/>
        </p:nvGrpSpPr>
        <p:grpSpPr>
          <a:xfrm>
            <a:off x="4611563" y="2570272"/>
            <a:ext cx="280226" cy="161260"/>
            <a:chOff x="8421867" y="1904979"/>
            <a:chExt cx="347879" cy="255573"/>
          </a:xfrm>
        </p:grpSpPr>
        <p:sp>
          <p:nvSpPr>
            <p:cNvPr id="58" name="Rectangle 60">
              <a:extLst>
                <a:ext uri="{FF2B5EF4-FFF2-40B4-BE49-F238E27FC236}">
                  <a16:creationId xmlns:a16="http://schemas.microsoft.com/office/drawing/2014/main" id="{0812913E-0502-0319-9FCD-4502824F4B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9" name="Group 719">
              <a:extLst>
                <a:ext uri="{FF2B5EF4-FFF2-40B4-BE49-F238E27FC236}">
                  <a16:creationId xmlns:a16="http://schemas.microsoft.com/office/drawing/2014/main" id="{E0AFE8CE-FB91-9D03-EE66-AE54DF407331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958A3BBB-FF15-2C31-211B-44E333241BE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C94079D7-3FDA-FC7A-DEA9-846A8B1CF37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8A274BF0-07E0-58E7-1143-E90DAA18818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C772807B-FEAE-C457-32BA-86041F82BBA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0" name="Trapezoid 136">
              <a:extLst>
                <a:ext uri="{FF2B5EF4-FFF2-40B4-BE49-F238E27FC236}">
                  <a16:creationId xmlns:a16="http://schemas.microsoft.com/office/drawing/2014/main" id="{B9E0B727-36B2-F9D6-94E1-38FEB704022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6" name="Group 254">
            <a:extLst>
              <a:ext uri="{FF2B5EF4-FFF2-40B4-BE49-F238E27FC236}">
                <a16:creationId xmlns:a16="http://schemas.microsoft.com/office/drawing/2014/main" id="{681945E5-F586-68E1-EAEF-0630D201450E}"/>
              </a:ext>
            </a:extLst>
          </p:cNvPr>
          <p:cNvGrpSpPr>
            <a:grpSpLocks noChangeAspect="1"/>
          </p:cNvGrpSpPr>
          <p:nvPr/>
        </p:nvGrpSpPr>
        <p:grpSpPr>
          <a:xfrm>
            <a:off x="5544955" y="2570272"/>
            <a:ext cx="280226" cy="161260"/>
            <a:chOff x="8421867" y="1904979"/>
            <a:chExt cx="347879" cy="255573"/>
          </a:xfrm>
        </p:grpSpPr>
        <p:sp>
          <p:nvSpPr>
            <p:cNvPr id="197" name="Rectangle 60">
              <a:extLst>
                <a:ext uri="{FF2B5EF4-FFF2-40B4-BE49-F238E27FC236}">
                  <a16:creationId xmlns:a16="http://schemas.microsoft.com/office/drawing/2014/main" id="{EF6F41B7-8F60-7778-113F-A58B0F2B6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98" name="Group 719">
              <a:extLst>
                <a:ext uri="{FF2B5EF4-FFF2-40B4-BE49-F238E27FC236}">
                  <a16:creationId xmlns:a16="http://schemas.microsoft.com/office/drawing/2014/main" id="{1B3A6A86-FDF4-93D1-4F31-D1B1C9BC99EE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29747234-83E3-54CB-E908-97E12F2E6EC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6C489D0B-9796-3E42-8897-CB59A36F1BB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3FA9BB18-C1FF-A2B8-6AD9-F0CCBFEBD7C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6D08877A-C992-DCA8-5873-9C260F92D65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99" name="Trapezoid 136">
              <a:extLst>
                <a:ext uri="{FF2B5EF4-FFF2-40B4-BE49-F238E27FC236}">
                  <a16:creationId xmlns:a16="http://schemas.microsoft.com/office/drawing/2014/main" id="{355FB946-FF0A-AE7F-C75D-0D5A503A881F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C6193C15-EA9D-25FB-E18E-059FA9397999}"/>
              </a:ext>
            </a:extLst>
          </p:cNvPr>
          <p:cNvGrpSpPr/>
          <p:nvPr/>
        </p:nvGrpSpPr>
        <p:grpSpPr>
          <a:xfrm>
            <a:off x="4751676" y="2359402"/>
            <a:ext cx="933392" cy="210876"/>
            <a:chOff x="3560105" y="4920983"/>
            <a:chExt cx="918646" cy="207544"/>
          </a:xfrm>
        </p:grpSpPr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F370E525-5F39-509C-C8D0-1FCA3971BF89}"/>
                </a:ext>
              </a:extLst>
            </p:cNvPr>
            <p:cNvCxnSpPr>
              <a:cxnSpLocks/>
              <a:stCxn id="211" idx="0"/>
              <a:endCxn id="197" idx="0"/>
            </p:cNvCxnSpPr>
            <p:nvPr/>
          </p:nvCxnSpPr>
          <p:spPr>
            <a:xfrm>
              <a:off x="4288158" y="4974136"/>
              <a:ext cx="190593" cy="15438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EE943654-8261-981B-5D0F-2574EF9C38BB}"/>
                </a:ext>
              </a:extLst>
            </p:cNvPr>
            <p:cNvCxnSpPr>
              <a:cxnSpLocks/>
              <a:stCxn id="212" idx="1"/>
              <a:endCxn id="58" idx="0"/>
            </p:cNvCxnSpPr>
            <p:nvPr/>
          </p:nvCxnSpPr>
          <p:spPr>
            <a:xfrm flipH="1">
              <a:off x="3560105" y="4994613"/>
              <a:ext cx="175856" cy="13391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0E6D4C22-3EBD-0914-19B1-53C3F61E2EB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10" name="Rectangle 25">
                <a:extLst>
                  <a:ext uri="{FF2B5EF4-FFF2-40B4-BE49-F238E27FC236}">
                    <a16:creationId xmlns:a16="http://schemas.microsoft.com/office/drawing/2014/main" id="{EF056BB4-6E55-B336-1AD2-43060AEBB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1" name="Rectangle 29">
                <a:extLst>
                  <a:ext uri="{FF2B5EF4-FFF2-40B4-BE49-F238E27FC236}">
                    <a16:creationId xmlns:a16="http://schemas.microsoft.com/office/drawing/2014/main" id="{E472B061-2ED2-70DB-A734-11E363C6A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2" name="Rectangle 29">
                <a:extLst>
                  <a:ext uri="{FF2B5EF4-FFF2-40B4-BE49-F238E27FC236}">
                    <a16:creationId xmlns:a16="http://schemas.microsoft.com/office/drawing/2014/main" id="{F41C6CB9-03B3-CFFF-E6E9-582F64FD2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A632449E-3167-38EA-916E-15E4711F4FAC}"/>
              </a:ext>
            </a:extLst>
          </p:cNvPr>
          <p:cNvCxnSpPr>
            <a:cxnSpLocks/>
            <a:stCxn id="322" idx="2"/>
            <a:endCxn id="500" idx="0"/>
          </p:cNvCxnSpPr>
          <p:nvPr/>
        </p:nvCxnSpPr>
        <p:spPr>
          <a:xfrm flipH="1">
            <a:off x="7077682" y="2510611"/>
            <a:ext cx="15070" cy="2310031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BA57A91C-FE36-1521-487A-2EEB14744550}"/>
              </a:ext>
            </a:extLst>
          </p:cNvPr>
          <p:cNvCxnSpPr>
            <a:cxnSpLocks/>
            <a:stCxn id="275" idx="2"/>
            <a:endCxn id="475" idx="0"/>
          </p:cNvCxnSpPr>
          <p:nvPr/>
        </p:nvCxnSpPr>
        <p:spPr>
          <a:xfrm flipH="1">
            <a:off x="6434997" y="2731532"/>
            <a:ext cx="191349" cy="2225221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2790E6F4-A0CB-47F3-8D14-7D861AEED443}"/>
              </a:ext>
            </a:extLst>
          </p:cNvPr>
          <p:cNvCxnSpPr>
            <a:cxnSpLocks/>
            <a:stCxn id="300" idx="2"/>
            <a:endCxn id="355" idx="0"/>
          </p:cNvCxnSpPr>
          <p:nvPr/>
        </p:nvCxnSpPr>
        <p:spPr>
          <a:xfrm>
            <a:off x="7559739" y="2731532"/>
            <a:ext cx="161825" cy="2212266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4" name="Group 254">
            <a:extLst>
              <a:ext uri="{FF2B5EF4-FFF2-40B4-BE49-F238E27FC236}">
                <a16:creationId xmlns:a16="http://schemas.microsoft.com/office/drawing/2014/main" id="{8C725947-E19A-D6BE-C47B-1D2D5F554855}"/>
              </a:ext>
            </a:extLst>
          </p:cNvPr>
          <p:cNvGrpSpPr>
            <a:grpSpLocks noChangeAspect="1"/>
          </p:cNvGrpSpPr>
          <p:nvPr/>
        </p:nvGrpSpPr>
        <p:grpSpPr>
          <a:xfrm>
            <a:off x="6486233" y="2570272"/>
            <a:ext cx="280226" cy="161260"/>
            <a:chOff x="8421867" y="1904979"/>
            <a:chExt cx="347879" cy="255573"/>
          </a:xfrm>
        </p:grpSpPr>
        <p:sp>
          <p:nvSpPr>
            <p:cNvPr id="275" name="Rectangle 60">
              <a:extLst>
                <a:ext uri="{FF2B5EF4-FFF2-40B4-BE49-F238E27FC236}">
                  <a16:creationId xmlns:a16="http://schemas.microsoft.com/office/drawing/2014/main" id="{3689C851-0FE7-847B-9F7F-0C5AAED64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77" name="Group 719">
              <a:extLst>
                <a:ext uri="{FF2B5EF4-FFF2-40B4-BE49-F238E27FC236}">
                  <a16:creationId xmlns:a16="http://schemas.microsoft.com/office/drawing/2014/main" id="{7BCD5121-62F9-53F9-1F08-D6FDE9813DEB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929EAC95-06DA-60A3-0184-8BA03F9B8E34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BDD52118-61DD-9B5C-B4CD-8FAE42A5662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F67E4CC4-3D2E-A5B9-D74C-A68F39AB5FB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7" name="Straight Connector 286">
                <a:extLst>
                  <a:ext uri="{FF2B5EF4-FFF2-40B4-BE49-F238E27FC236}">
                    <a16:creationId xmlns:a16="http://schemas.microsoft.com/office/drawing/2014/main" id="{10386A3C-E3A8-1E25-D863-2648D7ADA7C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83" name="Trapezoid 136">
              <a:extLst>
                <a:ext uri="{FF2B5EF4-FFF2-40B4-BE49-F238E27FC236}">
                  <a16:creationId xmlns:a16="http://schemas.microsoft.com/office/drawing/2014/main" id="{D1EDE95F-D944-42D1-9719-0BF10340012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9" name="Group 254">
            <a:extLst>
              <a:ext uri="{FF2B5EF4-FFF2-40B4-BE49-F238E27FC236}">
                <a16:creationId xmlns:a16="http://schemas.microsoft.com/office/drawing/2014/main" id="{05145D61-33D4-6056-63E5-ADD20DBB361B}"/>
              </a:ext>
            </a:extLst>
          </p:cNvPr>
          <p:cNvGrpSpPr>
            <a:grpSpLocks noChangeAspect="1"/>
          </p:cNvGrpSpPr>
          <p:nvPr/>
        </p:nvGrpSpPr>
        <p:grpSpPr>
          <a:xfrm>
            <a:off x="7419626" y="2570272"/>
            <a:ext cx="280226" cy="161260"/>
            <a:chOff x="8421867" y="1904979"/>
            <a:chExt cx="347879" cy="255573"/>
          </a:xfrm>
        </p:grpSpPr>
        <p:sp>
          <p:nvSpPr>
            <p:cNvPr id="300" name="Rectangle 60">
              <a:extLst>
                <a:ext uri="{FF2B5EF4-FFF2-40B4-BE49-F238E27FC236}">
                  <a16:creationId xmlns:a16="http://schemas.microsoft.com/office/drawing/2014/main" id="{22EA9544-7882-878E-08E7-972B765C6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01" name="Group 719">
              <a:extLst>
                <a:ext uri="{FF2B5EF4-FFF2-40B4-BE49-F238E27FC236}">
                  <a16:creationId xmlns:a16="http://schemas.microsoft.com/office/drawing/2014/main" id="{A60D5272-378C-F60B-75F4-041056DA77E6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3B563C84-0D4B-A531-091F-F7744E9C56A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40D2D35B-2180-DA6D-F449-BA75696B3AF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52FD602E-0E45-15B3-22E6-78F34783673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36A2BEE7-5B47-33F3-F6BC-5FEEEAA4298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02" name="Trapezoid 136">
              <a:extLst>
                <a:ext uri="{FF2B5EF4-FFF2-40B4-BE49-F238E27FC236}">
                  <a16:creationId xmlns:a16="http://schemas.microsoft.com/office/drawing/2014/main" id="{66A376FE-F564-6480-D0EF-831198F08DC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633A10C2-3CAF-AB72-7C22-3BD19BC3CB9E}"/>
              </a:ext>
            </a:extLst>
          </p:cNvPr>
          <p:cNvGrpSpPr/>
          <p:nvPr/>
        </p:nvGrpSpPr>
        <p:grpSpPr>
          <a:xfrm>
            <a:off x="6626346" y="2359402"/>
            <a:ext cx="933393" cy="210876"/>
            <a:chOff x="3560104" y="4920983"/>
            <a:chExt cx="918647" cy="207544"/>
          </a:xfrm>
        </p:grpSpPr>
        <p:cxnSp>
          <p:nvCxnSpPr>
            <p:cNvPr id="319" name="Straight Arrow Connector 318">
              <a:extLst>
                <a:ext uri="{FF2B5EF4-FFF2-40B4-BE49-F238E27FC236}">
                  <a16:creationId xmlns:a16="http://schemas.microsoft.com/office/drawing/2014/main" id="{C4AB3DE4-DEF2-58CE-4086-DDAA38E01A49}"/>
                </a:ext>
              </a:extLst>
            </p:cNvPr>
            <p:cNvCxnSpPr>
              <a:cxnSpLocks/>
              <a:stCxn id="322" idx="1"/>
              <a:endCxn id="300" idx="0"/>
            </p:cNvCxnSpPr>
            <p:nvPr/>
          </p:nvCxnSpPr>
          <p:spPr>
            <a:xfrm>
              <a:off x="4334752" y="4995396"/>
              <a:ext cx="143999" cy="13312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20" name="Straight Arrow Connector 319">
              <a:extLst>
                <a:ext uri="{FF2B5EF4-FFF2-40B4-BE49-F238E27FC236}">
                  <a16:creationId xmlns:a16="http://schemas.microsoft.com/office/drawing/2014/main" id="{FA638D8A-1ECD-C866-D5B2-E96B0FC8062E}"/>
                </a:ext>
              </a:extLst>
            </p:cNvPr>
            <p:cNvCxnSpPr>
              <a:cxnSpLocks/>
              <a:stCxn id="365" idx="1"/>
              <a:endCxn id="275" idx="0"/>
            </p:cNvCxnSpPr>
            <p:nvPr/>
          </p:nvCxnSpPr>
          <p:spPr>
            <a:xfrm flipH="1">
              <a:off x="3560104" y="4994613"/>
              <a:ext cx="175857" cy="13391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B8AF4C23-0CF9-D6BC-0B08-E6D8A4601C5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22" name="Rectangle 25">
                <a:extLst>
                  <a:ext uri="{FF2B5EF4-FFF2-40B4-BE49-F238E27FC236}">
                    <a16:creationId xmlns:a16="http://schemas.microsoft.com/office/drawing/2014/main" id="{152BFE4D-B2F8-8188-9A48-C4BDADFC1A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62" name="Rectangle 29">
                <a:extLst>
                  <a:ext uri="{FF2B5EF4-FFF2-40B4-BE49-F238E27FC236}">
                    <a16:creationId xmlns:a16="http://schemas.microsoft.com/office/drawing/2014/main" id="{8532941F-A6E3-FB84-67F1-E422E5EE7F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65" name="Rectangle 29">
                <a:extLst>
                  <a:ext uri="{FF2B5EF4-FFF2-40B4-BE49-F238E27FC236}">
                    <a16:creationId xmlns:a16="http://schemas.microsoft.com/office/drawing/2014/main" id="{5A1C11BA-4B1A-C606-1635-203E5C3403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08" name="Straight Arrow Connector 407">
            <a:extLst>
              <a:ext uri="{FF2B5EF4-FFF2-40B4-BE49-F238E27FC236}">
                <a16:creationId xmlns:a16="http://schemas.microsoft.com/office/drawing/2014/main" id="{A3BD7D3C-1CFD-CABD-6563-5428BA03AA8A}"/>
              </a:ext>
            </a:extLst>
          </p:cNvPr>
          <p:cNvCxnSpPr>
            <a:cxnSpLocks/>
            <a:stCxn id="1526" idx="2"/>
            <a:endCxn id="376" idx="0"/>
          </p:cNvCxnSpPr>
          <p:nvPr/>
        </p:nvCxnSpPr>
        <p:spPr>
          <a:xfrm flipH="1">
            <a:off x="5161977" y="1141504"/>
            <a:ext cx="963272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Arrow Connector 411">
            <a:extLst>
              <a:ext uri="{FF2B5EF4-FFF2-40B4-BE49-F238E27FC236}">
                <a16:creationId xmlns:a16="http://schemas.microsoft.com/office/drawing/2014/main" id="{8A573522-BCB3-975D-6F47-8D70274AF39E}"/>
              </a:ext>
            </a:extLst>
          </p:cNvPr>
          <p:cNvCxnSpPr>
            <a:cxnSpLocks/>
            <a:stCxn id="1526" idx="2"/>
            <a:endCxn id="409" idx="0"/>
          </p:cNvCxnSpPr>
          <p:nvPr/>
        </p:nvCxnSpPr>
        <p:spPr>
          <a:xfrm>
            <a:off x="6125249" y="1141504"/>
            <a:ext cx="911399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Arrow Connector 419">
            <a:extLst>
              <a:ext uri="{FF2B5EF4-FFF2-40B4-BE49-F238E27FC236}">
                <a16:creationId xmlns:a16="http://schemas.microsoft.com/office/drawing/2014/main" id="{BDEE5312-98E9-657A-4EE9-B66E3137FB05}"/>
              </a:ext>
            </a:extLst>
          </p:cNvPr>
          <p:cNvCxnSpPr>
            <a:cxnSpLocks/>
          </p:cNvCxnSpPr>
          <p:nvPr/>
        </p:nvCxnSpPr>
        <p:spPr>
          <a:xfrm flipH="1">
            <a:off x="6522942" y="591093"/>
            <a:ext cx="9169" cy="238383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Arrow Connector 421">
            <a:extLst>
              <a:ext uri="{FF2B5EF4-FFF2-40B4-BE49-F238E27FC236}">
                <a16:creationId xmlns:a16="http://schemas.microsoft.com/office/drawing/2014/main" id="{CEB5FD1D-090C-815E-5537-F8EB8E0ECC62}"/>
              </a:ext>
            </a:extLst>
          </p:cNvPr>
          <p:cNvCxnSpPr>
            <a:cxnSpLocks/>
          </p:cNvCxnSpPr>
          <p:nvPr/>
        </p:nvCxnSpPr>
        <p:spPr>
          <a:xfrm>
            <a:off x="5666317" y="587593"/>
            <a:ext cx="4998" cy="452759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Straight Arrow Connector 431">
            <a:extLst>
              <a:ext uri="{FF2B5EF4-FFF2-40B4-BE49-F238E27FC236}">
                <a16:creationId xmlns:a16="http://schemas.microsoft.com/office/drawing/2014/main" id="{F652870F-2976-F8C1-D860-0479323E984A}"/>
              </a:ext>
            </a:extLst>
          </p:cNvPr>
          <p:cNvCxnSpPr>
            <a:cxnSpLocks/>
          </p:cNvCxnSpPr>
          <p:nvPr/>
        </p:nvCxnSpPr>
        <p:spPr>
          <a:xfrm flipH="1">
            <a:off x="5520641" y="289892"/>
            <a:ext cx="5217" cy="268458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30A05924-8FE5-04CA-1664-41BD40B4E080}"/>
              </a:ext>
            </a:extLst>
          </p:cNvPr>
          <p:cNvCxnSpPr>
            <a:cxnSpLocks/>
          </p:cNvCxnSpPr>
          <p:nvPr/>
        </p:nvCxnSpPr>
        <p:spPr>
          <a:xfrm flipH="1">
            <a:off x="6287512" y="301603"/>
            <a:ext cx="556677" cy="2633162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9A64332B-8855-B429-4517-383F5DD15DD5}"/>
              </a:ext>
            </a:extLst>
          </p:cNvPr>
          <p:cNvCxnSpPr>
            <a:cxnSpLocks/>
          </p:cNvCxnSpPr>
          <p:nvPr/>
        </p:nvCxnSpPr>
        <p:spPr>
          <a:xfrm flipH="1">
            <a:off x="5324629" y="3271066"/>
            <a:ext cx="269482" cy="1498093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A50AAAAA-4FE6-6213-1FB1-5B926C6313C0}"/>
              </a:ext>
            </a:extLst>
          </p:cNvPr>
          <p:cNvCxnSpPr>
            <a:cxnSpLocks/>
          </p:cNvCxnSpPr>
          <p:nvPr/>
        </p:nvCxnSpPr>
        <p:spPr>
          <a:xfrm>
            <a:off x="6654089" y="3271066"/>
            <a:ext cx="265845" cy="1539980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4" name="Group 254">
            <a:extLst>
              <a:ext uri="{FF2B5EF4-FFF2-40B4-BE49-F238E27FC236}">
                <a16:creationId xmlns:a16="http://schemas.microsoft.com/office/drawing/2014/main" id="{62D6937E-B44A-DB96-5B1B-384B5540D448}"/>
              </a:ext>
            </a:extLst>
          </p:cNvPr>
          <p:cNvGrpSpPr>
            <a:grpSpLocks noChangeAspect="1"/>
          </p:cNvGrpSpPr>
          <p:nvPr/>
        </p:nvGrpSpPr>
        <p:grpSpPr>
          <a:xfrm>
            <a:off x="4587124" y="2146257"/>
            <a:ext cx="280226" cy="161260"/>
            <a:chOff x="8421867" y="1904979"/>
            <a:chExt cx="347879" cy="255573"/>
          </a:xfrm>
        </p:grpSpPr>
        <p:sp>
          <p:nvSpPr>
            <p:cNvPr id="22" name="Rectangle 60">
              <a:extLst>
                <a:ext uri="{FF2B5EF4-FFF2-40B4-BE49-F238E27FC236}">
                  <a16:creationId xmlns:a16="http://schemas.microsoft.com/office/drawing/2014/main" id="{66453CF5-78DB-AD9E-52AF-CC4589556B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" name="Group 719">
              <a:extLst>
                <a:ext uri="{FF2B5EF4-FFF2-40B4-BE49-F238E27FC236}">
                  <a16:creationId xmlns:a16="http://schemas.microsoft.com/office/drawing/2014/main" id="{EB82DFDD-DE58-DF6B-142D-B43F71DF581E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B8C0E3E4-B119-D08D-7BD9-DD4F954D65E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3F11D263-F7E8-9A0C-637B-16B9C006DD7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693A9ED9-68D0-B83E-CD0C-76B9347AE28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5AEC5095-04B7-FB4C-0597-28419B38AF3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4" name="Trapezoid 136">
              <a:extLst>
                <a:ext uri="{FF2B5EF4-FFF2-40B4-BE49-F238E27FC236}">
                  <a16:creationId xmlns:a16="http://schemas.microsoft.com/office/drawing/2014/main" id="{13B0C0F2-41A5-808A-74F4-F012EAABDF1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" name="Group 254">
            <a:extLst>
              <a:ext uri="{FF2B5EF4-FFF2-40B4-BE49-F238E27FC236}">
                <a16:creationId xmlns:a16="http://schemas.microsoft.com/office/drawing/2014/main" id="{404E7823-047B-6FAE-52E9-8212871F9072}"/>
              </a:ext>
            </a:extLst>
          </p:cNvPr>
          <p:cNvGrpSpPr>
            <a:grpSpLocks noChangeAspect="1"/>
          </p:cNvGrpSpPr>
          <p:nvPr/>
        </p:nvGrpSpPr>
        <p:grpSpPr>
          <a:xfrm>
            <a:off x="5520516" y="2146257"/>
            <a:ext cx="280226" cy="161260"/>
            <a:chOff x="8421867" y="1904979"/>
            <a:chExt cx="347879" cy="255573"/>
          </a:xfrm>
        </p:grpSpPr>
        <p:sp>
          <p:nvSpPr>
            <p:cNvPr id="34" name="Rectangle 60">
              <a:extLst>
                <a:ext uri="{FF2B5EF4-FFF2-40B4-BE49-F238E27FC236}">
                  <a16:creationId xmlns:a16="http://schemas.microsoft.com/office/drawing/2014/main" id="{9D2D1A20-E613-6E03-DC8B-3FFD185E6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1" name="Group 719">
              <a:extLst>
                <a:ext uri="{FF2B5EF4-FFF2-40B4-BE49-F238E27FC236}">
                  <a16:creationId xmlns:a16="http://schemas.microsoft.com/office/drawing/2014/main" id="{34A8C1F2-D0A8-1390-0DBF-ED66C8E0FD5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DF596DE6-D9D5-20FE-CAAC-31A2966ACE2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AF275DCF-9A43-4EBE-FB06-547EFC93EC3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3C4E8714-599A-4642-8390-4405F3E8942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A7D0644B-5EC2-F51A-2061-CA0F5A13598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52" name="Trapezoid 136">
              <a:extLst>
                <a:ext uri="{FF2B5EF4-FFF2-40B4-BE49-F238E27FC236}">
                  <a16:creationId xmlns:a16="http://schemas.microsoft.com/office/drawing/2014/main" id="{BBFC4473-8B4D-39CB-4EFD-B8874F85C9CB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5450D496-B74C-88E3-17F5-C99F90CEAB1B}"/>
              </a:ext>
            </a:extLst>
          </p:cNvPr>
          <p:cNvGrpSpPr/>
          <p:nvPr/>
        </p:nvGrpSpPr>
        <p:grpSpPr>
          <a:xfrm>
            <a:off x="4727237" y="1935387"/>
            <a:ext cx="933392" cy="210876"/>
            <a:chOff x="3560105" y="4920983"/>
            <a:chExt cx="918646" cy="207544"/>
          </a:xfrm>
        </p:grpSpPr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38AB5C4C-1FF7-D9D6-48AE-A4CB12C19035}"/>
                </a:ext>
              </a:extLst>
            </p:cNvPr>
            <p:cNvCxnSpPr>
              <a:cxnSpLocks/>
              <a:stCxn id="213" idx="0"/>
              <a:endCxn id="34" idx="0"/>
            </p:cNvCxnSpPr>
            <p:nvPr/>
          </p:nvCxnSpPr>
          <p:spPr>
            <a:xfrm>
              <a:off x="4288158" y="4974136"/>
              <a:ext cx="190593" cy="15438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911B10F5-2B2B-4003-B6C2-45C6EC776C66}"/>
                </a:ext>
              </a:extLst>
            </p:cNvPr>
            <p:cNvCxnSpPr>
              <a:cxnSpLocks/>
              <a:stCxn id="214" idx="1"/>
              <a:endCxn id="22" idx="0"/>
            </p:cNvCxnSpPr>
            <p:nvPr/>
          </p:nvCxnSpPr>
          <p:spPr>
            <a:xfrm flipH="1">
              <a:off x="3560105" y="4994613"/>
              <a:ext cx="175856" cy="13391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CD5130B5-2443-6B17-48A5-73E4C7F0553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05" name="Rectangle 25">
                <a:extLst>
                  <a:ext uri="{FF2B5EF4-FFF2-40B4-BE49-F238E27FC236}">
                    <a16:creationId xmlns:a16="http://schemas.microsoft.com/office/drawing/2014/main" id="{DCB8B524-DEBC-F8F9-D54C-CC53BD0654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3" name="Rectangle 29">
                <a:extLst>
                  <a:ext uri="{FF2B5EF4-FFF2-40B4-BE49-F238E27FC236}">
                    <a16:creationId xmlns:a16="http://schemas.microsoft.com/office/drawing/2014/main" id="{2A5C3048-11FF-12EE-599E-32925BAE1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4" name="Rectangle 29">
                <a:extLst>
                  <a:ext uri="{FF2B5EF4-FFF2-40B4-BE49-F238E27FC236}">
                    <a16:creationId xmlns:a16="http://schemas.microsoft.com/office/drawing/2014/main" id="{908BC947-DE4E-E512-59BF-105CE1F76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15" name="Group 254">
            <a:extLst>
              <a:ext uri="{FF2B5EF4-FFF2-40B4-BE49-F238E27FC236}">
                <a16:creationId xmlns:a16="http://schemas.microsoft.com/office/drawing/2014/main" id="{8527E1AB-9E87-09FB-6270-92C9C959FC95}"/>
              </a:ext>
            </a:extLst>
          </p:cNvPr>
          <p:cNvGrpSpPr>
            <a:grpSpLocks noChangeAspect="1"/>
          </p:cNvGrpSpPr>
          <p:nvPr/>
        </p:nvGrpSpPr>
        <p:grpSpPr>
          <a:xfrm>
            <a:off x="6461794" y="2146257"/>
            <a:ext cx="280226" cy="161260"/>
            <a:chOff x="8421867" y="1904979"/>
            <a:chExt cx="347879" cy="255573"/>
          </a:xfrm>
        </p:grpSpPr>
        <p:sp>
          <p:nvSpPr>
            <p:cNvPr id="216" name="Rectangle 60">
              <a:extLst>
                <a:ext uri="{FF2B5EF4-FFF2-40B4-BE49-F238E27FC236}">
                  <a16:creationId xmlns:a16="http://schemas.microsoft.com/office/drawing/2014/main" id="{6A0E9280-7D71-53BC-D122-9C345BDAF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17" name="Group 719">
              <a:extLst>
                <a:ext uri="{FF2B5EF4-FFF2-40B4-BE49-F238E27FC236}">
                  <a16:creationId xmlns:a16="http://schemas.microsoft.com/office/drawing/2014/main" id="{7C6A7211-C187-0B72-5E8C-DBB3D348B10E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6E3CD257-59CC-9718-DD13-F8DBB8C83ED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32A3BA5F-B11E-B780-A7D8-66E1D42F0D7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500D9726-217B-D9E4-8553-E51D7D64AB2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343ADDC4-A782-398D-DAE8-B17D6DB2C34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18" name="Trapezoid 136">
              <a:extLst>
                <a:ext uri="{FF2B5EF4-FFF2-40B4-BE49-F238E27FC236}">
                  <a16:creationId xmlns:a16="http://schemas.microsoft.com/office/drawing/2014/main" id="{E4743AC1-4472-6D2B-802D-986D370F38C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23" name="Group 254">
            <a:extLst>
              <a:ext uri="{FF2B5EF4-FFF2-40B4-BE49-F238E27FC236}">
                <a16:creationId xmlns:a16="http://schemas.microsoft.com/office/drawing/2014/main" id="{34512896-25CE-2810-E9E6-E9EB255FD04C}"/>
              </a:ext>
            </a:extLst>
          </p:cNvPr>
          <p:cNvGrpSpPr>
            <a:grpSpLocks noChangeAspect="1"/>
          </p:cNvGrpSpPr>
          <p:nvPr/>
        </p:nvGrpSpPr>
        <p:grpSpPr>
          <a:xfrm>
            <a:off x="7395187" y="2146257"/>
            <a:ext cx="280226" cy="161260"/>
            <a:chOff x="8421867" y="1904979"/>
            <a:chExt cx="347879" cy="255573"/>
          </a:xfrm>
        </p:grpSpPr>
        <p:sp>
          <p:nvSpPr>
            <p:cNvPr id="224" name="Rectangle 60">
              <a:extLst>
                <a:ext uri="{FF2B5EF4-FFF2-40B4-BE49-F238E27FC236}">
                  <a16:creationId xmlns:a16="http://schemas.microsoft.com/office/drawing/2014/main" id="{799D0EE3-2286-0436-8F2E-344EEA689E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26" name="Group 719">
              <a:extLst>
                <a:ext uri="{FF2B5EF4-FFF2-40B4-BE49-F238E27FC236}">
                  <a16:creationId xmlns:a16="http://schemas.microsoft.com/office/drawing/2014/main" id="{E9BFF0F0-75C6-022C-D544-469B5621E5D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9456EFB5-8647-CA57-5804-0AAE1F80B44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5376A6BB-C13D-5919-02AF-A2C938B6BC0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330BF962-6DCE-B35F-D352-FA1C5019D5D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7A873F36-3912-21E4-2077-B25227626CE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27" name="Trapezoid 136">
              <a:extLst>
                <a:ext uri="{FF2B5EF4-FFF2-40B4-BE49-F238E27FC236}">
                  <a16:creationId xmlns:a16="http://schemas.microsoft.com/office/drawing/2014/main" id="{F885E290-659D-59E3-5135-3C83E5363C1E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01A208FE-A5A9-F3A7-6249-BB12751C4C88}"/>
              </a:ext>
            </a:extLst>
          </p:cNvPr>
          <p:cNvGrpSpPr/>
          <p:nvPr/>
        </p:nvGrpSpPr>
        <p:grpSpPr>
          <a:xfrm>
            <a:off x="6601907" y="1935387"/>
            <a:ext cx="933393" cy="210876"/>
            <a:chOff x="3560104" y="4920983"/>
            <a:chExt cx="918647" cy="207544"/>
          </a:xfrm>
        </p:grpSpPr>
        <p:cxnSp>
          <p:nvCxnSpPr>
            <p:cNvPr id="235" name="Straight Arrow Connector 234">
              <a:extLst>
                <a:ext uri="{FF2B5EF4-FFF2-40B4-BE49-F238E27FC236}">
                  <a16:creationId xmlns:a16="http://schemas.microsoft.com/office/drawing/2014/main" id="{E382ADB8-7D20-0163-4AB4-994E4BC58B68}"/>
                </a:ext>
              </a:extLst>
            </p:cNvPr>
            <p:cNvCxnSpPr>
              <a:cxnSpLocks/>
              <a:stCxn id="243" idx="1"/>
              <a:endCxn id="224" idx="0"/>
            </p:cNvCxnSpPr>
            <p:nvPr/>
          </p:nvCxnSpPr>
          <p:spPr>
            <a:xfrm>
              <a:off x="4334752" y="4995396"/>
              <a:ext cx="143999" cy="13312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41" name="Straight Arrow Connector 240">
              <a:extLst>
                <a:ext uri="{FF2B5EF4-FFF2-40B4-BE49-F238E27FC236}">
                  <a16:creationId xmlns:a16="http://schemas.microsoft.com/office/drawing/2014/main" id="{C1F2E671-4EE0-101B-3D89-AC2E8C7DF5A4}"/>
                </a:ext>
              </a:extLst>
            </p:cNvPr>
            <p:cNvCxnSpPr>
              <a:cxnSpLocks/>
              <a:stCxn id="245" idx="1"/>
              <a:endCxn id="216" idx="0"/>
            </p:cNvCxnSpPr>
            <p:nvPr/>
          </p:nvCxnSpPr>
          <p:spPr>
            <a:xfrm flipH="1">
              <a:off x="3560104" y="4994613"/>
              <a:ext cx="175857" cy="13391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0896394A-E488-275C-B1E3-B7275BCC057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43" name="Rectangle 25">
                <a:extLst>
                  <a:ext uri="{FF2B5EF4-FFF2-40B4-BE49-F238E27FC236}">
                    <a16:creationId xmlns:a16="http://schemas.microsoft.com/office/drawing/2014/main" id="{B4541065-F664-464F-6DCE-B849B5B5C1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44" name="Rectangle 29">
                <a:extLst>
                  <a:ext uri="{FF2B5EF4-FFF2-40B4-BE49-F238E27FC236}">
                    <a16:creationId xmlns:a16="http://schemas.microsoft.com/office/drawing/2014/main" id="{FCFCE422-AD8F-B53D-7015-D9FCA457F9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45" name="Rectangle 29">
                <a:extLst>
                  <a:ext uri="{FF2B5EF4-FFF2-40B4-BE49-F238E27FC236}">
                    <a16:creationId xmlns:a16="http://schemas.microsoft.com/office/drawing/2014/main" id="{8B03C1AA-EA17-29F4-ECA5-3FA1752B86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46" name="Group 254">
            <a:extLst>
              <a:ext uri="{FF2B5EF4-FFF2-40B4-BE49-F238E27FC236}">
                <a16:creationId xmlns:a16="http://schemas.microsoft.com/office/drawing/2014/main" id="{C7F455B6-AAE1-2041-ABA4-0DD54062F6BD}"/>
              </a:ext>
            </a:extLst>
          </p:cNvPr>
          <p:cNvGrpSpPr>
            <a:grpSpLocks noChangeAspect="1"/>
          </p:cNvGrpSpPr>
          <p:nvPr/>
        </p:nvGrpSpPr>
        <p:grpSpPr>
          <a:xfrm>
            <a:off x="4555459" y="1629860"/>
            <a:ext cx="280226" cy="161260"/>
            <a:chOff x="8421867" y="1904979"/>
            <a:chExt cx="347879" cy="255573"/>
          </a:xfrm>
        </p:grpSpPr>
        <p:sp>
          <p:nvSpPr>
            <p:cNvPr id="250" name="Rectangle 60">
              <a:extLst>
                <a:ext uri="{FF2B5EF4-FFF2-40B4-BE49-F238E27FC236}">
                  <a16:creationId xmlns:a16="http://schemas.microsoft.com/office/drawing/2014/main" id="{CD398139-F1CF-E951-F8FC-DB1CC45FD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53" name="Group 719">
              <a:extLst>
                <a:ext uri="{FF2B5EF4-FFF2-40B4-BE49-F238E27FC236}">
                  <a16:creationId xmlns:a16="http://schemas.microsoft.com/office/drawing/2014/main" id="{2F702CDA-112B-C048-8D2C-9303BFFB700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78A2006F-5547-6CD1-E127-C7F298B996B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1E699B38-923A-CE59-EF7E-C6428658871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D898112C-CC81-AC99-F78E-B239929338C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5EE6B205-D462-0D2C-6DE9-E258B30DA24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54" name="Trapezoid 136">
              <a:extLst>
                <a:ext uri="{FF2B5EF4-FFF2-40B4-BE49-F238E27FC236}">
                  <a16:creationId xmlns:a16="http://schemas.microsoft.com/office/drawing/2014/main" id="{D69DDC8A-037B-20CA-0545-AEB4320326D1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61" name="Group 254">
            <a:extLst>
              <a:ext uri="{FF2B5EF4-FFF2-40B4-BE49-F238E27FC236}">
                <a16:creationId xmlns:a16="http://schemas.microsoft.com/office/drawing/2014/main" id="{F7A05064-85D6-A94C-6AFD-E0CF2E3AFF69}"/>
              </a:ext>
            </a:extLst>
          </p:cNvPr>
          <p:cNvGrpSpPr>
            <a:grpSpLocks noChangeAspect="1"/>
          </p:cNvGrpSpPr>
          <p:nvPr/>
        </p:nvGrpSpPr>
        <p:grpSpPr>
          <a:xfrm>
            <a:off x="5488851" y="1629860"/>
            <a:ext cx="280226" cy="161260"/>
            <a:chOff x="8421867" y="1904979"/>
            <a:chExt cx="347879" cy="255573"/>
          </a:xfrm>
        </p:grpSpPr>
        <p:sp>
          <p:nvSpPr>
            <p:cNvPr id="262" name="Rectangle 60">
              <a:extLst>
                <a:ext uri="{FF2B5EF4-FFF2-40B4-BE49-F238E27FC236}">
                  <a16:creationId xmlns:a16="http://schemas.microsoft.com/office/drawing/2014/main" id="{5B60C549-35C9-24C3-37E0-36E1193BE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63" name="Group 719">
              <a:extLst>
                <a:ext uri="{FF2B5EF4-FFF2-40B4-BE49-F238E27FC236}">
                  <a16:creationId xmlns:a16="http://schemas.microsoft.com/office/drawing/2014/main" id="{2E8F0532-32BB-F000-EF56-25599D495A89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0B4B00F3-5EC3-9E9A-021F-64935D937FE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2EE73B6F-CD91-51F0-8AE1-BE334A4FD5D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5A209F9A-59AF-70CE-6AEB-B5C8C3F9640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3" name="Straight Connector 362">
                <a:extLst>
                  <a:ext uri="{FF2B5EF4-FFF2-40B4-BE49-F238E27FC236}">
                    <a16:creationId xmlns:a16="http://schemas.microsoft.com/office/drawing/2014/main" id="{DDE708C1-27A8-B13B-8893-CA2367CFAB8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64" name="Trapezoid 136">
              <a:extLst>
                <a:ext uri="{FF2B5EF4-FFF2-40B4-BE49-F238E27FC236}">
                  <a16:creationId xmlns:a16="http://schemas.microsoft.com/office/drawing/2014/main" id="{07B35F93-4BD4-F6F0-F328-0A833BAFAE6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32165F1C-F3FD-18FD-BC52-DCE555E37FFB}"/>
              </a:ext>
            </a:extLst>
          </p:cNvPr>
          <p:cNvGrpSpPr/>
          <p:nvPr/>
        </p:nvGrpSpPr>
        <p:grpSpPr>
          <a:xfrm>
            <a:off x="4695572" y="1418979"/>
            <a:ext cx="933392" cy="210883"/>
            <a:chOff x="3560105" y="4920983"/>
            <a:chExt cx="918646" cy="207551"/>
          </a:xfrm>
        </p:grpSpPr>
        <p:cxnSp>
          <p:nvCxnSpPr>
            <p:cNvPr id="366" name="Straight Arrow Connector 365">
              <a:extLst>
                <a:ext uri="{FF2B5EF4-FFF2-40B4-BE49-F238E27FC236}">
                  <a16:creationId xmlns:a16="http://schemas.microsoft.com/office/drawing/2014/main" id="{CFF5CAAF-4DA1-E1B8-3AEE-68F17B3801A4}"/>
                </a:ext>
              </a:extLst>
            </p:cNvPr>
            <p:cNvCxnSpPr>
              <a:cxnSpLocks/>
              <a:stCxn id="377" idx="0"/>
              <a:endCxn id="262" idx="0"/>
            </p:cNvCxnSpPr>
            <p:nvPr/>
          </p:nvCxnSpPr>
          <p:spPr>
            <a:xfrm>
              <a:off x="4288158" y="4974136"/>
              <a:ext cx="190593" cy="154393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67" name="Straight Arrow Connector 366">
              <a:extLst>
                <a:ext uri="{FF2B5EF4-FFF2-40B4-BE49-F238E27FC236}">
                  <a16:creationId xmlns:a16="http://schemas.microsoft.com/office/drawing/2014/main" id="{0CB0F2C9-7EE3-50F0-1B49-64675C57E5EE}"/>
                </a:ext>
              </a:extLst>
            </p:cNvPr>
            <p:cNvCxnSpPr>
              <a:cxnSpLocks/>
              <a:stCxn id="379" idx="1"/>
              <a:endCxn id="250" idx="0"/>
            </p:cNvCxnSpPr>
            <p:nvPr/>
          </p:nvCxnSpPr>
          <p:spPr>
            <a:xfrm flipH="1">
              <a:off x="3560105" y="4994613"/>
              <a:ext cx="175856" cy="133921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0B5981CA-88A9-2AE9-D3B6-EEB89EA3E59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76" name="Rectangle 25">
                <a:extLst>
                  <a:ext uri="{FF2B5EF4-FFF2-40B4-BE49-F238E27FC236}">
                    <a16:creationId xmlns:a16="http://schemas.microsoft.com/office/drawing/2014/main" id="{140A49E7-52CD-3BB4-2900-9DDA196EF7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77" name="Rectangle 29">
                <a:extLst>
                  <a:ext uri="{FF2B5EF4-FFF2-40B4-BE49-F238E27FC236}">
                    <a16:creationId xmlns:a16="http://schemas.microsoft.com/office/drawing/2014/main" id="{0CABB793-D71B-9723-3FC1-C6EB7F964A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79" name="Rectangle 29">
                <a:extLst>
                  <a:ext uri="{FF2B5EF4-FFF2-40B4-BE49-F238E27FC236}">
                    <a16:creationId xmlns:a16="http://schemas.microsoft.com/office/drawing/2014/main" id="{42EB9B16-2F9B-913F-0691-38D75DCEBB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381" name="Group 254">
            <a:extLst>
              <a:ext uri="{FF2B5EF4-FFF2-40B4-BE49-F238E27FC236}">
                <a16:creationId xmlns:a16="http://schemas.microsoft.com/office/drawing/2014/main" id="{A3B92014-6D0C-0EC9-D663-9E8FC0E6D7C9}"/>
              </a:ext>
            </a:extLst>
          </p:cNvPr>
          <p:cNvGrpSpPr>
            <a:grpSpLocks noChangeAspect="1"/>
          </p:cNvGrpSpPr>
          <p:nvPr/>
        </p:nvGrpSpPr>
        <p:grpSpPr>
          <a:xfrm>
            <a:off x="6430129" y="1629860"/>
            <a:ext cx="280226" cy="161260"/>
            <a:chOff x="8421867" y="1904979"/>
            <a:chExt cx="347879" cy="255573"/>
          </a:xfrm>
        </p:grpSpPr>
        <p:sp>
          <p:nvSpPr>
            <p:cNvPr id="382" name="Rectangle 60">
              <a:extLst>
                <a:ext uri="{FF2B5EF4-FFF2-40B4-BE49-F238E27FC236}">
                  <a16:creationId xmlns:a16="http://schemas.microsoft.com/office/drawing/2014/main" id="{3886899E-4B66-F7F7-63E6-FF8AA54639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83" name="Group 719">
              <a:extLst>
                <a:ext uri="{FF2B5EF4-FFF2-40B4-BE49-F238E27FC236}">
                  <a16:creationId xmlns:a16="http://schemas.microsoft.com/office/drawing/2014/main" id="{5F045B6B-5D6B-E7EE-686B-8E4B8CD6092B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85" name="Straight Connector 384">
                <a:extLst>
                  <a:ext uri="{FF2B5EF4-FFF2-40B4-BE49-F238E27FC236}">
                    <a16:creationId xmlns:a16="http://schemas.microsoft.com/office/drawing/2014/main" id="{1285C313-8DF2-35C4-3360-B29F773CCBF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0F1A6C28-3607-3EED-D02C-0EA10418867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87ABE320-DF8A-6FC5-3E50-AD49B22A95F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4E96730B-BDAD-6D35-51ED-08E9A9BD5B7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84" name="Trapezoid 136">
              <a:extLst>
                <a:ext uri="{FF2B5EF4-FFF2-40B4-BE49-F238E27FC236}">
                  <a16:creationId xmlns:a16="http://schemas.microsoft.com/office/drawing/2014/main" id="{A6FB45DC-816E-28F7-F59B-F00EDCA5ED28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94" name="Group 254">
            <a:extLst>
              <a:ext uri="{FF2B5EF4-FFF2-40B4-BE49-F238E27FC236}">
                <a16:creationId xmlns:a16="http://schemas.microsoft.com/office/drawing/2014/main" id="{3F9ABA03-26EF-D066-A31A-47F3FF43A90E}"/>
              </a:ext>
            </a:extLst>
          </p:cNvPr>
          <p:cNvGrpSpPr>
            <a:grpSpLocks noChangeAspect="1"/>
          </p:cNvGrpSpPr>
          <p:nvPr/>
        </p:nvGrpSpPr>
        <p:grpSpPr>
          <a:xfrm>
            <a:off x="7363522" y="1629860"/>
            <a:ext cx="280226" cy="161260"/>
            <a:chOff x="8421867" y="1904979"/>
            <a:chExt cx="347879" cy="255573"/>
          </a:xfrm>
        </p:grpSpPr>
        <p:sp>
          <p:nvSpPr>
            <p:cNvPr id="395" name="Rectangle 60">
              <a:extLst>
                <a:ext uri="{FF2B5EF4-FFF2-40B4-BE49-F238E27FC236}">
                  <a16:creationId xmlns:a16="http://schemas.microsoft.com/office/drawing/2014/main" id="{F64517BD-C852-4141-EB32-8FBC7BB14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6" name="Group 719">
              <a:extLst>
                <a:ext uri="{FF2B5EF4-FFF2-40B4-BE49-F238E27FC236}">
                  <a16:creationId xmlns:a16="http://schemas.microsoft.com/office/drawing/2014/main" id="{63398BDE-4CFC-B12A-F8AC-DC0DCA3CB0E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1846F05E-7E60-38E8-9C02-85FE87B6FD8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9" name="Straight Connector 398">
                <a:extLst>
                  <a:ext uri="{FF2B5EF4-FFF2-40B4-BE49-F238E27FC236}">
                    <a16:creationId xmlns:a16="http://schemas.microsoft.com/office/drawing/2014/main" id="{BD5F452C-5187-AE1D-2828-DB99701EFBE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C77D3FD9-7D90-08B8-CDF4-6CCE898064D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29AD9E74-C8A5-62B1-0EDB-8A9B732610F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97" name="Trapezoid 136">
              <a:extLst>
                <a:ext uri="{FF2B5EF4-FFF2-40B4-BE49-F238E27FC236}">
                  <a16:creationId xmlns:a16="http://schemas.microsoft.com/office/drawing/2014/main" id="{C24F91ED-6B22-5BB3-D670-820755B7AFD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6F53F0B6-8663-3837-ECEC-C6769EEAA14F}"/>
              </a:ext>
            </a:extLst>
          </p:cNvPr>
          <p:cNvGrpSpPr/>
          <p:nvPr/>
        </p:nvGrpSpPr>
        <p:grpSpPr>
          <a:xfrm>
            <a:off x="6570242" y="1418979"/>
            <a:ext cx="933393" cy="210883"/>
            <a:chOff x="3560104" y="4920983"/>
            <a:chExt cx="918647" cy="207551"/>
          </a:xfrm>
        </p:grpSpPr>
        <p:cxnSp>
          <p:nvCxnSpPr>
            <p:cNvPr id="405" name="Straight Arrow Connector 404">
              <a:extLst>
                <a:ext uri="{FF2B5EF4-FFF2-40B4-BE49-F238E27FC236}">
                  <a16:creationId xmlns:a16="http://schemas.microsoft.com/office/drawing/2014/main" id="{969CB385-74A4-D630-7DA2-EEF176D92F4E}"/>
                </a:ext>
              </a:extLst>
            </p:cNvPr>
            <p:cNvCxnSpPr>
              <a:cxnSpLocks/>
              <a:stCxn id="409" idx="1"/>
              <a:endCxn id="395" idx="0"/>
            </p:cNvCxnSpPr>
            <p:nvPr/>
          </p:nvCxnSpPr>
          <p:spPr>
            <a:xfrm>
              <a:off x="4334752" y="4995396"/>
              <a:ext cx="143999" cy="133133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6" name="Straight Arrow Connector 405">
              <a:extLst>
                <a:ext uri="{FF2B5EF4-FFF2-40B4-BE49-F238E27FC236}">
                  <a16:creationId xmlns:a16="http://schemas.microsoft.com/office/drawing/2014/main" id="{4DFB4A8C-A91C-E389-A565-43409DDA05E7}"/>
                </a:ext>
              </a:extLst>
            </p:cNvPr>
            <p:cNvCxnSpPr>
              <a:cxnSpLocks/>
              <a:stCxn id="411" idx="1"/>
              <a:endCxn id="382" idx="0"/>
            </p:cNvCxnSpPr>
            <p:nvPr/>
          </p:nvCxnSpPr>
          <p:spPr>
            <a:xfrm flipH="1">
              <a:off x="3560104" y="4994613"/>
              <a:ext cx="175857" cy="133921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407" name="Group 406">
              <a:extLst>
                <a:ext uri="{FF2B5EF4-FFF2-40B4-BE49-F238E27FC236}">
                  <a16:creationId xmlns:a16="http://schemas.microsoft.com/office/drawing/2014/main" id="{79F6E0AB-6C8A-5007-527B-538045E7F8A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409" name="Rectangle 25">
                <a:extLst>
                  <a:ext uri="{FF2B5EF4-FFF2-40B4-BE49-F238E27FC236}">
                    <a16:creationId xmlns:a16="http://schemas.microsoft.com/office/drawing/2014/main" id="{59A7D907-323C-88AD-6553-59FD5AA7A7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410" name="Rectangle 29">
                <a:extLst>
                  <a:ext uri="{FF2B5EF4-FFF2-40B4-BE49-F238E27FC236}">
                    <a16:creationId xmlns:a16="http://schemas.microsoft.com/office/drawing/2014/main" id="{CF1CEAD9-6F4F-7BDB-E144-C6293FE67E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411" name="Rectangle 29">
                <a:extLst>
                  <a:ext uri="{FF2B5EF4-FFF2-40B4-BE49-F238E27FC236}">
                    <a16:creationId xmlns:a16="http://schemas.microsoft.com/office/drawing/2014/main" id="{778E6269-8608-CDE3-68C8-F1377EBF75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27" name="Connector: Elbow 426">
            <a:extLst>
              <a:ext uri="{FF2B5EF4-FFF2-40B4-BE49-F238E27FC236}">
                <a16:creationId xmlns:a16="http://schemas.microsoft.com/office/drawing/2014/main" id="{19CFAB6A-07FD-F7E7-1BFF-B7D066C9AB2F}"/>
              </a:ext>
            </a:extLst>
          </p:cNvPr>
          <p:cNvCxnSpPr>
            <a:stCxn id="1525" idx="2"/>
            <a:endCxn id="250" idx="1"/>
          </p:cNvCxnSpPr>
          <p:nvPr/>
        </p:nvCxnSpPr>
        <p:spPr>
          <a:xfrm rot="10800000" flipV="1">
            <a:off x="4555459" y="1083772"/>
            <a:ext cx="639520" cy="626717"/>
          </a:xfrm>
          <a:prstGeom prst="bentConnector3">
            <a:avLst>
              <a:gd name="adj1" fmla="val 135746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29" name="Connector: Elbow 428">
            <a:extLst>
              <a:ext uri="{FF2B5EF4-FFF2-40B4-BE49-F238E27FC236}">
                <a16:creationId xmlns:a16="http://schemas.microsoft.com/office/drawing/2014/main" id="{7C955EA6-4F31-2B3E-559F-D0D8EDB199D9}"/>
              </a:ext>
            </a:extLst>
          </p:cNvPr>
          <p:cNvCxnSpPr>
            <a:cxnSpLocks/>
            <a:stCxn id="1524" idx="3"/>
            <a:endCxn id="395" idx="3"/>
          </p:cNvCxnSpPr>
          <p:nvPr/>
        </p:nvCxnSpPr>
        <p:spPr>
          <a:xfrm>
            <a:off x="7093585" y="1082887"/>
            <a:ext cx="550163" cy="627603"/>
          </a:xfrm>
          <a:prstGeom prst="bentConnector3">
            <a:avLst>
              <a:gd name="adj1" fmla="val 141551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33" name="Straight Arrow Connector 432">
            <a:extLst>
              <a:ext uri="{FF2B5EF4-FFF2-40B4-BE49-F238E27FC236}">
                <a16:creationId xmlns:a16="http://schemas.microsoft.com/office/drawing/2014/main" id="{4B02F407-7882-DB99-BB21-639BC2D0A337}"/>
              </a:ext>
            </a:extLst>
          </p:cNvPr>
          <p:cNvCxnSpPr>
            <a:stCxn id="376" idx="2"/>
            <a:endCxn id="205" idx="0"/>
          </p:cNvCxnSpPr>
          <p:nvPr/>
        </p:nvCxnSpPr>
        <p:spPr>
          <a:xfrm>
            <a:off x="5161977" y="1517859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Arrow Connector 434">
            <a:extLst>
              <a:ext uri="{FF2B5EF4-FFF2-40B4-BE49-F238E27FC236}">
                <a16:creationId xmlns:a16="http://schemas.microsoft.com/office/drawing/2014/main" id="{FDA982FB-3180-D786-2241-B47E22310CE3}"/>
              </a:ext>
            </a:extLst>
          </p:cNvPr>
          <p:cNvCxnSpPr>
            <a:stCxn id="205" idx="2"/>
            <a:endCxn id="210" idx="0"/>
          </p:cNvCxnSpPr>
          <p:nvPr/>
        </p:nvCxnSpPr>
        <p:spPr>
          <a:xfrm>
            <a:off x="5193642" y="2034261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TextBox 439">
            <a:extLst>
              <a:ext uri="{FF2B5EF4-FFF2-40B4-BE49-F238E27FC236}">
                <a16:creationId xmlns:a16="http://schemas.microsoft.com/office/drawing/2014/main" id="{9CBD1F19-1AB7-1F1F-3CDA-90030CE099AE}"/>
              </a:ext>
            </a:extLst>
          </p:cNvPr>
          <p:cNvSpPr txBox="1"/>
          <p:nvPr/>
        </p:nvSpPr>
        <p:spPr>
          <a:xfrm>
            <a:off x="4056656" y="2305144"/>
            <a:ext cx="7312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aggregation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E8DCDB5F-E330-831D-2CBB-D2732A7CC9CD}"/>
              </a:ext>
            </a:extLst>
          </p:cNvPr>
          <p:cNvSpPr txBox="1"/>
          <p:nvPr/>
        </p:nvSpPr>
        <p:spPr>
          <a:xfrm>
            <a:off x="3875305" y="1768720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Partition parallel</a:t>
            </a:r>
          </a:p>
          <a:p>
            <a:r>
              <a:rPr lang="en-GB" sz="800" dirty="0"/>
              <a:t>(decomposition)</a:t>
            </a:r>
          </a:p>
        </p:txBody>
      </p: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F9AB1D07-5850-1BF4-EC60-945ED12B5B0A}"/>
              </a:ext>
            </a:extLst>
          </p:cNvPr>
          <p:cNvCxnSpPr/>
          <p:nvPr/>
        </p:nvCxnSpPr>
        <p:spPr>
          <a:xfrm>
            <a:off x="7041577" y="1517859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Straight Arrow Connector 442">
            <a:extLst>
              <a:ext uri="{FF2B5EF4-FFF2-40B4-BE49-F238E27FC236}">
                <a16:creationId xmlns:a16="http://schemas.microsoft.com/office/drawing/2014/main" id="{1F4AE7E3-E56E-62BC-5C8F-F9F7BA696AB0}"/>
              </a:ext>
            </a:extLst>
          </p:cNvPr>
          <p:cNvCxnSpPr/>
          <p:nvPr/>
        </p:nvCxnSpPr>
        <p:spPr>
          <a:xfrm>
            <a:off x="7073242" y="2034261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" name="Rectangle 25">
            <a:extLst>
              <a:ext uri="{FF2B5EF4-FFF2-40B4-BE49-F238E27FC236}">
                <a16:creationId xmlns:a16="http://schemas.microsoft.com/office/drawing/2014/main" id="{1CA4D191-6CE6-AEE6-073D-8C76EDBDF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3641" y="2946839"/>
            <a:ext cx="1317064" cy="87951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278" name="Rectangle 29">
            <a:extLst>
              <a:ext uri="{FF2B5EF4-FFF2-40B4-BE49-F238E27FC236}">
                <a16:creationId xmlns:a16="http://schemas.microsoft.com/office/drawing/2014/main" id="{619286DB-800C-BD98-ADBF-A6D9BB305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4788" y="2961986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279" name="Rectangle 29">
            <a:extLst>
              <a:ext uri="{FF2B5EF4-FFF2-40B4-BE49-F238E27FC236}">
                <a16:creationId xmlns:a16="http://schemas.microsoft.com/office/drawing/2014/main" id="{6BB01D84-1D14-01A8-0342-410E412DF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0887" y="2961986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282" name="Rectangle 135">
            <a:extLst>
              <a:ext uri="{FF2B5EF4-FFF2-40B4-BE49-F238E27FC236}">
                <a16:creationId xmlns:a16="http://schemas.microsoft.com/office/drawing/2014/main" id="{762C87AB-B99D-232F-7309-C4CE7289D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2919496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Top Connection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FC14342B-4055-151D-FE0C-412371FE869B}"/>
              </a:ext>
            </a:extLst>
          </p:cNvPr>
          <p:cNvCxnSpPr>
            <a:cxnSpLocks/>
            <a:stCxn id="1103" idx="0"/>
            <a:endCxn id="225" idx="2"/>
          </p:cNvCxnSpPr>
          <p:nvPr/>
        </p:nvCxnSpPr>
        <p:spPr>
          <a:xfrm flipH="1" flipV="1">
            <a:off x="6096001" y="607545"/>
            <a:ext cx="29248" cy="2539830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Arrow Connector 399">
            <a:extLst>
              <a:ext uri="{FF2B5EF4-FFF2-40B4-BE49-F238E27FC236}">
                <a16:creationId xmlns:a16="http://schemas.microsoft.com/office/drawing/2014/main" id="{43AE5609-BD24-65B9-135D-A903D3935C4E}"/>
              </a:ext>
            </a:extLst>
          </p:cNvPr>
          <p:cNvCxnSpPr>
            <a:cxnSpLocks/>
            <a:endCxn id="1039" idx="3"/>
          </p:cNvCxnSpPr>
          <p:nvPr/>
        </p:nvCxnSpPr>
        <p:spPr>
          <a:xfrm flipH="1">
            <a:off x="2421268" y="3009979"/>
            <a:ext cx="3063050" cy="59368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404" name="Straight Arrow Connector 403">
            <a:extLst>
              <a:ext uri="{FF2B5EF4-FFF2-40B4-BE49-F238E27FC236}">
                <a16:creationId xmlns:a16="http://schemas.microsoft.com/office/drawing/2014/main" id="{31E78E1F-FCA3-3E4C-7E43-F37A6F0883F2}"/>
              </a:ext>
            </a:extLst>
          </p:cNvPr>
          <p:cNvCxnSpPr>
            <a:cxnSpLocks/>
            <a:endCxn id="279" idx="4"/>
          </p:cNvCxnSpPr>
          <p:nvPr/>
        </p:nvCxnSpPr>
        <p:spPr>
          <a:xfrm flipH="1" flipV="1">
            <a:off x="6733428" y="3021416"/>
            <a:ext cx="3252144" cy="55813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423" name="Straight Connector 422">
            <a:extLst>
              <a:ext uri="{FF2B5EF4-FFF2-40B4-BE49-F238E27FC236}">
                <a16:creationId xmlns:a16="http://schemas.microsoft.com/office/drawing/2014/main" id="{EE6B085A-EEB9-1C7A-4F18-BDAB9938D31A}"/>
              </a:ext>
            </a:extLst>
          </p:cNvPr>
          <p:cNvCxnSpPr>
            <a:cxnSpLocks/>
          </p:cNvCxnSpPr>
          <p:nvPr/>
        </p:nvCxnSpPr>
        <p:spPr>
          <a:xfrm flipH="1" flipV="1">
            <a:off x="6192199" y="3025489"/>
            <a:ext cx="71036" cy="147105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</p:spTree>
    <p:extLst>
      <p:ext uri="{BB962C8B-B14F-4D97-AF65-F5344CB8AC3E}">
        <p14:creationId xmlns:p14="http://schemas.microsoft.com/office/powerpoint/2010/main" val="37161164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EB115-C48C-18EE-C94E-5617C80EA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TAPI – IETF model linkage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93999-9C10-D12A-B50A-31AE9D5A5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 tooltip="onmi025.ND.005_BriefAnalysis-TapiIetfModelLinkage.pptx"/>
              </a:rPr>
              <a:t>onmi025.ND.005_BriefAnalysis-TapiIetfModelLinkage.pptx</a:t>
            </a:r>
            <a:endParaRPr lang="en-GB" dirty="0"/>
          </a:p>
          <a:p>
            <a:r>
              <a:rPr lang="en-GB" dirty="0"/>
              <a:t>Need to add peer relationship to cover case where TP is shared.</a:t>
            </a:r>
          </a:p>
          <a:p>
            <a:r>
              <a:rPr lang="en-GB" dirty="0"/>
              <a:t>Need to consider connection and Link cases</a:t>
            </a:r>
          </a:p>
          <a:p>
            <a:r>
              <a:rPr lang="en-GB" dirty="0"/>
              <a:t>Target update 20250930</a:t>
            </a:r>
          </a:p>
        </p:txBody>
      </p:sp>
    </p:spTree>
    <p:extLst>
      <p:ext uri="{BB962C8B-B14F-4D97-AF65-F5344CB8AC3E}">
        <p14:creationId xmlns:p14="http://schemas.microsoft.com/office/powerpoint/2010/main" val="19433478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40114-C6B0-F6A5-6771-2A29015D7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Align PM streaming with OAM model advancements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B693C-31E4-B0B5-BA3E-F70711854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Review the PM streaming</a:t>
            </a:r>
          </a:p>
          <a:p>
            <a:r>
              <a:rPr lang="en-GB" dirty="0"/>
              <a:t>Review OAM in the streaming context (e.g., deprecation of current data)</a:t>
            </a:r>
          </a:p>
          <a:p>
            <a:pPr lvl="1"/>
            <a:r>
              <a:rPr lang="en-GB" dirty="0"/>
              <a:t>The properties form current data and history data have been used as a basis for the streaming properties. </a:t>
            </a:r>
          </a:p>
          <a:p>
            <a:pPr lvl="1"/>
            <a:r>
              <a:rPr lang="en-GB" dirty="0"/>
              <a:t>There is no direct linkage to current data and history data</a:t>
            </a:r>
          </a:p>
          <a:p>
            <a:pPr lvl="1"/>
            <a:r>
              <a:rPr lang="en-GB" dirty="0"/>
              <a:t>Current data was deprecated as it contained history data and had high rate of change properties (complicating notification and get methods)</a:t>
            </a:r>
          </a:p>
          <a:p>
            <a:pPr lvl="2"/>
            <a:r>
              <a:rPr lang="en-GB" dirty="0"/>
              <a:t>Note that the snapshot stream will be used to acquire current data during accumulation</a:t>
            </a:r>
          </a:p>
          <a:p>
            <a:r>
              <a:rPr lang="en-GB" dirty="0"/>
              <a:t>Assess structure for gaps, conflicts etc.</a:t>
            </a:r>
          </a:p>
          <a:p>
            <a:pPr lvl="1"/>
            <a:r>
              <a:rPr lang="en-GB" dirty="0"/>
              <a:t>Streaming description in TR-547 uses some out-of-date terminology </a:t>
            </a:r>
          </a:p>
          <a:p>
            <a:pPr lvl="2"/>
            <a:r>
              <a:rPr lang="en-GB" dirty="0"/>
              <a:t>E.g., </a:t>
            </a:r>
            <a:r>
              <a:rPr lang="en-GB" dirty="0" err="1"/>
              <a:t>oam</a:t>
            </a:r>
            <a:r>
              <a:rPr lang="en-GB" dirty="0"/>
              <a:t>-job in some cases as opposed to </a:t>
            </a:r>
            <a:r>
              <a:rPr lang="en-GB" dirty="0" err="1"/>
              <a:t>oam</a:t>
            </a:r>
            <a:r>
              <a:rPr lang="en-GB" dirty="0"/>
              <a:t>-job-service</a:t>
            </a:r>
          </a:p>
          <a:p>
            <a:pPr lvl="1"/>
            <a:r>
              <a:rPr lang="en-GB" dirty="0"/>
              <a:t>I will review fully and correct all discrepancies</a:t>
            </a:r>
          </a:p>
          <a:p>
            <a:r>
              <a:rPr lang="en-GB" dirty="0"/>
              <a:t>Report back to team</a:t>
            </a:r>
          </a:p>
          <a:p>
            <a:r>
              <a:rPr lang="en-GB" dirty="0"/>
              <a:t>Target 20251118</a:t>
            </a:r>
          </a:p>
          <a:p>
            <a:pPr lvl="1"/>
            <a:r>
              <a:rPr lang="en-GB" dirty="0"/>
              <a:t>Partial analysis carried out… need to do more before reporting back</a:t>
            </a:r>
          </a:p>
        </p:txBody>
      </p:sp>
    </p:spTree>
    <p:extLst>
      <p:ext uri="{BB962C8B-B14F-4D97-AF65-F5344CB8AC3E}">
        <p14:creationId xmlns:p14="http://schemas.microsoft.com/office/powerpoint/2010/main" val="637256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51483</TotalTime>
  <Words>2183</Words>
  <Application>Microsoft Office PowerPoint</Application>
  <PresentationFormat>Widescreen</PresentationFormat>
  <Paragraphs>486</Paragraphs>
  <Slides>27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Wingdings</vt:lpstr>
      <vt:lpstr>Office Theme</vt:lpstr>
      <vt:lpstr>Packager Shell Object</vt:lpstr>
      <vt:lpstr>TAPI Work progress</vt:lpstr>
      <vt:lpstr>Brief plan</vt:lpstr>
      <vt:lpstr>Quick discussion issue</vt:lpstr>
      <vt:lpstr>Progress</vt:lpstr>
      <vt:lpstr>To be delivered in the December timeframe</vt:lpstr>
      <vt:lpstr>Also in December release</vt:lpstr>
      <vt:lpstr>Minimal delivery</vt:lpstr>
      <vt:lpstr>Additional work item for 2.8</vt:lpstr>
      <vt:lpstr>Validate state</vt:lpstr>
      <vt:lpstr>Not being delivered</vt:lpstr>
      <vt:lpstr>From previous version</vt:lpstr>
      <vt:lpstr>Approach</vt:lpstr>
      <vt:lpstr>Updates to 2.1.3 and 2.5.x</vt:lpstr>
      <vt:lpstr>Protobuf file to 2.5</vt:lpstr>
      <vt:lpstr>physical-route</vt:lpstr>
      <vt:lpstr>String restrictions</vt:lpstr>
      <vt:lpstr>Config false</vt:lpstr>
      <vt:lpstr>Streaming test plan review</vt:lpstr>
      <vt:lpstr>Spotlight and snapshot stream</vt:lpstr>
      <vt:lpstr>Control plane model</vt:lpstr>
      <vt:lpstr>Proposal</vt:lpstr>
      <vt:lpstr>Proposal</vt:lpstr>
      <vt:lpstr>Proposal</vt:lpstr>
      <vt:lpstr>Proposal</vt:lpstr>
      <vt:lpstr>Proposal</vt:lpstr>
      <vt:lpstr>TAPI – IETF model linkage</vt:lpstr>
      <vt:lpstr>Align PM streaming with OAM model advancements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Davis, Nigel</dc:creator>
  <cp:lastModifiedBy>Davis, Nigel</cp:lastModifiedBy>
  <cp:revision>12</cp:revision>
  <dcterms:created xsi:type="dcterms:W3CDTF">2025-09-02T09:15:52Z</dcterms:created>
  <dcterms:modified xsi:type="dcterms:W3CDTF">2025-11-28T16:21:30Z</dcterms:modified>
</cp:coreProperties>
</file>