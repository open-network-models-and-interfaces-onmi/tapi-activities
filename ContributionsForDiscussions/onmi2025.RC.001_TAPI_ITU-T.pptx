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67" r:id="rId3"/>
    <p:sldId id="268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4C3F4-BC3B-4CA2-90B8-EE07CE595186}" v="10" dt="2025-09-05T11:25:45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, Roshan" userId="42de0764-d99f-4bc9-bb91-484b45138fac" providerId="ADAL" clId="{74400332-FE63-4A0D-A7A3-62625B950B2E}"/>
    <pc:docChg chg="undo custSel addSld modSld">
      <pc:chgData name="Joyce, Roshan" userId="42de0764-d99f-4bc9-bb91-484b45138fac" providerId="ADAL" clId="{74400332-FE63-4A0D-A7A3-62625B950B2E}" dt="2025-09-05T11:33:21.318" v="1485" actId="20577"/>
      <pc:docMkLst>
        <pc:docMk/>
      </pc:docMkLst>
      <pc:sldChg chg="modSp mod">
        <pc:chgData name="Joyce, Roshan" userId="42de0764-d99f-4bc9-bb91-484b45138fac" providerId="ADAL" clId="{74400332-FE63-4A0D-A7A3-62625B950B2E}" dt="2025-09-05T04:30:54.317" v="70" actId="20577"/>
        <pc:sldMkLst>
          <pc:docMk/>
          <pc:sldMk cId="192232846" sldId="258"/>
        </pc:sldMkLst>
        <pc:spChg chg="mod">
          <ac:chgData name="Joyce, Roshan" userId="42de0764-d99f-4bc9-bb91-484b45138fac" providerId="ADAL" clId="{74400332-FE63-4A0D-A7A3-62625B950B2E}" dt="2025-09-05T04:30:54.317" v="70" actId="20577"/>
          <ac:spMkLst>
            <pc:docMk/>
            <pc:sldMk cId="192232846" sldId="258"/>
            <ac:spMk id="3" creationId="{849DC6AD-4BFC-74F2-D2F7-22BA4D20B2FF}"/>
          </ac:spMkLst>
        </pc:spChg>
      </pc:sldChg>
      <pc:sldChg chg="modSp mod">
        <pc:chgData name="Joyce, Roshan" userId="42de0764-d99f-4bc9-bb91-484b45138fac" providerId="ADAL" clId="{74400332-FE63-4A0D-A7A3-62625B950B2E}" dt="2025-09-05T04:31:05.717" v="72" actId="6549"/>
        <pc:sldMkLst>
          <pc:docMk/>
          <pc:sldMk cId="3089786521" sldId="259"/>
        </pc:sldMkLst>
        <pc:spChg chg="mod">
          <ac:chgData name="Joyce, Roshan" userId="42de0764-d99f-4bc9-bb91-484b45138fac" providerId="ADAL" clId="{74400332-FE63-4A0D-A7A3-62625B950B2E}" dt="2025-09-05T04:31:05.717" v="72" actId="6549"/>
          <ac:spMkLst>
            <pc:docMk/>
            <pc:sldMk cId="3089786521" sldId="259"/>
            <ac:spMk id="3" creationId="{77B83657-832E-6DFA-C80A-172A65B68574}"/>
          </ac:spMkLst>
        </pc:spChg>
      </pc:sldChg>
      <pc:sldChg chg="modSp mod">
        <pc:chgData name="Joyce, Roshan" userId="42de0764-d99f-4bc9-bb91-484b45138fac" providerId="ADAL" clId="{74400332-FE63-4A0D-A7A3-62625B950B2E}" dt="2025-09-05T04:39:14.366" v="267" actId="20577"/>
        <pc:sldMkLst>
          <pc:docMk/>
          <pc:sldMk cId="4066502114" sldId="260"/>
        </pc:sldMkLst>
        <pc:spChg chg="mod">
          <ac:chgData name="Joyce, Roshan" userId="42de0764-d99f-4bc9-bb91-484b45138fac" providerId="ADAL" clId="{74400332-FE63-4A0D-A7A3-62625B950B2E}" dt="2025-09-05T04:39:14.366" v="267" actId="20577"/>
          <ac:spMkLst>
            <pc:docMk/>
            <pc:sldMk cId="4066502114" sldId="260"/>
            <ac:spMk id="7" creationId="{023F5A55-2978-7F42-2D86-9F1D800A6810}"/>
          </ac:spMkLst>
        </pc:spChg>
      </pc:sldChg>
      <pc:sldChg chg="modSp mod">
        <pc:chgData name="Joyce, Roshan" userId="42de0764-d99f-4bc9-bb91-484b45138fac" providerId="ADAL" clId="{74400332-FE63-4A0D-A7A3-62625B950B2E}" dt="2025-09-05T05:20:42.364" v="529" actId="207"/>
        <pc:sldMkLst>
          <pc:docMk/>
          <pc:sldMk cId="1716680131" sldId="261"/>
        </pc:sldMkLst>
        <pc:spChg chg="mod">
          <ac:chgData name="Joyce, Roshan" userId="42de0764-d99f-4bc9-bb91-484b45138fac" providerId="ADAL" clId="{74400332-FE63-4A0D-A7A3-62625B950B2E}" dt="2025-09-05T05:20:42.364" v="529" actId="207"/>
          <ac:spMkLst>
            <pc:docMk/>
            <pc:sldMk cId="1716680131" sldId="261"/>
            <ac:spMk id="7" creationId="{B5A83F82-CBA9-3A59-63CD-C5E71186CED5}"/>
          </ac:spMkLst>
        </pc:spChg>
      </pc:sldChg>
      <pc:sldChg chg="modSp mod">
        <pc:chgData name="Joyce, Roshan" userId="42de0764-d99f-4bc9-bb91-484b45138fac" providerId="ADAL" clId="{74400332-FE63-4A0D-A7A3-62625B950B2E}" dt="2025-09-05T05:21:05.802" v="530" actId="207"/>
        <pc:sldMkLst>
          <pc:docMk/>
          <pc:sldMk cId="540966827" sldId="262"/>
        </pc:sldMkLst>
        <pc:spChg chg="mod">
          <ac:chgData name="Joyce, Roshan" userId="42de0764-d99f-4bc9-bb91-484b45138fac" providerId="ADAL" clId="{74400332-FE63-4A0D-A7A3-62625B950B2E}" dt="2025-09-05T05:21:05.802" v="530" actId="207"/>
          <ac:spMkLst>
            <pc:docMk/>
            <pc:sldMk cId="540966827" sldId="262"/>
            <ac:spMk id="7" creationId="{00DD6746-C984-18D8-897C-BC64755694C3}"/>
          </ac:spMkLst>
        </pc:spChg>
      </pc:sldChg>
      <pc:sldChg chg="modSp mod">
        <pc:chgData name="Joyce, Roshan" userId="42de0764-d99f-4bc9-bb91-484b45138fac" providerId="ADAL" clId="{74400332-FE63-4A0D-A7A3-62625B950B2E}" dt="2025-09-05T05:14:10.005" v="370" actId="1076"/>
        <pc:sldMkLst>
          <pc:docMk/>
          <pc:sldMk cId="3979824641" sldId="263"/>
        </pc:sldMkLst>
        <pc:spChg chg="mod">
          <ac:chgData name="Joyce, Roshan" userId="42de0764-d99f-4bc9-bb91-484b45138fac" providerId="ADAL" clId="{74400332-FE63-4A0D-A7A3-62625B950B2E}" dt="2025-09-05T05:14:03.664" v="369" actId="207"/>
          <ac:spMkLst>
            <pc:docMk/>
            <pc:sldMk cId="3979824641" sldId="263"/>
            <ac:spMk id="7" creationId="{5ABFAAAF-6C02-9949-1454-3A5DD0E9419A}"/>
          </ac:spMkLst>
        </pc:spChg>
        <pc:graphicFrameChg chg="mod modGraphic">
          <ac:chgData name="Joyce, Roshan" userId="42de0764-d99f-4bc9-bb91-484b45138fac" providerId="ADAL" clId="{74400332-FE63-4A0D-A7A3-62625B950B2E}" dt="2025-09-05T05:14:10.005" v="370" actId="1076"/>
          <ac:graphicFrameMkLst>
            <pc:docMk/>
            <pc:sldMk cId="3979824641" sldId="263"/>
            <ac:graphicFrameMk id="2" creationId="{C971963A-C1C8-352C-46E8-CDA9E814CBAB}"/>
          </ac:graphicFrameMkLst>
        </pc:graphicFrameChg>
      </pc:sldChg>
      <pc:sldChg chg="modSp mod">
        <pc:chgData name="Joyce, Roshan" userId="42de0764-d99f-4bc9-bb91-484b45138fac" providerId="ADAL" clId="{74400332-FE63-4A0D-A7A3-62625B950B2E}" dt="2025-09-05T05:18:58.577" v="526" actId="207"/>
        <pc:sldMkLst>
          <pc:docMk/>
          <pc:sldMk cId="1371929055" sldId="264"/>
        </pc:sldMkLst>
        <pc:spChg chg="mod">
          <ac:chgData name="Joyce, Roshan" userId="42de0764-d99f-4bc9-bb91-484b45138fac" providerId="ADAL" clId="{74400332-FE63-4A0D-A7A3-62625B950B2E}" dt="2025-09-05T05:18:58.577" v="526" actId="207"/>
          <ac:spMkLst>
            <pc:docMk/>
            <pc:sldMk cId="1371929055" sldId="264"/>
            <ac:spMk id="7" creationId="{B737F65F-4F0C-6E29-4A61-4B0FF6FA9ECB}"/>
          </ac:spMkLst>
        </pc:spChg>
      </pc:sldChg>
      <pc:sldChg chg="modSp mod">
        <pc:chgData name="Joyce, Roshan" userId="42de0764-d99f-4bc9-bb91-484b45138fac" providerId="ADAL" clId="{74400332-FE63-4A0D-A7A3-62625B950B2E}" dt="2025-09-05T11:33:21.318" v="1485" actId="20577"/>
        <pc:sldMkLst>
          <pc:docMk/>
          <pc:sldMk cId="2509089082" sldId="265"/>
        </pc:sldMkLst>
        <pc:spChg chg="mod">
          <ac:chgData name="Joyce, Roshan" userId="42de0764-d99f-4bc9-bb91-484b45138fac" providerId="ADAL" clId="{74400332-FE63-4A0D-A7A3-62625B950B2E}" dt="2025-09-05T11:26:51.518" v="1264" actId="6549"/>
          <ac:spMkLst>
            <pc:docMk/>
            <pc:sldMk cId="2509089082" sldId="265"/>
            <ac:spMk id="4" creationId="{3C7E670F-F199-2449-2665-27BF9CF2545B}"/>
          </ac:spMkLst>
        </pc:spChg>
        <pc:spChg chg="mod">
          <ac:chgData name="Joyce, Roshan" userId="42de0764-d99f-4bc9-bb91-484b45138fac" providerId="ADAL" clId="{74400332-FE63-4A0D-A7A3-62625B950B2E}" dt="2025-09-05T11:33:21.318" v="1485" actId="20577"/>
          <ac:spMkLst>
            <pc:docMk/>
            <pc:sldMk cId="2509089082" sldId="265"/>
            <ac:spMk id="5" creationId="{663CBF98-C8AD-BF00-D0CE-5996E8506243}"/>
          </ac:spMkLst>
        </pc:spChg>
        <pc:spChg chg="mod">
          <ac:chgData name="Joyce, Roshan" userId="42de0764-d99f-4bc9-bb91-484b45138fac" providerId="ADAL" clId="{74400332-FE63-4A0D-A7A3-62625B950B2E}" dt="2025-09-05T11:26:42.043" v="1252" actId="6549"/>
          <ac:spMkLst>
            <pc:docMk/>
            <pc:sldMk cId="2509089082" sldId="265"/>
            <ac:spMk id="7" creationId="{BBA0AEB7-D6C8-C385-0382-B4F5B61B7FE9}"/>
          </ac:spMkLst>
        </pc:spChg>
      </pc:sldChg>
      <pc:sldChg chg="modSp new mod">
        <pc:chgData name="Joyce, Roshan" userId="42de0764-d99f-4bc9-bb91-484b45138fac" providerId="ADAL" clId="{74400332-FE63-4A0D-A7A3-62625B950B2E}" dt="2025-09-05T05:28:05.781" v="790" actId="20577"/>
        <pc:sldMkLst>
          <pc:docMk/>
          <pc:sldMk cId="1621974605" sldId="266"/>
        </pc:sldMkLst>
        <pc:spChg chg="mod">
          <ac:chgData name="Joyce, Roshan" userId="42de0764-d99f-4bc9-bb91-484b45138fac" providerId="ADAL" clId="{74400332-FE63-4A0D-A7A3-62625B950B2E}" dt="2025-09-05T05:27:14.372" v="748" actId="20577"/>
          <ac:spMkLst>
            <pc:docMk/>
            <pc:sldMk cId="1621974605" sldId="266"/>
            <ac:spMk id="2" creationId="{7612A028-2385-AFB2-7DD7-1DA1E98F4B03}"/>
          </ac:spMkLst>
        </pc:spChg>
        <pc:spChg chg="mod">
          <ac:chgData name="Joyce, Roshan" userId="42de0764-d99f-4bc9-bb91-484b45138fac" providerId="ADAL" clId="{74400332-FE63-4A0D-A7A3-62625B950B2E}" dt="2025-09-05T05:28:05.781" v="790" actId="20577"/>
          <ac:spMkLst>
            <pc:docMk/>
            <pc:sldMk cId="1621974605" sldId="266"/>
            <ac:spMk id="3" creationId="{B83DEA2B-CE68-CCE3-E304-5B6ADC319EA5}"/>
          </ac:spMkLst>
        </pc:spChg>
      </pc:sldChg>
      <pc:sldChg chg="modSp new mod">
        <pc:chgData name="Joyce, Roshan" userId="42de0764-d99f-4bc9-bb91-484b45138fac" providerId="ADAL" clId="{74400332-FE63-4A0D-A7A3-62625B950B2E}" dt="2025-09-05T05:32:11.496" v="1031" actId="20577"/>
        <pc:sldMkLst>
          <pc:docMk/>
          <pc:sldMk cId="3799550066" sldId="267"/>
        </pc:sldMkLst>
        <pc:spChg chg="mod">
          <ac:chgData name="Joyce, Roshan" userId="42de0764-d99f-4bc9-bb91-484b45138fac" providerId="ADAL" clId="{74400332-FE63-4A0D-A7A3-62625B950B2E}" dt="2025-09-05T05:30:02.524" v="1014" actId="20577"/>
          <ac:spMkLst>
            <pc:docMk/>
            <pc:sldMk cId="3799550066" sldId="267"/>
            <ac:spMk id="2" creationId="{EE9D3F0C-7FD1-DBCD-3BC8-87EAFA4C2DFF}"/>
          </ac:spMkLst>
        </pc:spChg>
        <pc:spChg chg="mod">
          <ac:chgData name="Joyce, Roshan" userId="42de0764-d99f-4bc9-bb91-484b45138fac" providerId="ADAL" clId="{74400332-FE63-4A0D-A7A3-62625B950B2E}" dt="2025-09-05T05:32:11.496" v="1031" actId="20577"/>
          <ac:spMkLst>
            <pc:docMk/>
            <pc:sldMk cId="3799550066" sldId="267"/>
            <ac:spMk id="3" creationId="{961E169C-A5E9-25B6-466A-D7EE05D6F9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3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7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9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0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6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9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7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3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634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13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4154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39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9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3561D-CDEE-4999-8D5E-F0410B5BEC0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851D37-E9C4-4AD2-BD3B-0952BEF0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8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A028-2385-AFB2-7DD7-1DA1E98F4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TAPI as G.7702 CPI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DEA2B-CE68-CCE3-E304-5B6ADC319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ITU-T SG 15</a:t>
            </a:r>
          </a:p>
          <a:p>
            <a:r>
              <a:rPr lang="en-US" dirty="0"/>
              <a:t>Ramon Casellas for TAPI WG</a:t>
            </a:r>
          </a:p>
        </p:txBody>
      </p:sp>
    </p:spTree>
    <p:extLst>
      <p:ext uri="{BB962C8B-B14F-4D97-AF65-F5344CB8AC3E}">
        <p14:creationId xmlns:p14="http://schemas.microsoft.com/office/powerpoint/2010/main" val="162197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3F0C-7FD1-DBCD-3BC8-87EAFA4C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E169C-A5E9-25B6-466A-D7EE05D6F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Elaborate on the possibility of proposing TAPI as interface option for G.7702 CPI (Control Plane Interface)</a:t>
            </a:r>
          </a:p>
          <a:p>
            <a:r>
              <a:rPr lang="en-US" dirty="0"/>
              <a:t>Initial notification/request from Telefonica </a:t>
            </a:r>
          </a:p>
          <a:p>
            <a:pPr lvl="1"/>
            <a:r>
              <a:rPr lang="en-US" dirty="0"/>
              <a:t>To be presented at a TAPI meeting to </a:t>
            </a:r>
          </a:p>
          <a:p>
            <a:pPr lvl="2"/>
            <a:r>
              <a:rPr lang="en-US" dirty="0"/>
              <a:t>Notify about the potential contribution </a:t>
            </a:r>
          </a:p>
          <a:p>
            <a:pPr lvl="2"/>
            <a:r>
              <a:rPr lang="en-US" dirty="0"/>
              <a:t>Collect feedback and gauge interest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idea is to be also proposed at TIP with a group of interested parties</a:t>
            </a:r>
          </a:p>
        </p:txBody>
      </p:sp>
    </p:spTree>
    <p:extLst>
      <p:ext uri="{BB962C8B-B14F-4D97-AF65-F5344CB8AC3E}">
        <p14:creationId xmlns:p14="http://schemas.microsoft.com/office/powerpoint/2010/main" val="379955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DB6C-E106-690B-1EC7-B4198C5B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7E24-D1CD-4756-D88F-E5303667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ITU-T has agreed to launch a work item for G.7702</a:t>
            </a:r>
          </a:p>
          <a:p>
            <a:pPr lvl="1"/>
            <a:r>
              <a:rPr lang="en-US" dirty="0"/>
              <a:t>Revision to Recommendation ITU-T G.7702 " Architecture for SDN control of transport networks “ (08/24)</a:t>
            </a:r>
            <a:endParaRPr lang="en-GB" dirty="0"/>
          </a:p>
          <a:p>
            <a:pPr lvl="1"/>
            <a:r>
              <a:rPr lang="en-GB" dirty="0"/>
              <a:t>Mapping of key concepts, architecture, functions or applicable interface</a:t>
            </a:r>
          </a:p>
          <a:p>
            <a:pPr lvl="1"/>
            <a:r>
              <a:rPr lang="en-GB" dirty="0"/>
              <a:t>No new protocols or data models</a:t>
            </a:r>
          </a:p>
          <a:p>
            <a:pPr lvl="1"/>
            <a:endParaRPr lang="en-GB" dirty="0"/>
          </a:p>
          <a:p>
            <a:r>
              <a:rPr lang="en-GB" dirty="0"/>
              <a:t>Potential contribution</a:t>
            </a:r>
          </a:p>
          <a:p>
            <a:pPr lvl="1"/>
            <a:r>
              <a:rPr lang="en-GB" dirty="0"/>
              <a:t>Appendix to G.7702 on how specific interfaces fit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12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5D11-42BF-734C-B921-380DE521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</a:t>
            </a: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63FA049E-37D7-6144-41C8-3A99894E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24" y="1998350"/>
            <a:ext cx="9207714" cy="340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8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BFA0-E4BB-5089-17D9-262CF0F5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8C88-4EA5-69DF-50AE-0A28C519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G.7702 architecture is applicable to both connection-oriented circuit and packet transport networks. </a:t>
            </a:r>
          </a:p>
          <a:p>
            <a:r>
              <a:rPr lang="en-US" sz="2400" dirty="0"/>
              <a:t>The CPI should support several categories of functional requirements, including topology, connection, path computation and resource virtualization/abstraction, performance and fault management, notification/events with MC (Management and Control)</a:t>
            </a:r>
          </a:p>
          <a:p>
            <a:endParaRPr lang="en-US" sz="2400" dirty="0"/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3745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31D-F549-1D08-3F9F-AD90D4A2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429C-CC29-5D8C-3C7B-A14A21CBC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Map TAPI functions to entities such as </a:t>
            </a:r>
          </a:p>
          <a:p>
            <a:pPr lvl="1"/>
            <a:r>
              <a:rPr lang="en-US" sz="2000" dirty="0"/>
              <a:t>RC</a:t>
            </a:r>
          </a:p>
          <a:p>
            <a:pPr lvl="1"/>
            <a:r>
              <a:rPr lang="en-US" sz="2000" dirty="0"/>
              <a:t>LRM</a:t>
            </a:r>
          </a:p>
          <a:p>
            <a:endParaRPr lang="en-GB" dirty="0"/>
          </a:p>
          <a:p>
            <a:r>
              <a:rPr lang="en-GB" dirty="0"/>
              <a:t>Elaborate on how different concepts are mapped into TAPI entities</a:t>
            </a:r>
          </a:p>
          <a:p>
            <a:pPr lvl="1"/>
            <a:r>
              <a:rPr lang="en-GB" dirty="0"/>
              <a:t>TAPI </a:t>
            </a:r>
            <a:r>
              <a:rPr lang="en-GB" dirty="0">
                <a:sym typeface="Wingdings" panose="05000000000000000000" pitchFamily="2" charset="2"/>
              </a:rPr>
              <a:t> CPI</a:t>
            </a:r>
            <a:endParaRPr lang="en-GB" dirty="0"/>
          </a:p>
          <a:p>
            <a:pPr lvl="1"/>
            <a:r>
              <a:rPr lang="en-GB" dirty="0"/>
              <a:t>Shared Context </a:t>
            </a:r>
            <a:r>
              <a:rPr lang="en-GB" dirty="0">
                <a:sym typeface="Wingdings" panose="05000000000000000000" pitchFamily="2" charset="2"/>
              </a:rPr>
              <a:t> Client Context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NEP/CEP  SNPP/SNP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Connectivity Service  Call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559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</TotalTime>
  <Words>232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Trebuchet MS</vt:lpstr>
      <vt:lpstr>Wingdings</vt:lpstr>
      <vt:lpstr>Wingdings 3</vt:lpstr>
      <vt:lpstr>Facet</vt:lpstr>
      <vt:lpstr>TAPI as G.7702 CPI</vt:lpstr>
      <vt:lpstr>Overview</vt:lpstr>
      <vt:lpstr>Background</vt:lpstr>
      <vt:lpstr>Architecture</vt:lpstr>
      <vt:lpstr>Functions</vt:lpstr>
      <vt:lpstr>Initial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Roshan</dc:creator>
  <cp:lastModifiedBy>Ramon Casellas</cp:lastModifiedBy>
  <cp:revision>2</cp:revision>
  <dcterms:created xsi:type="dcterms:W3CDTF">2025-08-20T05:43:06Z</dcterms:created>
  <dcterms:modified xsi:type="dcterms:W3CDTF">2025-10-14T09:45:42Z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2025-08-22T06:01:34Z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5f02d43c-b7fc-4496-8e9d-bd8a2011a32b</vt:lpwstr>
  </property>
  <property fmtid="{D5CDD505-2E9C-101B-9397-08002B2CF9AE}" pid="8" name="MSIP_Label_a7295cc1-d279-42ac-ab4d-3b0f4fece050_ContentBits">
    <vt:lpwstr>0</vt:lpwstr>
  </property>
  <property fmtid="{D5CDD505-2E9C-101B-9397-08002B2CF9AE}" pid="9" name="MSIP_Label_a7295cc1-d279-42ac-ab4d-3b0f4fece050_Tag">
    <vt:lpwstr>10, 3, 0, 1</vt:lpwstr>
  </property>
</Properties>
</file>