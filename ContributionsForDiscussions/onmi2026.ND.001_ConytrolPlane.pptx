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75" r:id="rId3"/>
    <p:sldId id="261" r:id="rId4"/>
    <p:sldId id="265" r:id="rId5"/>
    <p:sldId id="274" r:id="rId6"/>
    <p:sldId id="269" r:id="rId7"/>
    <p:sldId id="277" r:id="rId8"/>
    <p:sldId id="270" r:id="rId9"/>
    <p:sldId id="27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98368-A055-40CE-B566-B6717ADE5EF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D07602-9C61-46D1-885D-794D21BFE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903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EA00C-9364-F3CB-B7B3-ECB69AFCF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E3D160-AFDC-7E1B-AD03-1944484AB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A3617-15C4-B40C-AE38-38603565A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530A0-0DBB-4888-8B51-B3B4BED6F2F2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610F5-A356-F1B6-BAD8-9BAEEE559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0119E-4D00-84A2-2259-AFC0C129A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5B-B56A-489E-AFDC-7E2915FA5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9891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E6D2A-1115-7468-7990-6F41BB268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7E62A-2563-3751-FC7B-B02197484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9E96C-4BEF-DB92-B898-EDFF39FA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530A0-0DBB-4888-8B51-B3B4BED6F2F2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E3932-2525-F1E0-99AD-9972345D7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CCCD6-7F91-060B-9838-6388E2EC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5B-B56A-489E-AFDC-7E2915FA5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5587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9E629-C3ED-BC1F-0AE8-1DBE4A007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B095E-697F-BC7F-FAF6-32C72BF40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F6DA5-11A7-A3B1-4FFB-51526F609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530A0-0DBB-4888-8B51-B3B4BED6F2F2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74EF0-0E8C-E927-C3B7-FC3E359FC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26233-A0F3-A87F-BA9B-1710F27B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5B-B56A-489E-AFDC-7E2915FA5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083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EB4EC-9384-FB1B-9907-ADBFBE8C8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7C680-D30B-7924-7587-2595B3516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79EE37-E40A-B362-0054-A628B9BD6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A0261-D4DC-5DC3-2C2F-66062F73B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530A0-0DBB-4888-8B51-B3B4BED6F2F2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14821-C000-7CAC-9D8D-72B26D95B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E0D78-484A-D854-4FE7-5F7FE8981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5B-B56A-489E-AFDC-7E2915FA5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1825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D679-F60D-D851-CEF0-820C9C8F6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98E0D-1C5A-114C-7DEA-7EF19D324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66E89-AC0B-AF9C-C526-95F23D15D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1CF4FE-EAB0-1CD2-FC67-C54FB105A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F7E4A3-239B-174A-F4D4-F1766D1F79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4909FC-2B53-8D24-6918-5FB6FB6A0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530A0-0DBB-4888-8B51-B3B4BED6F2F2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1CE19C-49D9-CC4D-8253-2DA2519D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1F398C-EFC7-1EA2-94AC-DAC0FB97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5B-B56A-489E-AFDC-7E2915FA5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41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866EC-084E-B6E2-15FB-C72702C4E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A1C07F-FEAD-1EAA-D547-9DBD22076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530A0-0DBB-4888-8B51-B3B4BED6F2F2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684574-52E1-1141-1877-E629D283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A257E-FDFF-047E-28FE-4F9FEDE1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5B-B56A-489E-AFDC-7E2915FA5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027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A21612-0C75-6D19-9016-3B755F9B3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530A0-0DBB-4888-8B51-B3B4BED6F2F2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7BF6B8-A225-8A3C-F638-E12526D63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F63C5-3ECC-6E02-B4CC-914666F03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5B-B56A-489E-AFDC-7E2915FA5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03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B4CA-73DA-75DD-50D5-63CD89AEB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08037-DBA6-31E3-3C2A-2A4C3957D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5B3C0-B911-4724-5696-E6CFEC528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FB0B6-CF84-637F-6609-246EE909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530A0-0DBB-4888-8B51-B3B4BED6F2F2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7434E-06ED-5873-7605-88F7709A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D059D-0318-7145-340D-2B2B16E1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5B-B56A-489E-AFDC-7E2915FA5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917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95D9-D747-831D-8580-E9283FD5A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3F7FB4-76B4-2917-EE45-CF589BA17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7B693A-BC26-A2FD-131F-EBA810ADC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405AE-0E1D-A500-6F71-912FF0D81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530A0-0DBB-4888-8B51-B3B4BED6F2F2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1BEC2-BABB-3B71-DC03-C99AB3163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A0E0D-76EE-4D84-831F-A14D37589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5B-B56A-489E-AFDC-7E2915FA5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693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3FEB9-9748-DCAF-728A-8C4C82EEA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298316-89AB-5F7A-A2DC-DA5D619A1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6BDC8-9A52-5B3B-B15B-E89D3B14C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530A0-0DBB-4888-8B51-B3B4BED6F2F2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12FC1-DE53-7AD8-6E8A-28E527AD8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50922-B135-7402-7AB5-93C72E30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5B-B56A-489E-AFDC-7E2915FA5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93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7A1910-387B-C422-9E50-3E5F0B34C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2BE784-2D29-6B6E-D383-8BA0C4889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1F4BB-D26C-7D7C-9D31-84E2D0B73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530A0-0DBB-4888-8B51-B3B4BED6F2F2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9D7D7-DC67-B546-E98D-754F84922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8EB2B-960A-20DB-375C-799CCA9D3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5B-B56A-489E-AFDC-7E2915FA5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5554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B6F2D1-4B4F-0074-2D44-9B5C93BBE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05B80-780E-3038-C391-4E57D2050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11D71-703D-63E0-50AA-4731F323ED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530A0-0DBB-4888-8B51-B3B4BED6F2F2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1FBCF-A271-5EEE-E187-4C4E16B8D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56CE4-52BC-06FA-2D58-14810D123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3A35B-B56A-489E-AFDC-7E2915FA5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6191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4ED2-8F0E-40EF-BEC9-C49482D129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ASON Control Plane Model in TAPI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BC9A37-4C83-C189-C064-2270170E3A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Nigel Davis</a:t>
            </a:r>
          </a:p>
          <a:p>
            <a:r>
              <a:rPr lang="en-GB" dirty="0"/>
              <a:t>20260120</a:t>
            </a:r>
          </a:p>
        </p:txBody>
      </p:sp>
    </p:spTree>
    <p:extLst>
      <p:ext uri="{BB962C8B-B14F-4D97-AF65-F5344CB8AC3E}">
        <p14:creationId xmlns:p14="http://schemas.microsoft.com/office/powerpoint/2010/main" val="292859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540A2-A956-D2DE-F3F7-99DA80F99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7781C-F1C5-C598-DFCF-B837E54AB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slide pack provides the initial draft model for the ASON/ASTN control plane using the TAPI model</a:t>
            </a:r>
          </a:p>
        </p:txBody>
      </p:sp>
    </p:spTree>
    <p:extLst>
      <p:ext uri="{BB962C8B-B14F-4D97-AF65-F5344CB8AC3E}">
        <p14:creationId xmlns:p14="http://schemas.microsoft.com/office/powerpoint/2010/main" val="2719138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0229C-7375-05A4-FFF2-C406C47AD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plane model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8A2E8-0A3E-C077-A36F-D3B2D1353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Model of control plane using standard TAPI classes</a:t>
            </a:r>
          </a:p>
          <a:p>
            <a:pPr lvl="1"/>
            <a:r>
              <a:rPr lang="en-GB" dirty="0"/>
              <a:t>SNPP </a:t>
            </a:r>
            <a:r>
              <a:rPr lang="en-GB" dirty="0">
                <a:sym typeface="Wingdings" panose="05000000000000000000" pitchFamily="2" charset="2"/>
              </a:rPr>
              <a:t> NEP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SNP  CEP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Connection  Connection</a:t>
            </a:r>
          </a:p>
          <a:p>
            <a:pPr lvl="1"/>
            <a:r>
              <a:rPr lang="en-GB" dirty="0" err="1">
                <a:sym typeface="Wingdings" panose="05000000000000000000" pitchFamily="2" charset="2"/>
              </a:rPr>
              <a:t>SNPP_Link</a:t>
            </a:r>
            <a:r>
              <a:rPr lang="en-GB" dirty="0">
                <a:sym typeface="Wingdings" panose="05000000000000000000" pitchFamily="2" charset="2"/>
              </a:rPr>
              <a:t>  Link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BRI  SIP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Abstraction through new association such that control plane entities reference real entities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Works with TAPI path and path set</a:t>
            </a:r>
          </a:p>
          <a:p>
            <a:r>
              <a:rPr lang="en-GB" dirty="0">
                <a:sym typeface="Wingdings" panose="05000000000000000000" pitchFamily="2" charset="2"/>
              </a:rPr>
              <a:t>This may require more than one level of nesting of lower connection in top level connections. This will become clear as further examples are developed.</a:t>
            </a:r>
          </a:p>
          <a:p>
            <a:r>
              <a:rPr lang="en-GB" dirty="0"/>
              <a:t>For complex cases we can:</a:t>
            </a:r>
          </a:p>
          <a:p>
            <a:pPr lvl="1"/>
            <a:r>
              <a:rPr lang="en-GB" dirty="0"/>
              <a:t>pull out the control plane connection as separate from the “real” connection</a:t>
            </a:r>
          </a:p>
          <a:p>
            <a:pPr lvl="1"/>
            <a:r>
              <a:rPr lang="en-GB" dirty="0"/>
              <a:t>allow two levels of lower connection.</a:t>
            </a:r>
          </a:p>
          <a:p>
            <a:r>
              <a:rPr lang="en-GB" dirty="0"/>
              <a:t>The following slides show the model applied to a L0 service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1509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F95ED-282D-CFBE-537E-CC05B6A68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3B64E5C-DED3-5EFC-496A-337EAF592965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55796B-E2DB-FCAB-1070-644B6CDC408C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ECFD3810-9B16-B83C-B631-9CA48DB473E2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8FD0797D-7ADF-06F5-092E-68E987CE2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6B27CD0A-1CC8-58C9-057C-1BF272B47B1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B327E48-BCC5-32A3-DBD8-77CBDF66CD6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3B252F14-114C-1318-3C83-F0CD5C9C332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37D3F451-FE0E-9773-22E7-5A36EF2ECA8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9B37C2BB-2E05-44E9-ABD3-41DDCB30AC7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4040FB06-1ED2-86C1-33CF-DF46F2B02D7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A20798A-B470-22BC-3923-671A6E320BAE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E873905-22B3-8A25-0B34-B7CBA063A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0781848-4F0C-0E3E-E6B1-E1193A081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37B3A158-E75A-2AF7-5C30-76A229AB0858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5879B25-1156-F68E-F8FF-7A92F8FF2DF1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1369E678-9E7E-230B-4862-AD14507C03B2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31B81D33-724F-D5F2-F9F7-7AAFA25D8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83CCC0E8-83C7-9C95-55E1-E6088CD779F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4CFB1E3D-101B-7E1E-7A0B-BF92BF54C06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A1D6E063-E139-3E29-202F-F3B44FD49E8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647553A7-12C2-92A6-03AE-5B7207D89D8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8FB3B8CB-0A3A-F032-7C12-238E7F59A37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FC1BB5BF-B9A7-7B7F-3E58-0B1407A50C3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664DF959-E293-3C8C-10A8-639415355ED6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D42BE92-6998-79AF-C74D-B1B886C19042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B64DB450-CBE0-4263-A62B-5DD6461D9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F5412B97-B3F3-2025-26F2-2CC43ED7A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79665BDD-F674-2486-4400-877D73F3F44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3F542A5E-2B1C-6F9A-1F21-5D93C28D8D9A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9A4F85CD-1190-05EE-6706-2F5EF20F479A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4B3EEF9A-4AFF-645C-787F-1BC6DE1E9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9CC51339-68FC-09B4-42B5-64376F56117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94A3F16E-BF82-2775-026B-49C9CC023B0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6C780103-D02D-E843-AE8E-85DD2A0193D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66F35576-1B5D-0AA8-EBE8-3D2831FF55C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BF84E6A3-43A7-CBDE-5333-283C873DB5F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84FB62CA-3C29-DFBA-C204-F649222256C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87EE51AE-5DC9-A792-3745-05A9E8A6D4C0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765687A3-4D8F-FFD8-091E-8C0653812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3138E16D-2C05-73A9-7497-580342135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6959153D-9DDA-6680-5599-CBA0AD14357D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B4E3FF49-24E9-2832-43EF-6800C32A56B2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BFC4463A-A4A4-ED98-0330-E32D9A3A238E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FF7F1AAE-1439-0351-DBF0-5011BB99B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6F05DC57-5A08-1791-CDF7-93075954D8A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33B64B65-6E42-06B3-2DC0-2C15B56640A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AD7ABEB2-FA5C-88BA-373B-0D6F61E45E9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58ED963D-419D-81C7-33B5-9BF81C2EF68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14148133-2D4E-880B-3283-DD4973AE942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41B43AA3-E411-BC4F-AC6E-3DA1C4388E0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11EE216C-839B-5099-C7B8-E1A1C2EBF282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600316BE-A566-A2E1-7B6D-14D2BE94A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BF4992B9-4232-A8CD-4C00-43EAB1C51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CB6D7E2D-184D-B98F-72C2-A0C6FE3887E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68A3B3D1-730C-FC53-5790-70EE6E19E4B3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B663682A-45BD-38C0-16F4-0D7E2CD1FE91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79B66216-F7F5-DD89-80B2-DF6102D62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7C0ACFE6-E54A-6D3A-C1B1-AF32DCE5757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38472E3B-16EA-C7DD-AEBE-B5F198CE676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072FF302-78AC-AE0B-B961-58BB1820CD3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715F6594-08E8-4705-BBA9-CA5247EC563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1354E90C-867F-A53D-B517-E83B15B5E68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C3A1D8D6-9803-110B-D190-35F7F5BABAE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A5814B14-5125-9DF2-8B30-FA3543B027EE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4263E052-5101-D8F9-71B5-32F3B6DDF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3A6101E0-045A-5426-E624-65CDA4A10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DA8C6602-FCBB-93D1-E2AE-8683F87A1FD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4CBDB214-89D9-657B-A772-08D47638F15C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D699A117-C3A9-12E5-18E1-AC150FC86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62ED2250-67B4-1908-42A7-1BBEACF99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C7358A4C-751A-73EB-78E5-2671D2D42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F5519B7C-681B-3B14-E7CF-A12CB94463FD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EEC0FCF7-9061-AB62-A8CA-4DFD202DB8A5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843F28FE-7EFD-4D48-F4E9-471505D9A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077A874E-4502-49D5-1CFF-B83063F41B42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D33CB198-C45B-D6A6-25FF-59B70D9E8AB9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F86DFFC3-431C-A220-5210-AC3CB7D7E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BB293DF5-2389-ACF3-3465-806153C7A30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4D9B6CBD-1CB2-C65D-6A5C-394390FD970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7AEF5D47-0162-9BC6-C955-8967DBAC4F1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117A03F5-40F9-3209-5041-FF2026FB2CC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23343217-2D24-549A-7BF5-E258FD61CA6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CCE34726-2FA8-B32C-9E40-6AFAD7453C3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CEFF9C00-EB2E-BAB6-ADA5-69A8FE5D7DC5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0EAE84F8-CB4D-3561-4C7A-0A5A39334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706C2AE6-D9F0-1F2C-B312-63544CC52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A60D8AD6-C80A-69BD-4A68-20CD0A954ED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88F4A02A-C5B8-40CB-274C-62C98F2D2EF4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766EA204-EC60-9D4C-2BA8-C90E38BD3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3022D7EA-238E-326A-8ED5-1B667E2E36D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DBC65D9F-80CD-6B1D-51FA-39018FB419A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4E98FB6F-A050-2ACC-A9C2-C151FAF100F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3C1C0225-501F-C146-689A-4C3065605B1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AAAC114C-8638-141D-2D75-0DB43F0579C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19222A53-4785-4BDC-9A8A-3672E68993D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5F35E238-D417-9279-58B4-719F8FE9E95A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32A53A66-59D2-58A4-983C-69F6B2B66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4F9E9386-526E-9E1D-E12E-365E0846C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309EE57F-CD8E-F669-E980-8084E7E5D6F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F974066A-698D-2758-7B31-690526BF81F9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201E44ED-B0F1-6BF5-D670-21325F9F22B5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E06DED40-11BF-2CB5-85B3-5C6E5D6E1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7CB00B94-980C-3DCA-3D37-01C15DF0514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1B74B885-5BA5-D03D-04B9-6BD9EE83CB9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2290C5DB-3AD1-B985-AA3A-AADD4C06C9F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985204D1-701A-A7CB-5331-7D60E259E1B4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53F2910B-1797-F036-27F7-BE10B32A919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C173CF58-D735-9869-78DC-95114AA505F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E9D08D07-7394-F991-BA07-7C0DB057FE55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F0B3BCFD-ECA6-DE17-A269-D773BB984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7ADA62A1-7FF3-EAD5-D46F-0534DFD94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B4BAAAB8-AA64-33CF-A8E5-2149B01CF7D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B64C7F68-9609-77E8-3B22-B1BAA70CBF77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000905C8-74CC-BA0C-4DC7-BB67070B8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DA695B3C-7D31-5095-89F3-84A1BF6D0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ACB7D650-387F-BCA8-01AA-D65FF2FB6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A8268EE8-0708-5D28-369D-FACDEA7CCA5E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D9D8CAD5-0A78-8964-BEB4-6807EB0DF068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124A2F4B-19B7-56B6-F8F0-3E987D60F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FD34229D-EA62-D438-D213-5C389B2E9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34C1CF43-DA33-C9B4-0985-7304A9BC9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D8081BB4-7D33-E524-C0B2-CFE66959A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50D04258-3AC4-5FE8-122F-CEC693BD18FC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8E4ED32D-B0CB-5C4B-871D-6B529C4BFE2B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F9F056CA-B06E-6480-5587-2AD137133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059402D2-22D3-EA90-5D14-7824826AD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228C5E4D-997A-F4A6-76B2-87FCA8008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A2C47C8C-4438-9CEB-83E3-DF8DA8A73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A1ED9C9F-6518-1678-7B7C-D7F7114CBE55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0C3A00BA-9769-3EA0-5CA7-18540A30DE22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AA90C955-9E78-61B2-C38D-71B29774E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A5EF2721-179F-A0A0-6892-371EFF9BFC1D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397E86C8-4752-2339-BEF5-00911DE7CEB3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43D44770-FABE-B98F-78ED-04983549E874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EDCAC9F5-D615-94FD-485C-5B0B6FED0583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D5416ACD-71A7-15D5-0451-3101742F1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BEEA37B5-D848-D43F-4CF3-497B1B776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054D339F-0D59-E6BC-F4B5-089A4ECFB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784EE38F-5D42-F294-4172-728FF6F39C27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1C3E650A-5786-CDF2-B07D-EE37902E4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7CF35287-21EF-99A4-AFD0-C3C9E6B33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9AFAA536-DEA2-8368-F49B-56B64D40677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37341BFA-CD6F-EA74-6D52-0731496EBC01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57370823-2821-31B1-CB39-9B417F69B410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ED6C07EC-A6F4-AF2F-BF2C-45143A5F4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5E6059D4-6230-D076-559C-13210DC54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0A53EA7A-E509-B396-DF5C-D6B4561F700D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EDA6021B-1EC1-C9EB-77C7-8DF84ED67DA9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518A8F86-B122-3139-8E7D-B0048ACED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800AB40F-B538-B1E9-D17C-F5A22F06797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E64B81F9-16C1-3ACF-FC54-E153FF51475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55D3144E-F3FA-E77C-25BA-4AD234A69E6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AC0120B0-186E-03A6-CABA-0EF85634489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A7E29D65-926A-0B55-06B9-0FC9F5C6BBF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0DB7F94C-16E8-0BC3-F789-146967DBF15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B20578E2-EA83-C5E8-517D-5BF5334D9449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9940E81E-1B45-2C05-A00D-B95C5A757307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514D09E2-F44B-7965-CD61-F60E6123113B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C9FADBA9-00DC-31E3-0A58-CCB9FE3B3706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02144224-61E8-0059-3535-69DF7F3C037A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219DDAF1-EC70-B148-BFB7-0BFF470734BC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0C1F955A-CB9B-D202-0226-9F810DABB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EBABE39E-3E8F-A305-4012-42CFC311F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094A5FFE-7303-217E-9CD4-20D199061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492E78CD-8118-04B3-0269-578C659D8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8EF32DB9-7B77-5939-F0B3-6933D3B5C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DE70EA57-70F7-BB75-7A8B-9BFD1861D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363D435F-F76C-F3E7-D924-87EF01A81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87077114-865E-229D-82FF-7917B9BFF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B242B1AE-568E-70FA-7B4C-DD4C3C78A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E8A3A98C-3A65-1D98-7156-68474D197C82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EDCEE85F-16BD-ED12-0572-0960A8430770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862B2FE4-001E-58F9-0DB1-97F78F763115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5EA65654-1E4A-A52A-BACF-3B9C4C347010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5CBA23B5-2563-7E87-FE14-F593959B5E02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FBA1837E-1AEA-D9B1-4750-F0189A3CDAF4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0D3BCE10-2D75-3D0C-121F-D57C82E8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88D308E8-0C9C-831D-25D2-661CA99DC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A54CBAC6-E789-13DA-E997-52EFB1E15575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0DD99D21-0913-1FF4-2146-F039914CCE21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EA11DEFA-596F-663D-53E6-EAB98129D318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1A4EF7B4-C692-B945-8119-A0CD4E0CE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9C28C3AA-3DAD-2711-E4EA-22F1B89FE575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43DA588E-746F-4CE4-9038-70ED3CA2DA7A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CB0C29DE-A569-E9C4-2D35-4C425816DEA8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9B0CE0FD-47EB-D192-BEED-4DEF1BF05442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E4B435AA-96B6-8CBB-E679-84F70486E64B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B2304752-1995-E958-7C17-9638F7AA09F5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4EDC339E-0764-AC94-3DA2-4EC640C00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5F15A9CD-C457-DE46-9FF4-3C27627E8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A711ECBF-4B1E-AF98-2EBE-12659545A37F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6D36083B-D524-83A3-19BC-028E90450F54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3207B5A1-01D4-F452-5D31-A064BD62D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B49C9AA5-3E13-764B-FC9D-FC1E03986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58D0DACD-00C3-C235-2B12-A331DB77D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AC603B1E-09F0-7104-13E7-147561B223D7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AF76FA11-4BFA-6A22-435F-1D14C119D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4BC15AA0-7869-32BC-3AF2-1DD291D84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FAD39C0A-D006-9865-1342-51BF89B6255E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717664A8-44DF-58F6-B3AD-4123B4132C13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0E1C53A8-7602-438B-0F01-61110863512D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1DE58F0D-A508-579C-D3C3-FDF28D73E062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6B397E16-5E76-5E12-004F-AA7598976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1E2EC644-567E-8391-8789-732225EE7ED6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78AFB248-BF50-FE8D-0418-BB2C0C6144CF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798A7DCE-F77D-C910-686C-D8D49B73F798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3DF1264B-610E-7E72-EB4D-81AC17436DC9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1125CEE3-4D13-401F-F7D5-1050EABB3C30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F95AAEAB-944C-6D34-ABE0-0E6ED7099512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FFC57BCA-35A6-DEF9-8A2E-C52335C9F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800F3377-4578-203D-D5D5-F013E4CA2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11B1DD48-894C-8F3C-5801-567F7B1BDFC8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3993F8BF-038C-41A5-17C2-8AB704EB7452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47C38C97-BDA0-80FC-E05D-70BCF6563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212EF06A-F5DC-5FCE-1DC4-1B4CB6B7B00F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DEBF659A-05C1-AB03-8ABF-EAADEBD596EF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D686A143-EB9E-C098-7C56-10094F935C13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08EAB99C-FFF6-356D-8108-12C2DCAA6731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425EADAF-69C1-7FF8-7EA3-C8516BD653B5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3E086CD1-F34F-3454-585B-7064204B21A9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370813C2-2797-3496-B09B-F6BD4236F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9798217D-7D4C-252F-E221-5D7305809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50A896EB-6668-26DD-48F8-4E15BADC5C4F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ECA05D9F-8351-D684-EC76-E4FFBAA91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1C27AEE6-2784-79E5-8426-18CB6574A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EE3DA6E8-C4B0-CC35-C964-094F71DB4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E4EA1CB3-F229-51DD-0765-1CCD56F0F97A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04AA3D41-DBBD-26CA-DED4-D83C083D4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C542DDA7-C1AA-AD60-C598-C89C7D406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24675E61-F29A-75DD-8A0D-30E0ABEF77F9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034FEF16-D39A-8716-B77E-BF9BCDA8364F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85678CFA-3402-57D0-D44F-AC5635892DA2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036AC449-9578-1FAA-3A36-C8A2AAF32A3E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E53BAF36-B5C9-B0EB-107D-3171D03FEFB1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1F0E7622-6AAD-C62D-C696-7E889A30D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E1C31FAD-3EDE-72B4-5EEF-6E20D776A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F8B12297-9EB4-BBB6-2079-61E0E5EBE5A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BE7802CA-12F1-B380-88E6-3D50FA395862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2688F654-2DA0-1D06-3D57-40CF131CE19A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7D4C8563-87B8-E8BC-1C1E-91CB1DE21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598DB8A4-2BE7-128D-3164-FED00CF5919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C4F9E5F3-81A6-F754-0D44-C89D1993D9A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F880435D-6DFE-D2AE-427B-B6860A04BE3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E82D1D07-CB76-1788-2E1B-53FA6AD6126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5DA6BB92-183A-8EAD-FE2C-B84F2D26BD0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F0BB4488-F970-B427-864E-330F9068416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AA4C1122-6AB8-1BC3-7898-313B770A1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C2E2C323-A21F-7883-2FEF-B47F20CB6093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D1F98CE7-53C0-C043-6C3C-116AAD733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3E5FBFDB-DD69-A02D-441C-F4259FD7C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91462183-1166-514C-66B3-C094D84B657E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A2852D81-8A8E-C231-65A9-F94E2E0F28FD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DB86B72E-5A51-383B-B862-2B6DE35ACAD8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21A0F565-727C-C987-806B-6FBA411F7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89163DFF-344F-44E7-6AC4-F3AF9DD3C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A3F7A88D-E3FC-F9F8-F752-9CAE08162A3B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796C5BE1-FF66-6383-326F-9A2793870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E132C3DB-7A9C-1CC4-A048-8FEE76B5D58E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6504A669-7A5E-F44B-50C1-B4D88B4817D8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7D5BCCE6-B69F-B415-74CD-09464E404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1E3563DE-420A-22E5-76A8-D525C9E643F4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F4F395CF-DA0B-0B46-ECEA-7BCDD39DF4D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18951DE1-14AA-6E58-A38B-B93DD2DC8C2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9DC04650-0C48-4E88-128A-F49C618265B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4F3D241E-8E11-9B9E-7BEC-86F50A70A68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7750EE19-0743-D089-D028-79C9075D00CB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C3FEFA53-81AC-70AA-4A6B-B8423E525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2E6E078B-37BB-0129-8A07-8F3D29D3F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67598357-BBF0-3A50-262F-D103EACF4368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CA32CFAA-5602-CA24-120F-0111C7441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A40DEA51-8864-88E7-E532-1D0DD0E4A9A6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07F2A585-B1BD-3F25-E067-302356C60495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812A87AD-34F6-5EBB-4D8A-861B704D4F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1EA89A55-B9B0-6806-D512-755BC4B44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1DD384A8-B12A-6B0A-E1E5-83A39699D3F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42DC3835-8793-87B1-2F99-B4552BAC6C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0254D6F2-9CDE-6283-844B-7A20BCCBC15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D77FC98C-A938-6199-339C-A2C1923F4161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70B8520A-C09D-D56D-C3EF-D7910B5CA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3B4292F4-19FD-F77C-CB6E-DAB85B1A749A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3A25931C-8290-E88E-6145-50B2181B8CA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F0CF57B2-C92E-6864-5074-831EF1545A0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83C982E9-5EE9-6DDD-572C-F172A344102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5EEC0602-4EB3-EADE-E650-42F2EBBE6A0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53CC829F-4D4E-537B-DC94-6DA6D8321DF9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D47AEE9F-5258-515E-70B9-FA0B443EA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78F3CD1F-E46C-04EA-106B-AF854E23E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652186BA-E3CA-55EA-1442-B92C6F8F8D6D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ED376A85-1A67-8478-0196-16FB03580CB6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D8DB701C-7AD5-4A86-3052-7B2A971CC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EC172CCE-7A15-72C7-04C8-4F7A238EF9CF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61102CDB-E174-094C-C4DD-603EB4E92C5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3B19CF4C-6C19-BE44-2CB1-A2DF32091FF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B9E24C70-7F8B-4898-2F9B-B345F329E63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E5638D70-05DE-62C6-8439-83D5BB12BCB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0327A9A2-34FB-3EB5-D9B6-2D396B730293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5876E021-A4CF-742C-3705-65026CC74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7CF6727E-D027-E70C-15B7-61DACC8F8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0DC828CF-00A3-3220-55C9-478F13A46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BA4BC64F-F462-8674-E91B-B9D7E41B8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0130F2CD-EE24-6D9B-CC21-401DF5169AED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38436AC6-39DA-7D83-8480-45F80C2EC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C8EE0538-182A-0393-D672-94B4FAF78BF3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738A48A5-D6D4-933B-B47F-2790F421D1E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5EA6CF91-AC3D-A783-82DB-105E32026D2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1214FEAF-CE50-50F4-9946-4C942E9CDC2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0DFF080C-2A03-4AAB-AAC3-17CA4D66037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1BFAEFBD-6DD9-3B0F-A876-920A0DE31791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3CC6BDC0-3E3E-3CDA-58E0-D5C7FA9DAEA7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CCF03653-F1F4-C5B2-EE22-B967B05E9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CFB15699-ACF6-C57C-D272-B3BC8AAA6CC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2E66D6C0-EFF8-B236-FCC0-F612BFD9349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2B3BD34D-799A-DC2B-C210-CCE70D2F306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136C9057-7AA4-EE5F-F755-5A0921B21B7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89E379F1-2F51-A83D-0D60-09A76AB4CD2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B4B949C0-DC2F-3DE7-D92E-6DA4857B824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F4895850-8E77-4964-A376-749EED9B39BB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F5EC5B41-8732-F64E-BC18-DA04575A1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104CE0ED-4D38-FAFD-4B01-A5528B149C7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762712FD-A9E7-8494-C5F1-F2F0D9B685B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C2E480D3-829F-03CA-346E-B6EA830BCA4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5D8B3FD3-7639-E202-F403-B80437A0E39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2A57B5CE-6A00-1AE0-8342-950D847BC56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714CAC07-B420-AB7D-2502-2E631A3E08A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230D7304-842A-7AAB-C38C-6F57A9E57608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2683AF8C-395E-7508-3F74-CFD5F2644E6A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62038C3F-D61B-AB12-50D2-7054938E8746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BA0F2EA8-2FAE-8507-1F8C-61AADE5B1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739F12CF-EA50-1531-8EEA-2CE92B326D7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005B1032-EA3E-CBE9-FE11-DE59B96DB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0FA69866-DEDE-CC9E-40D6-28700D97251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07EB3E0C-5FAC-583E-F41B-18D9DB71F7B3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E2E94CCD-A103-F99E-774A-98368595E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529A0A3E-27FA-67A7-42AA-8A640696A6D8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C7630EFF-76D5-1235-07C7-63F52E915AD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6D85157A-CCF6-DE0D-E65A-5045E11C6BC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43657B7C-3363-6E59-B3C9-4F52071E8C7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29EAF214-87CB-0960-443B-DA8FCB44761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26F5FEC3-14B6-695E-90CE-B628B3B3AE3B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FBA18D82-31EF-697E-1E3A-3E4822938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E1C67E87-0FA8-2242-6964-F4BEFCE34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1FCF43C0-6735-CB11-7ABD-A5280280000A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B67592FB-DBA4-8C2F-9AEB-28FA2B58E5DE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2BFE8592-D31C-7915-7E4B-E142B12E9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301F1B82-D9BE-0BD7-CEFB-425BFAEC7AE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52F7344B-3F10-0A18-74BB-E0DB4EF764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89C9D3A5-BBD3-8C1F-1370-0487E3A40D9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1BE67250-4332-875E-0D9E-86D4A7C18221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B4273D9A-4E18-9C5E-5417-179F5A95B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DD3774C1-4ECC-495F-ED40-903707583B0B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B5361421-E458-5176-17B2-748E400D0FA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67293C31-D9F3-9887-9C0E-B6642FE5B93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6F2B5BD0-7C33-10D3-5182-21C077E0DF2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AE2D14BF-F59D-6AAE-81E8-22A40D88D0D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D336CFAB-E5C5-63D1-6AA1-CA224AABBA3D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03FD91A5-EE3F-51C5-40B8-EAD1B91638D0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C41BE407-AC52-C3DB-1635-E39DFA240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6D9358CE-7D7B-E7BA-5B30-3D7882701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6EA726FA-D481-05D3-0D01-728B29FD6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9A0D3651-AD21-A62C-2689-D619E525FAD1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ADEA900D-6302-2024-A21D-0988ADC1393D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28DA36A7-600E-8D5E-3FAB-13F0A733A861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D37907C0-D4F8-966E-8881-B80562E0490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6952D54F-505B-E37B-41EB-C474DBE9A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FA6A4703-6EBC-7DF5-2EB9-5568D94635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437E5539-2945-5F70-E717-A865DA0CC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C713A6F4-06C7-F2CB-8E33-2A975FD93212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B6128188-6318-44F4-12CB-6680FF2D280F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B51CCF58-F1A6-C254-137E-5F2DCD05ED1D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5490640F-17C5-3C8A-E72D-52F8CB25BC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54E140CA-BE32-BF74-EEC4-4052CAB92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6BBA32A8-F0E8-1D49-CA80-5025BBBB6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82079019-00D9-4545-77A7-85CC01041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1DC9C0EB-2FDE-75EE-34D9-AE1CCCEE606D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589FB6A5-5F81-078B-A273-B2DF496A0561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CEE6DFA0-5858-93B8-E564-54F27D7BC448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129D34DD-7216-C874-730C-8426A650F2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4C516DA8-036C-448A-0FF3-EB4749C47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439A0FAF-F203-B1A1-72F7-EAACF425D4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FF6F1EB9-F923-73A5-1A18-B0D35A777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0334C8DC-61B7-BD82-0793-03A9DCD83995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19F63FB6-F171-C155-A364-3E73A5974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826FC65B-2C54-7A25-EE8B-8FD1623CB84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DEC26FAB-1DBD-993E-2E73-DCF02200DBB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7A057B90-129B-A5B1-ECF6-14092BEEE26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DA51F0D2-9DE0-6363-946D-EDC03F9C157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34D320A9-EB77-BB15-9AFE-BF9E1BDAC9A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37E258D1-4BF1-5F29-F67F-ADA6F7756EF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18A8F6BA-E74D-E5B8-04E7-F5570BB11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57BD7862-19F1-1D4B-8A26-7ECED8DEDFDA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B7548FCD-CD2B-69F8-EE8D-87CA7643D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C7BCCF9B-6CEB-C390-167E-193CD37AA1F5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7CC1F27D-AAB3-1CD2-FAFC-CE53C1DE6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FA99028C-5E63-16A6-228D-D1FEC4F90688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D30D0EB6-3CCB-5A46-CABE-ED5256357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9021532D-D0AE-E803-24DD-D262891D7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308D3B3D-FA7E-5202-3FE3-85853250010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E335CD03-0F7D-62B4-F1C2-BA577BDA1AB8}"/>
              </a:ext>
            </a:extLst>
          </p:cNvPr>
          <p:cNvCxnSpPr>
            <a:cxnSpLocks/>
            <a:stCxn id="1102" idx="3"/>
            <a:endCxn id="991" idx="0"/>
          </p:cNvCxnSpPr>
          <p:nvPr/>
        </p:nvCxnSpPr>
        <p:spPr>
          <a:xfrm flipH="1">
            <a:off x="3990712" y="3227932"/>
            <a:ext cx="1493606" cy="2717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130F8E3F-7890-E5CB-62E8-3A667F76A338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6192EAD0-CE38-B9D7-A120-658ED804B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F2BF961B-D12D-6425-E297-CFF3A7828FA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EAECC4B3-2977-7715-4327-77F7C0DF299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1A101175-6CD7-A2C3-B3ED-D6A1A00DF35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3E513178-1D06-2229-AB7C-099062D8415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15A2CDC2-01DC-CE2B-6633-4E9DE1FD716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EB04E307-4A5C-32CF-A4D3-0038C8CA6B7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5B2559FE-5790-172E-A177-E28A839C4A62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AE450313-5DBA-6F01-1D0D-68BC6DF24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73991542-6880-3C97-8BF6-5E45263CD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F68F994C-7069-ED25-5A29-28C61234D24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0A0C5A28-C582-3B63-C728-1E9366882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FEBE4D04-34F8-C8B3-56FE-B2AA7FAA0946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058B5C8D-17CA-45FB-E951-14182E85F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6C608D6B-FD4C-0A5E-208A-A89FEC9A5DBA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F51788DE-D0FF-0B35-1C86-CFC0187A1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25A1F2A0-C567-5ED2-EE61-285D72919CA1}"/>
              </a:ext>
            </a:extLst>
          </p:cNvPr>
          <p:cNvCxnSpPr>
            <a:cxnSpLocks/>
            <a:stCxn id="1018" idx="0"/>
            <a:endCxn id="1104" idx="5"/>
          </p:cNvCxnSpPr>
          <p:nvPr/>
        </p:nvCxnSpPr>
        <p:spPr>
          <a:xfrm flipH="1" flipV="1">
            <a:off x="6756438" y="3227933"/>
            <a:ext cx="1535016" cy="2668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BEA88BE7-C5D1-7EED-34FC-FC43A92C9A10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A11F2B8B-01E8-645E-3F0A-79C6420BB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BCF46527-8099-EE74-6288-D8EA453E5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7C91F9D2-AB7A-99F6-E019-B608A734159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1F15DC0B-BD7B-4A81-65B5-6BC01C85F63B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D2BCECDC-E530-9C0E-7B1F-4288AF2579DF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C52B583A-4457-9B45-ADCE-6DC23E44C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5C518B37-BCE6-CADB-48C0-95C239589B9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99BABA25-E749-5F53-57EE-F2B41ED5C6F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C3AEFA12-1BF0-97D4-B91D-2CE084E4A66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E65F8B0A-32BF-E735-C8CB-F0789DF58D8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654E7EBF-3893-6BD7-BE2B-BB65A17CD6E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E623A95F-E9D5-49FB-40F1-D0FD6DCD82A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74ACDAD8-12D1-83BF-4C18-EE29D2A06C04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EDA21F42-1329-70B4-632D-E5AD23BAF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E6AA0D29-20AB-B83C-7063-2A682FC6BD3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7098DCD9-2598-DFFE-D3BF-152C7DB0E13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5666560D-571A-1F46-322E-6FF70E099AF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0D24CEC2-68C9-CF96-06F6-8464B6D9E87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D51D05B9-76A1-CBDB-719E-CC9E4200984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D3D27655-38D6-AA83-85F9-DC541263A08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02A913FC-3E31-AF03-BBFF-71099273C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4A211B8D-248E-7B9C-6D63-EBE4B6F41815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0CD6B8FF-0E54-11C5-6298-1BE1AF272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4DF8CCED-1E09-CACD-5CE1-5B5F97684DA9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CDDFFD76-72CA-A896-D6D3-6A76D1B5F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ABEF5135-E639-B6ED-1AD7-9298AEA7ACCA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0728D19F-313B-EA8E-5FDE-66965840E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716B9C72-B0F3-EBCC-DFBF-749A8CCB8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DC83F832-27EE-EBEB-7332-0F0D074F63D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30" name="Group 254">
            <a:extLst>
              <a:ext uri="{FF2B5EF4-FFF2-40B4-BE49-F238E27FC236}">
                <a16:creationId xmlns:a16="http://schemas.microsoft.com/office/drawing/2014/main" id="{F1F93716-CA18-BF27-3911-A489264BD8A2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2422880"/>
            <a:ext cx="280226" cy="161260"/>
            <a:chOff x="8421867" y="1904979"/>
            <a:chExt cx="347879" cy="255573"/>
          </a:xfrm>
        </p:grpSpPr>
        <p:sp>
          <p:nvSpPr>
            <p:cNvPr id="1331" name="Rectangle 60">
              <a:extLst>
                <a:ext uri="{FF2B5EF4-FFF2-40B4-BE49-F238E27FC236}">
                  <a16:creationId xmlns:a16="http://schemas.microsoft.com/office/drawing/2014/main" id="{C8B46BEC-F949-5796-87C9-B4CA74C6E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32" name="Group 719">
              <a:extLst>
                <a:ext uri="{FF2B5EF4-FFF2-40B4-BE49-F238E27FC236}">
                  <a16:creationId xmlns:a16="http://schemas.microsoft.com/office/drawing/2014/main" id="{A2FD1AF4-6E12-BC2E-ACCA-F25BB1A9413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34" name="Straight Connector 1333">
                <a:extLst>
                  <a:ext uri="{FF2B5EF4-FFF2-40B4-BE49-F238E27FC236}">
                    <a16:creationId xmlns:a16="http://schemas.microsoft.com/office/drawing/2014/main" id="{79B2EF98-1487-5FD9-3E2B-BDD57BF3BED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5" name="Straight Connector 1334">
                <a:extLst>
                  <a:ext uri="{FF2B5EF4-FFF2-40B4-BE49-F238E27FC236}">
                    <a16:creationId xmlns:a16="http://schemas.microsoft.com/office/drawing/2014/main" id="{A941D2FC-5537-369B-1D3F-FF3DBA2F1F2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6" name="Straight Connector 1335">
                <a:extLst>
                  <a:ext uri="{FF2B5EF4-FFF2-40B4-BE49-F238E27FC236}">
                    <a16:creationId xmlns:a16="http://schemas.microsoft.com/office/drawing/2014/main" id="{46F3D8E3-69C7-C181-096A-88CF885D6CC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7" name="Straight Connector 1336">
                <a:extLst>
                  <a:ext uri="{FF2B5EF4-FFF2-40B4-BE49-F238E27FC236}">
                    <a16:creationId xmlns:a16="http://schemas.microsoft.com/office/drawing/2014/main" id="{48A4A56D-9C20-1C7E-41F1-685D434B00D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33" name="Trapezoid 136">
              <a:extLst>
                <a:ext uri="{FF2B5EF4-FFF2-40B4-BE49-F238E27FC236}">
                  <a16:creationId xmlns:a16="http://schemas.microsoft.com/office/drawing/2014/main" id="{6EC1B0B4-9710-0511-9734-E7F81157DE8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52" name="Rectangle 135">
            <a:extLst>
              <a:ext uri="{FF2B5EF4-FFF2-40B4-BE49-F238E27FC236}">
                <a16:creationId xmlns:a16="http://schemas.microsoft.com/office/drawing/2014/main" id="{2C7AF41B-627C-9244-0C0D-31209A794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131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353" name="Rectangle 127">
            <a:extLst>
              <a:ext uri="{FF2B5EF4-FFF2-40B4-BE49-F238E27FC236}">
                <a16:creationId xmlns:a16="http://schemas.microsoft.com/office/drawing/2014/main" id="{CE1C66AA-5998-5105-B263-EC07EF32C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222" y="469981"/>
            <a:ext cx="3093175" cy="97606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356" name="Rectangle 135">
            <a:extLst>
              <a:ext uri="{FF2B5EF4-FFF2-40B4-BE49-F238E27FC236}">
                <a16:creationId xmlns:a16="http://schemas.microsoft.com/office/drawing/2014/main" id="{7588EAA0-7E5F-CB50-FAD8-231F12C56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895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1357" name="Straight Arrow Connector 1356">
            <a:extLst>
              <a:ext uri="{FF2B5EF4-FFF2-40B4-BE49-F238E27FC236}">
                <a16:creationId xmlns:a16="http://schemas.microsoft.com/office/drawing/2014/main" id="{7EC4DA72-0D4E-CDEF-28C6-EC4F3364CAA1}"/>
              </a:ext>
            </a:extLst>
          </p:cNvPr>
          <p:cNvCxnSpPr>
            <a:cxnSpLocks/>
            <a:stCxn id="1351" idx="5"/>
            <a:endCxn id="1468" idx="0"/>
          </p:cNvCxnSpPr>
          <p:nvPr/>
        </p:nvCxnSpPr>
        <p:spPr>
          <a:xfrm>
            <a:off x="7660892" y="539794"/>
            <a:ext cx="812045" cy="412341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1359" name="Group 254">
            <a:extLst>
              <a:ext uri="{FF2B5EF4-FFF2-40B4-BE49-F238E27FC236}">
                <a16:creationId xmlns:a16="http://schemas.microsoft.com/office/drawing/2014/main" id="{31944D12-93A4-43CF-864A-A23426770BC3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2428964"/>
            <a:ext cx="280226" cy="161260"/>
            <a:chOff x="8421867" y="1904979"/>
            <a:chExt cx="347879" cy="255573"/>
          </a:xfrm>
        </p:grpSpPr>
        <p:sp>
          <p:nvSpPr>
            <p:cNvPr id="1360" name="Rectangle 60">
              <a:extLst>
                <a:ext uri="{FF2B5EF4-FFF2-40B4-BE49-F238E27FC236}">
                  <a16:creationId xmlns:a16="http://schemas.microsoft.com/office/drawing/2014/main" id="{417C7B6B-9E38-234A-316B-850763245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61" name="Group 719">
              <a:extLst>
                <a:ext uri="{FF2B5EF4-FFF2-40B4-BE49-F238E27FC236}">
                  <a16:creationId xmlns:a16="http://schemas.microsoft.com/office/drawing/2014/main" id="{CBC6B42E-5AEC-EFAB-CFFB-4F354516B4A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63" name="Straight Connector 1362">
                <a:extLst>
                  <a:ext uri="{FF2B5EF4-FFF2-40B4-BE49-F238E27FC236}">
                    <a16:creationId xmlns:a16="http://schemas.microsoft.com/office/drawing/2014/main" id="{E5F529DD-CD44-C200-BC2F-97A308DFAC4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4" name="Straight Connector 1363">
                <a:extLst>
                  <a:ext uri="{FF2B5EF4-FFF2-40B4-BE49-F238E27FC236}">
                    <a16:creationId xmlns:a16="http://schemas.microsoft.com/office/drawing/2014/main" id="{FD00C503-1B84-2CA1-CCE9-D91C3439778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5" name="Straight Connector 1364">
                <a:extLst>
                  <a:ext uri="{FF2B5EF4-FFF2-40B4-BE49-F238E27FC236}">
                    <a16:creationId xmlns:a16="http://schemas.microsoft.com/office/drawing/2014/main" id="{69785F6E-4458-EEC5-D4E0-2AF74A1CE8A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6" name="Straight Connector 1365">
                <a:extLst>
                  <a:ext uri="{FF2B5EF4-FFF2-40B4-BE49-F238E27FC236}">
                    <a16:creationId xmlns:a16="http://schemas.microsoft.com/office/drawing/2014/main" id="{58B583F2-F0C8-0EDE-7EAB-8E4DAEE7E51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62" name="Trapezoid 494">
              <a:extLst>
                <a:ext uri="{FF2B5EF4-FFF2-40B4-BE49-F238E27FC236}">
                  <a16:creationId xmlns:a16="http://schemas.microsoft.com/office/drawing/2014/main" id="{254C9188-F0FA-290D-A098-199CEF04CF2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67" name="Group 1466">
            <a:extLst>
              <a:ext uri="{FF2B5EF4-FFF2-40B4-BE49-F238E27FC236}">
                <a16:creationId xmlns:a16="http://schemas.microsoft.com/office/drawing/2014/main" id="{FBA928A9-285F-A3D6-FF46-1552A13115C5}"/>
              </a:ext>
            </a:extLst>
          </p:cNvPr>
          <p:cNvGrpSpPr/>
          <p:nvPr/>
        </p:nvGrpSpPr>
        <p:grpSpPr>
          <a:xfrm>
            <a:off x="8334796" y="952135"/>
            <a:ext cx="276281" cy="173735"/>
            <a:chOff x="3417117" y="2447654"/>
            <a:chExt cx="362556" cy="227987"/>
          </a:xfrm>
        </p:grpSpPr>
        <p:sp>
          <p:nvSpPr>
            <p:cNvPr id="1468" name="Rectangle 1467">
              <a:extLst>
                <a:ext uri="{FF2B5EF4-FFF2-40B4-BE49-F238E27FC236}">
                  <a16:creationId xmlns:a16="http://schemas.microsoft.com/office/drawing/2014/main" id="{DDB1DBE6-5E3B-3AD6-4150-0AB4CE665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469" name="Oval 1468">
              <a:extLst>
                <a:ext uri="{FF2B5EF4-FFF2-40B4-BE49-F238E27FC236}">
                  <a16:creationId xmlns:a16="http://schemas.microsoft.com/office/drawing/2014/main" id="{9FE2D3D9-D8CB-ECD6-BDAC-96B1C6C50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0" name="Trapezoid 613">
              <a:extLst>
                <a:ext uri="{FF2B5EF4-FFF2-40B4-BE49-F238E27FC236}">
                  <a16:creationId xmlns:a16="http://schemas.microsoft.com/office/drawing/2014/main" id="{7C54A0C4-C715-B24D-806C-08424F98D57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476" name="Straight Connector 1475">
            <a:extLst>
              <a:ext uri="{FF2B5EF4-FFF2-40B4-BE49-F238E27FC236}">
                <a16:creationId xmlns:a16="http://schemas.microsoft.com/office/drawing/2014/main" id="{9B4611E2-BE98-8BA3-925D-04798BEBDFCE}"/>
              </a:ext>
            </a:extLst>
          </p:cNvPr>
          <p:cNvCxnSpPr>
            <a:stCxn id="1360" idx="0"/>
            <a:endCxn id="1468" idx="2"/>
          </p:cNvCxnSpPr>
          <p:nvPr/>
        </p:nvCxnSpPr>
        <p:spPr>
          <a:xfrm flipV="1">
            <a:off x="8279427" y="1125870"/>
            <a:ext cx="193510" cy="1303094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20" name="Rectangle 25">
            <a:extLst>
              <a:ext uri="{FF2B5EF4-FFF2-40B4-BE49-F238E27FC236}">
                <a16:creationId xmlns:a16="http://schemas.microsoft.com/office/drawing/2014/main" id="{34CC434B-3B9B-52A3-A47B-E4AB2A00C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12720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2D2D730E-51E1-DB4C-AB6B-8EB646FB7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D06E2D48-124E-38AB-9FCB-69672110B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11252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54BB5EE7-BFDC-96CA-D259-294906D0D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463F71E1-5041-5E57-6538-20EFFC3E9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35445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DDC79C04-6D5E-4914-25FC-1917471A1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B6973C4E-FD2A-6526-E317-67284EDCF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33977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4C8E8763-973E-8629-FE29-CB42C1EF5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42" name="Connector: Elbow 1541">
            <a:extLst>
              <a:ext uri="{FF2B5EF4-FFF2-40B4-BE49-F238E27FC236}">
                <a16:creationId xmlns:a16="http://schemas.microsoft.com/office/drawing/2014/main" id="{961D71D3-52D6-7135-B1B4-56E770AE244A}"/>
              </a:ext>
            </a:extLst>
          </p:cNvPr>
          <p:cNvCxnSpPr>
            <a:cxnSpLocks/>
            <a:stCxn id="1331" idx="1"/>
            <a:endCxn id="996" idx="1"/>
          </p:cNvCxnSpPr>
          <p:nvPr/>
        </p:nvCxnSpPr>
        <p:spPr>
          <a:xfrm rot="10800000" flipV="1">
            <a:off x="3849256" y="2503510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88CEAB82-8557-7FEC-CBAF-AE1919E9515A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16CBC9FB-968F-87FC-3C89-93BBE8FEC9B6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0A063852-EB9D-06B1-9879-DD6CE797A41B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72" name="TextBox 1571">
            <a:extLst>
              <a:ext uri="{FF2B5EF4-FFF2-40B4-BE49-F238E27FC236}">
                <a16:creationId xmlns:a16="http://schemas.microsoft.com/office/drawing/2014/main" id="{2E42CEFF-357C-5048-CB82-359391F4FC18}"/>
              </a:ext>
            </a:extLst>
          </p:cNvPr>
          <p:cNvSpPr txBox="1"/>
          <p:nvPr/>
        </p:nvSpPr>
        <p:spPr>
          <a:xfrm>
            <a:off x="10239757" y="135202"/>
            <a:ext cx="85953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5846"/>
            <a:r>
              <a:rPr lang="en-GB" sz="914" dirty="0">
                <a:solidFill>
                  <a:srgbClr val="000000"/>
                </a:solidFill>
                <a:latin typeface="Arial"/>
              </a:rPr>
              <a:t>View change</a:t>
            </a:r>
          </a:p>
        </p:txBody>
      </p: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8CB53CB2-2FEC-E5E5-EB89-E8C8D0AF74E0}"/>
              </a:ext>
            </a:extLst>
          </p:cNvPr>
          <p:cNvCxnSpPr>
            <a:cxnSpLocks/>
          </p:cNvCxnSpPr>
          <p:nvPr/>
        </p:nvCxnSpPr>
        <p:spPr>
          <a:xfrm flipH="1" flipV="1">
            <a:off x="9802951" y="239203"/>
            <a:ext cx="395205" cy="154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616555E3-F44B-6445-C447-6CA9D4912A9F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1ECC573-C295-E1E9-7D68-F19EB3C4DDEF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0A00C76F-C0AF-0B19-057C-E42A46A985EB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098F90-8A09-C718-1A6C-3D117F4A457B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67BD89E-B12F-25A6-635A-2DC96DADEDE4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8C0612-59D2-A274-D550-C069723AE34E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C15557-E08F-CD44-9574-106268CCF438}"/>
              </a:ext>
            </a:extLst>
          </p:cNvPr>
          <p:cNvCxnSpPr>
            <a:cxnSpLocks/>
            <a:stCxn id="9" idx="4"/>
            <a:endCxn id="444" idx="0"/>
          </p:cNvCxnSpPr>
          <p:nvPr/>
        </p:nvCxnSpPr>
        <p:spPr>
          <a:xfrm>
            <a:off x="2841486" y="2389506"/>
            <a:ext cx="262699" cy="1566628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13" name="Rectangle 29">
            <a:extLst>
              <a:ext uri="{FF2B5EF4-FFF2-40B4-BE49-F238E27FC236}">
                <a16:creationId xmlns:a16="http://schemas.microsoft.com/office/drawing/2014/main" id="{3D7228F9-7F22-5AA9-98B8-FD0423AFF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4326B57F-6E87-BF92-EAF5-FABCBD903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41C64B8D-DBA1-7514-7099-11BC67CDC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1556E11A-EAA8-832A-5E12-0D0FD09A9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63A8DDEF-1A54-40C9-830B-507F2B684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84B40BD5-067F-644E-B071-63FE66CF6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83828A0D-FA18-D725-F32C-24E254CF5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29F85E-A1D9-A6DE-6A95-512602F364A4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B5D5710-4C52-0235-EF16-A20ACEABEAE1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FB109539-C92D-6F99-188E-6F5A066CC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835140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2FA783D8-BA8B-170D-CCA6-2A993D15F5F6}"/>
              </a:ext>
            </a:extLst>
          </p:cNvPr>
          <p:cNvCxnSpPr>
            <a:cxnSpLocks/>
          </p:cNvCxnSpPr>
          <p:nvPr/>
        </p:nvCxnSpPr>
        <p:spPr>
          <a:xfrm>
            <a:off x="5398559" y="541645"/>
            <a:ext cx="0" cy="832589"/>
          </a:xfrm>
          <a:prstGeom prst="line">
            <a:avLst/>
          </a:prstGeom>
          <a:ln w="28575">
            <a:solidFill>
              <a:srgbClr val="00B050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5D456221-24FA-64A2-2F1E-6983F22E4E50}"/>
              </a:ext>
            </a:extLst>
          </p:cNvPr>
          <p:cNvCxnSpPr>
            <a:cxnSpLocks/>
            <a:stCxn id="1350" idx="2"/>
            <a:endCxn id="279" idx="0"/>
          </p:cNvCxnSpPr>
          <p:nvPr/>
        </p:nvCxnSpPr>
        <p:spPr>
          <a:xfrm flipH="1">
            <a:off x="3876566" y="518783"/>
            <a:ext cx="783076" cy="206495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55E4BC92-B13F-7172-B550-ED451B0B1BDC}"/>
              </a:ext>
            </a:extLst>
          </p:cNvPr>
          <p:cNvGrpSpPr/>
          <p:nvPr/>
        </p:nvGrpSpPr>
        <p:grpSpPr>
          <a:xfrm>
            <a:off x="3738425" y="725278"/>
            <a:ext cx="276281" cy="173735"/>
            <a:chOff x="3417117" y="2447654"/>
            <a:chExt cx="362556" cy="227987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F6B90BE0-6B9E-3CE0-AB08-B41521E44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98A24B66-801F-99F0-EDE5-980928785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1" name="Trapezoid 613">
              <a:extLst>
                <a:ext uri="{FF2B5EF4-FFF2-40B4-BE49-F238E27FC236}">
                  <a16:creationId xmlns:a16="http://schemas.microsoft.com/office/drawing/2014/main" id="{FFD523DA-84B1-37B0-9257-C34E5127007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4A364FB5-1828-79A7-5EE4-B989483B7245}"/>
              </a:ext>
            </a:extLst>
          </p:cNvPr>
          <p:cNvCxnSpPr>
            <a:cxnSpLocks/>
            <a:stCxn id="1331" idx="0"/>
            <a:endCxn id="279" idx="2"/>
          </p:cNvCxnSpPr>
          <p:nvPr/>
        </p:nvCxnSpPr>
        <p:spPr>
          <a:xfrm flipH="1" flipV="1">
            <a:off x="3876566" y="899013"/>
            <a:ext cx="112803" cy="152386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AB30B7EC-CE52-F380-3AE9-EB48AB57EDCF}"/>
              </a:ext>
            </a:extLst>
          </p:cNvPr>
          <p:cNvCxnSpPr>
            <a:cxnSpLocks/>
            <a:stCxn id="1356" idx="2"/>
            <a:endCxn id="225" idx="0"/>
          </p:cNvCxnSpPr>
          <p:nvPr/>
        </p:nvCxnSpPr>
        <p:spPr>
          <a:xfrm flipH="1">
            <a:off x="6096001" y="577021"/>
            <a:ext cx="16148" cy="258119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72A5BC82-AD8A-E807-EE39-DFB86BA61FC6}"/>
              </a:ext>
            </a:extLst>
          </p:cNvPr>
          <p:cNvCxnSpPr>
            <a:cxnSpLocks/>
            <a:stCxn id="210" idx="2"/>
            <a:endCxn id="404" idx="0"/>
          </p:cNvCxnSpPr>
          <p:nvPr/>
        </p:nvCxnSpPr>
        <p:spPr>
          <a:xfrm flipH="1">
            <a:off x="5136645" y="2773822"/>
            <a:ext cx="81436" cy="1172527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BAD8AEF2-968A-7344-F0F1-A43CAFE3BDB1}"/>
              </a:ext>
            </a:extLst>
          </p:cNvPr>
          <p:cNvCxnSpPr>
            <a:cxnSpLocks/>
            <a:stCxn id="58" idx="2"/>
          </p:cNvCxnSpPr>
          <p:nvPr/>
        </p:nvCxnSpPr>
        <p:spPr>
          <a:xfrm flipH="1">
            <a:off x="4656667" y="3047078"/>
            <a:ext cx="95009" cy="771389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07B39DEC-0B9A-392D-27F4-CD8C261383F9}"/>
              </a:ext>
            </a:extLst>
          </p:cNvPr>
          <p:cNvCxnSpPr>
            <a:cxnSpLocks/>
            <a:stCxn id="197" idx="2"/>
          </p:cNvCxnSpPr>
          <p:nvPr/>
        </p:nvCxnSpPr>
        <p:spPr>
          <a:xfrm>
            <a:off x="5685068" y="3047078"/>
            <a:ext cx="114599" cy="796789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9DA8E0F-E091-9C93-A734-F579EB22B5F5}"/>
              </a:ext>
            </a:extLst>
          </p:cNvPr>
          <p:cNvCxnSpPr>
            <a:stCxn id="281" idx="3"/>
            <a:endCxn id="991" idx="1"/>
          </p:cNvCxnSpPr>
          <p:nvPr/>
        </p:nvCxnSpPr>
        <p:spPr>
          <a:xfrm rot="10800000" flipH="1" flipV="1">
            <a:off x="3782614" y="845166"/>
            <a:ext cx="69958" cy="2741360"/>
          </a:xfrm>
          <a:prstGeom prst="bentConnector3">
            <a:avLst>
              <a:gd name="adj1" fmla="val -338736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52D9E9C8-688C-0DF1-7175-EC6355E658EB}"/>
              </a:ext>
            </a:extLst>
          </p:cNvPr>
          <p:cNvCxnSpPr>
            <a:cxnSpLocks/>
            <a:stCxn id="1360" idx="3"/>
            <a:endCxn id="1146" idx="3"/>
          </p:cNvCxnSpPr>
          <p:nvPr/>
        </p:nvCxnSpPr>
        <p:spPr>
          <a:xfrm>
            <a:off x="8419540" y="2509595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CF18294-4D7F-68C2-F6E0-0054D711C798}"/>
              </a:ext>
            </a:extLst>
          </p:cNvPr>
          <p:cNvCxnSpPr>
            <a:cxnSpLocks/>
            <a:stCxn id="1468" idx="3"/>
            <a:endCxn id="1018" idx="3"/>
          </p:cNvCxnSpPr>
          <p:nvPr/>
        </p:nvCxnSpPr>
        <p:spPr>
          <a:xfrm flipH="1">
            <a:off x="8429594" y="1039003"/>
            <a:ext cx="181483" cy="2542671"/>
          </a:xfrm>
          <a:prstGeom prst="bentConnector3">
            <a:avLst>
              <a:gd name="adj1" fmla="val -125962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254">
            <a:extLst>
              <a:ext uri="{FF2B5EF4-FFF2-40B4-BE49-F238E27FC236}">
                <a16:creationId xmlns:a16="http://schemas.microsoft.com/office/drawing/2014/main" id="{E7B27414-D4D3-5C47-DEA0-5CA2EAC05212}"/>
              </a:ext>
            </a:extLst>
          </p:cNvPr>
          <p:cNvGrpSpPr>
            <a:grpSpLocks noChangeAspect="1"/>
          </p:cNvGrpSpPr>
          <p:nvPr/>
        </p:nvGrpSpPr>
        <p:grpSpPr>
          <a:xfrm>
            <a:off x="4611563" y="2885818"/>
            <a:ext cx="280226" cy="161260"/>
            <a:chOff x="8421867" y="1904979"/>
            <a:chExt cx="347879" cy="255573"/>
          </a:xfrm>
        </p:grpSpPr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83FB5C49-F7E9-6CB2-35E7-246A35D51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9" name="Group 719">
              <a:extLst>
                <a:ext uri="{FF2B5EF4-FFF2-40B4-BE49-F238E27FC236}">
                  <a16:creationId xmlns:a16="http://schemas.microsoft.com/office/drawing/2014/main" id="{01BACA39-9EA8-BF20-5BC5-006F62DCAC3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034DBE4F-CFC9-2D33-F751-14E611FB0FB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EDA93FD7-3BD2-3A0B-CE20-D7F4745DA28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6DF08CC-5E91-DB51-4DA0-6FB1035688E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ED913603-5F1A-93DB-1364-301E6963BC7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0" name="Trapezoid 136">
              <a:extLst>
                <a:ext uri="{FF2B5EF4-FFF2-40B4-BE49-F238E27FC236}">
                  <a16:creationId xmlns:a16="http://schemas.microsoft.com/office/drawing/2014/main" id="{7EE91ABB-D30E-37A2-D0AE-706B90E75B3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254">
            <a:extLst>
              <a:ext uri="{FF2B5EF4-FFF2-40B4-BE49-F238E27FC236}">
                <a16:creationId xmlns:a16="http://schemas.microsoft.com/office/drawing/2014/main" id="{7542106D-737C-E03E-F53B-BA3BD3CEDB89}"/>
              </a:ext>
            </a:extLst>
          </p:cNvPr>
          <p:cNvGrpSpPr>
            <a:grpSpLocks noChangeAspect="1"/>
          </p:cNvGrpSpPr>
          <p:nvPr/>
        </p:nvGrpSpPr>
        <p:grpSpPr>
          <a:xfrm>
            <a:off x="5544955" y="2885818"/>
            <a:ext cx="280226" cy="161260"/>
            <a:chOff x="8421867" y="1904979"/>
            <a:chExt cx="347879" cy="255573"/>
          </a:xfrm>
        </p:grpSpPr>
        <p:sp>
          <p:nvSpPr>
            <p:cNvPr id="197" name="Rectangle 60">
              <a:extLst>
                <a:ext uri="{FF2B5EF4-FFF2-40B4-BE49-F238E27FC236}">
                  <a16:creationId xmlns:a16="http://schemas.microsoft.com/office/drawing/2014/main" id="{7199710E-797E-C5ED-421A-7DFEB7628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98" name="Group 719">
              <a:extLst>
                <a:ext uri="{FF2B5EF4-FFF2-40B4-BE49-F238E27FC236}">
                  <a16:creationId xmlns:a16="http://schemas.microsoft.com/office/drawing/2014/main" id="{704630D7-478D-4D69-A17D-A6F610232FF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439359EF-156D-D697-8C00-59A5A10D864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B311CB7C-F595-0C2A-01AE-6ECCF341CCB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BA5A1E8E-1DA1-9DBF-839C-11AD20DC502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EA99647F-0932-DC3E-3716-D72988BF42A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99" name="Trapezoid 136">
              <a:extLst>
                <a:ext uri="{FF2B5EF4-FFF2-40B4-BE49-F238E27FC236}">
                  <a16:creationId xmlns:a16="http://schemas.microsoft.com/office/drawing/2014/main" id="{A129A8F2-D33A-2891-9A17-1D41A6716B4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DD39336-32FD-73B7-1D09-AE13312F6FF6}"/>
              </a:ext>
            </a:extLst>
          </p:cNvPr>
          <p:cNvGrpSpPr/>
          <p:nvPr/>
        </p:nvGrpSpPr>
        <p:grpSpPr>
          <a:xfrm>
            <a:off x="4751676" y="2622607"/>
            <a:ext cx="933392" cy="271678"/>
            <a:chOff x="3560105" y="4920983"/>
            <a:chExt cx="918646" cy="267385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428921C0-1BC1-BE67-29F7-E1899BF46BC6}"/>
                </a:ext>
              </a:extLst>
            </p:cNvPr>
            <p:cNvCxnSpPr>
              <a:cxnSpLocks/>
              <a:stCxn id="211" idx="0"/>
              <a:endCxn id="197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293E32D0-C6FE-7600-9F39-82AEA5E1FFB5}"/>
                </a:ext>
              </a:extLst>
            </p:cNvPr>
            <p:cNvCxnSpPr>
              <a:cxnSpLocks/>
              <a:stCxn id="212" idx="1"/>
              <a:endCxn id="58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88864C51-FD51-DE7E-B770-64E04BEBBCB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10" name="Rectangle 25">
                <a:extLst>
                  <a:ext uri="{FF2B5EF4-FFF2-40B4-BE49-F238E27FC236}">
                    <a16:creationId xmlns:a16="http://schemas.microsoft.com/office/drawing/2014/main" id="{DE1301A0-59DC-6BC4-2434-46290EA61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1" name="Rectangle 29">
                <a:extLst>
                  <a:ext uri="{FF2B5EF4-FFF2-40B4-BE49-F238E27FC236}">
                    <a16:creationId xmlns:a16="http://schemas.microsoft.com/office/drawing/2014/main" id="{4CA9220D-DCC3-BCEF-6DB3-A183A9449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2" name="Rectangle 29">
                <a:extLst>
                  <a:ext uri="{FF2B5EF4-FFF2-40B4-BE49-F238E27FC236}">
                    <a16:creationId xmlns:a16="http://schemas.microsoft.com/office/drawing/2014/main" id="{D725DC46-347F-3CA8-DAAE-225FEC380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sp>
        <p:nvSpPr>
          <p:cNvPr id="1350" name="Rectangle 29">
            <a:extLst>
              <a:ext uri="{FF2B5EF4-FFF2-40B4-BE49-F238E27FC236}">
                <a16:creationId xmlns:a16="http://schemas.microsoft.com/office/drawing/2014/main" id="{5A7BE955-4DBE-0658-BB42-B2E6D5EAA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642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351" name="Rectangle 29">
            <a:extLst>
              <a:ext uri="{FF2B5EF4-FFF2-40B4-BE49-F238E27FC236}">
                <a16:creationId xmlns:a16="http://schemas.microsoft.com/office/drawing/2014/main" id="{5202ACE2-FFA1-B3E8-73EC-B15875CF9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341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B4341BD5-60F0-D426-4BCB-4B8FDDBDDBA7}"/>
              </a:ext>
            </a:extLst>
          </p:cNvPr>
          <p:cNvCxnSpPr>
            <a:cxnSpLocks/>
            <a:stCxn id="322" idx="2"/>
            <a:endCxn id="424" idx="0"/>
          </p:cNvCxnSpPr>
          <p:nvPr/>
        </p:nvCxnSpPr>
        <p:spPr>
          <a:xfrm>
            <a:off x="7092752" y="2773822"/>
            <a:ext cx="25001" cy="1161954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BF366892-3CC7-00AC-DFF2-79BE937848C5}"/>
              </a:ext>
            </a:extLst>
          </p:cNvPr>
          <p:cNvCxnSpPr>
            <a:cxnSpLocks/>
            <a:stCxn id="275" idx="2"/>
          </p:cNvCxnSpPr>
          <p:nvPr/>
        </p:nvCxnSpPr>
        <p:spPr>
          <a:xfrm flipH="1">
            <a:off x="6519333" y="3047078"/>
            <a:ext cx="107013" cy="788322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A6B6A0C2-30A9-2031-009B-F3CA4DDF6661}"/>
              </a:ext>
            </a:extLst>
          </p:cNvPr>
          <p:cNvCxnSpPr>
            <a:cxnSpLocks/>
            <a:stCxn id="300" idx="2"/>
          </p:cNvCxnSpPr>
          <p:nvPr/>
        </p:nvCxnSpPr>
        <p:spPr>
          <a:xfrm>
            <a:off x="7559739" y="3047078"/>
            <a:ext cx="60261" cy="845797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54">
            <a:extLst>
              <a:ext uri="{FF2B5EF4-FFF2-40B4-BE49-F238E27FC236}">
                <a16:creationId xmlns:a16="http://schemas.microsoft.com/office/drawing/2014/main" id="{29196865-51A5-DD65-010F-CED055A94AC2}"/>
              </a:ext>
            </a:extLst>
          </p:cNvPr>
          <p:cNvGrpSpPr>
            <a:grpSpLocks noChangeAspect="1"/>
          </p:cNvGrpSpPr>
          <p:nvPr/>
        </p:nvGrpSpPr>
        <p:grpSpPr>
          <a:xfrm>
            <a:off x="6486233" y="2885818"/>
            <a:ext cx="280226" cy="161260"/>
            <a:chOff x="8421867" y="1904979"/>
            <a:chExt cx="347879" cy="255573"/>
          </a:xfrm>
        </p:grpSpPr>
        <p:sp>
          <p:nvSpPr>
            <p:cNvPr id="275" name="Rectangle 60">
              <a:extLst>
                <a:ext uri="{FF2B5EF4-FFF2-40B4-BE49-F238E27FC236}">
                  <a16:creationId xmlns:a16="http://schemas.microsoft.com/office/drawing/2014/main" id="{D9002022-589A-6DF8-7869-0BD0E4C8F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77" name="Group 719">
              <a:extLst>
                <a:ext uri="{FF2B5EF4-FFF2-40B4-BE49-F238E27FC236}">
                  <a16:creationId xmlns:a16="http://schemas.microsoft.com/office/drawing/2014/main" id="{8FA8EA41-16D9-1484-1166-5FE1785CE2E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3C9AA244-9ECB-04D9-2416-D4341BDF194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AA68DA71-82AE-70B7-A5A3-CC6F43A900B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4214A38D-A5C7-BBED-FA5B-EF61A5B1BE1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F6964A25-C781-D472-1019-295FC74D292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83" name="Trapezoid 136">
              <a:extLst>
                <a:ext uri="{FF2B5EF4-FFF2-40B4-BE49-F238E27FC236}">
                  <a16:creationId xmlns:a16="http://schemas.microsoft.com/office/drawing/2014/main" id="{A492162A-A66F-7F4E-3807-5C3B5011FEB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roup 254">
            <a:extLst>
              <a:ext uri="{FF2B5EF4-FFF2-40B4-BE49-F238E27FC236}">
                <a16:creationId xmlns:a16="http://schemas.microsoft.com/office/drawing/2014/main" id="{BB5772E3-C4F6-7DA9-A617-7C0F1295ECE5}"/>
              </a:ext>
            </a:extLst>
          </p:cNvPr>
          <p:cNvGrpSpPr>
            <a:grpSpLocks noChangeAspect="1"/>
          </p:cNvGrpSpPr>
          <p:nvPr/>
        </p:nvGrpSpPr>
        <p:grpSpPr>
          <a:xfrm>
            <a:off x="7419626" y="2885818"/>
            <a:ext cx="280226" cy="161260"/>
            <a:chOff x="8421867" y="1904979"/>
            <a:chExt cx="347879" cy="255573"/>
          </a:xfrm>
        </p:grpSpPr>
        <p:sp>
          <p:nvSpPr>
            <p:cNvPr id="300" name="Rectangle 60">
              <a:extLst>
                <a:ext uri="{FF2B5EF4-FFF2-40B4-BE49-F238E27FC236}">
                  <a16:creationId xmlns:a16="http://schemas.microsoft.com/office/drawing/2014/main" id="{5B0DEF85-9F53-A04E-3942-6B14AF1F3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3975B742-51DA-AA51-8577-15C88874CB3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EDF8302A-3D62-7FF2-923B-8A8EDA2A370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B392B5E1-F736-266C-5399-9AD326F62A9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B941A94B-DBC4-1EE4-75F3-0902305D18C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69BB055C-539F-D8FF-2553-1D878CA8A0D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136">
              <a:extLst>
                <a:ext uri="{FF2B5EF4-FFF2-40B4-BE49-F238E27FC236}">
                  <a16:creationId xmlns:a16="http://schemas.microsoft.com/office/drawing/2014/main" id="{5A175155-6A52-F422-D5F7-133C7DB3748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42C057E4-62DF-0E59-2112-4622E7AEB720}"/>
              </a:ext>
            </a:extLst>
          </p:cNvPr>
          <p:cNvGrpSpPr/>
          <p:nvPr/>
        </p:nvGrpSpPr>
        <p:grpSpPr>
          <a:xfrm>
            <a:off x="6626346" y="2622607"/>
            <a:ext cx="933393" cy="271678"/>
            <a:chOff x="3560104" y="4920983"/>
            <a:chExt cx="918647" cy="267385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7F09C9FD-13AA-C7E3-D76B-DA64E7B9A719}"/>
                </a:ext>
              </a:extLst>
            </p:cNvPr>
            <p:cNvCxnSpPr>
              <a:cxnSpLocks/>
              <a:stCxn id="322" idx="1"/>
              <a:endCxn id="300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AAEB0CC0-C5A3-84ED-1DAE-C81256D448B7}"/>
                </a:ext>
              </a:extLst>
            </p:cNvPr>
            <p:cNvCxnSpPr>
              <a:cxnSpLocks/>
              <a:stCxn id="365" idx="1"/>
              <a:endCxn id="275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9A1771D8-28E6-9316-B5AE-0DB9BF9809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22" name="Rectangle 25">
                <a:extLst>
                  <a:ext uri="{FF2B5EF4-FFF2-40B4-BE49-F238E27FC236}">
                    <a16:creationId xmlns:a16="http://schemas.microsoft.com/office/drawing/2014/main" id="{8D315066-2183-1B8B-835B-F2153921B9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62" name="Rectangle 29">
                <a:extLst>
                  <a:ext uri="{FF2B5EF4-FFF2-40B4-BE49-F238E27FC236}">
                    <a16:creationId xmlns:a16="http://schemas.microsoft.com/office/drawing/2014/main" id="{3C432BD6-DE02-BF41-2FE0-88CADD178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65" name="Rectangle 29">
                <a:extLst>
                  <a:ext uri="{FF2B5EF4-FFF2-40B4-BE49-F238E27FC236}">
                    <a16:creationId xmlns:a16="http://schemas.microsoft.com/office/drawing/2014/main" id="{BF24AB7D-1A33-AAC4-17CE-2DF61360BF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284D80C3-B304-B829-1D7B-2337D9F26EE9}"/>
              </a:ext>
            </a:extLst>
          </p:cNvPr>
          <p:cNvCxnSpPr>
            <a:cxnSpLocks/>
            <a:stCxn id="1526" idx="2"/>
            <a:endCxn id="376" idx="0"/>
          </p:cNvCxnSpPr>
          <p:nvPr/>
        </p:nvCxnSpPr>
        <p:spPr>
          <a:xfrm flipH="1">
            <a:off x="5161977" y="1457050"/>
            <a:ext cx="963272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31AEBA22-4AF1-E667-A44D-BCBD5E2699EF}"/>
              </a:ext>
            </a:extLst>
          </p:cNvPr>
          <p:cNvCxnSpPr>
            <a:cxnSpLocks/>
            <a:stCxn id="1526" idx="2"/>
            <a:endCxn id="409" idx="0"/>
          </p:cNvCxnSpPr>
          <p:nvPr/>
        </p:nvCxnSpPr>
        <p:spPr>
          <a:xfrm>
            <a:off x="6125249" y="1457050"/>
            <a:ext cx="911399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5D3017A4-BC8A-849E-F5F2-F5FF5DACF36E}"/>
              </a:ext>
            </a:extLst>
          </p:cNvPr>
          <p:cNvCxnSpPr>
            <a:cxnSpLocks/>
          </p:cNvCxnSpPr>
          <p:nvPr/>
        </p:nvCxnSpPr>
        <p:spPr>
          <a:xfrm flipH="1">
            <a:off x="6522942" y="906639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A487D6B4-5D80-C418-8590-246F7F2119AD}"/>
              </a:ext>
            </a:extLst>
          </p:cNvPr>
          <p:cNvCxnSpPr>
            <a:cxnSpLocks/>
          </p:cNvCxnSpPr>
          <p:nvPr/>
        </p:nvCxnSpPr>
        <p:spPr>
          <a:xfrm>
            <a:off x="5666317" y="903139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F52F69DE-E72D-34F7-A522-477DB2D139A7}"/>
              </a:ext>
            </a:extLst>
          </p:cNvPr>
          <p:cNvCxnSpPr>
            <a:cxnSpLocks/>
          </p:cNvCxnSpPr>
          <p:nvPr/>
        </p:nvCxnSpPr>
        <p:spPr>
          <a:xfrm>
            <a:off x="5525858" y="289892"/>
            <a:ext cx="0" cy="56524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6BDA3A0E-089B-4986-3867-66B8D2DB7EFE}"/>
              </a:ext>
            </a:extLst>
          </p:cNvPr>
          <p:cNvCxnSpPr>
            <a:cxnSpLocks/>
          </p:cNvCxnSpPr>
          <p:nvPr/>
        </p:nvCxnSpPr>
        <p:spPr>
          <a:xfrm>
            <a:off x="6844189" y="301603"/>
            <a:ext cx="32541" cy="20639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FBA4909B-D132-5062-AE9E-732DFBF9DBAE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7653985A-E060-C163-8CDF-E3248143333B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4" name="Group 254">
            <a:extLst>
              <a:ext uri="{FF2B5EF4-FFF2-40B4-BE49-F238E27FC236}">
                <a16:creationId xmlns:a16="http://schemas.microsoft.com/office/drawing/2014/main" id="{98B9E638-3757-BC9C-6E57-FAAFBAF79561}"/>
              </a:ext>
            </a:extLst>
          </p:cNvPr>
          <p:cNvGrpSpPr>
            <a:grpSpLocks noChangeAspect="1"/>
          </p:cNvGrpSpPr>
          <p:nvPr/>
        </p:nvGrpSpPr>
        <p:grpSpPr>
          <a:xfrm>
            <a:off x="4587124" y="2461803"/>
            <a:ext cx="280226" cy="161260"/>
            <a:chOff x="8421867" y="1904979"/>
            <a:chExt cx="347879" cy="255573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373DDCE9-E0A3-A48D-F6C8-56E634E40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9F902246-967E-55EB-6631-31E21F83CF4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53814469-50DD-280B-CDD9-277EC7CFBA7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B529C39A-7492-A491-369C-BBBD72ABB63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D166383-DEC3-4E77-3EBF-FB6C892579A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D51C153-5849-CC05-CD98-7494C586EF2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136">
              <a:extLst>
                <a:ext uri="{FF2B5EF4-FFF2-40B4-BE49-F238E27FC236}">
                  <a16:creationId xmlns:a16="http://schemas.microsoft.com/office/drawing/2014/main" id="{F450C5FE-B5C7-8F2E-8BFA-84BCF6CBE34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254">
            <a:extLst>
              <a:ext uri="{FF2B5EF4-FFF2-40B4-BE49-F238E27FC236}">
                <a16:creationId xmlns:a16="http://schemas.microsoft.com/office/drawing/2014/main" id="{D0249569-80CC-A7F4-4FF9-F9542FF71F1C}"/>
              </a:ext>
            </a:extLst>
          </p:cNvPr>
          <p:cNvGrpSpPr>
            <a:grpSpLocks noChangeAspect="1"/>
          </p:cNvGrpSpPr>
          <p:nvPr/>
        </p:nvGrpSpPr>
        <p:grpSpPr>
          <a:xfrm>
            <a:off x="5520516" y="2461803"/>
            <a:ext cx="280226" cy="161260"/>
            <a:chOff x="8421867" y="1904979"/>
            <a:chExt cx="347879" cy="255573"/>
          </a:xfrm>
        </p:grpSpPr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A3B4402E-A1CE-119B-D456-BB8594816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1" name="Group 719">
              <a:extLst>
                <a:ext uri="{FF2B5EF4-FFF2-40B4-BE49-F238E27FC236}">
                  <a16:creationId xmlns:a16="http://schemas.microsoft.com/office/drawing/2014/main" id="{3A0D0200-E7EB-6FDA-7CE2-0DDACF29DE5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A28ED1B-4531-3A1A-9168-4A4CAA35651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98A693C-6A10-F011-7B11-EF018EF70DE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0520B3B9-2072-63CC-E6A9-5ECB14DD34E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C69C069D-4EA6-A0AB-6F24-F533E882A51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52" name="Trapezoid 136">
              <a:extLst>
                <a:ext uri="{FF2B5EF4-FFF2-40B4-BE49-F238E27FC236}">
                  <a16:creationId xmlns:a16="http://schemas.microsoft.com/office/drawing/2014/main" id="{78D95108-41E9-B02B-ABB9-E72AB2F7F43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DE259EF8-80C1-261D-894A-E8F3710A10E4}"/>
              </a:ext>
            </a:extLst>
          </p:cNvPr>
          <p:cNvGrpSpPr/>
          <p:nvPr/>
        </p:nvGrpSpPr>
        <p:grpSpPr>
          <a:xfrm>
            <a:off x="4727237" y="2198592"/>
            <a:ext cx="933392" cy="271678"/>
            <a:chOff x="3560105" y="4920983"/>
            <a:chExt cx="918646" cy="267385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AE4506CE-143A-1984-7AE6-C7B19FE970D2}"/>
                </a:ext>
              </a:extLst>
            </p:cNvPr>
            <p:cNvCxnSpPr>
              <a:cxnSpLocks/>
              <a:stCxn id="213" idx="0"/>
              <a:endCxn id="34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49815B3B-EC8F-5FAD-4DEE-9E1629DFA63E}"/>
                </a:ext>
              </a:extLst>
            </p:cNvPr>
            <p:cNvCxnSpPr>
              <a:cxnSpLocks/>
              <a:stCxn id="214" idx="1"/>
              <a:endCxn id="22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DE9A2CB2-2988-21C3-2E09-14E1753281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05" name="Rectangle 25">
                <a:extLst>
                  <a:ext uri="{FF2B5EF4-FFF2-40B4-BE49-F238E27FC236}">
                    <a16:creationId xmlns:a16="http://schemas.microsoft.com/office/drawing/2014/main" id="{1DC6F079-749A-7297-9CE1-7A5A00528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3" name="Rectangle 29">
                <a:extLst>
                  <a:ext uri="{FF2B5EF4-FFF2-40B4-BE49-F238E27FC236}">
                    <a16:creationId xmlns:a16="http://schemas.microsoft.com/office/drawing/2014/main" id="{D8EAC9F3-827B-51F3-0DB9-666F0AE11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4" name="Rectangle 29">
                <a:extLst>
                  <a:ext uri="{FF2B5EF4-FFF2-40B4-BE49-F238E27FC236}">
                    <a16:creationId xmlns:a16="http://schemas.microsoft.com/office/drawing/2014/main" id="{28DD69BD-77AF-0D4C-7DDC-6632706FA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15" name="Group 254">
            <a:extLst>
              <a:ext uri="{FF2B5EF4-FFF2-40B4-BE49-F238E27FC236}">
                <a16:creationId xmlns:a16="http://schemas.microsoft.com/office/drawing/2014/main" id="{07015F94-BDA7-2E0F-6124-D5D423C5F5DE}"/>
              </a:ext>
            </a:extLst>
          </p:cNvPr>
          <p:cNvGrpSpPr>
            <a:grpSpLocks noChangeAspect="1"/>
          </p:cNvGrpSpPr>
          <p:nvPr/>
        </p:nvGrpSpPr>
        <p:grpSpPr>
          <a:xfrm>
            <a:off x="6461794" y="2461803"/>
            <a:ext cx="280226" cy="161260"/>
            <a:chOff x="8421867" y="1904979"/>
            <a:chExt cx="347879" cy="255573"/>
          </a:xfrm>
        </p:grpSpPr>
        <p:sp>
          <p:nvSpPr>
            <p:cNvPr id="216" name="Rectangle 60">
              <a:extLst>
                <a:ext uri="{FF2B5EF4-FFF2-40B4-BE49-F238E27FC236}">
                  <a16:creationId xmlns:a16="http://schemas.microsoft.com/office/drawing/2014/main" id="{76FAD4AA-8015-2003-AD8E-881CC401A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17" name="Group 719">
              <a:extLst>
                <a:ext uri="{FF2B5EF4-FFF2-40B4-BE49-F238E27FC236}">
                  <a16:creationId xmlns:a16="http://schemas.microsoft.com/office/drawing/2014/main" id="{242CB03E-A315-94DA-778A-EFE2B3542EC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27E0BAA4-6BDC-0815-4D1E-707BF4244D9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92196777-43C8-F336-E678-C17CF82A389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1ADFB7EA-8BD5-EF24-4A9F-68ED866BCA5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AAE87B6E-79D4-F644-CE46-DBC55C9AFF0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18" name="Trapezoid 136">
              <a:extLst>
                <a:ext uri="{FF2B5EF4-FFF2-40B4-BE49-F238E27FC236}">
                  <a16:creationId xmlns:a16="http://schemas.microsoft.com/office/drawing/2014/main" id="{519742D7-AF7F-54DA-F50A-23E20AFC651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3" name="Group 254">
            <a:extLst>
              <a:ext uri="{FF2B5EF4-FFF2-40B4-BE49-F238E27FC236}">
                <a16:creationId xmlns:a16="http://schemas.microsoft.com/office/drawing/2014/main" id="{C6E0D648-CAD6-CF97-A963-739E428544FC}"/>
              </a:ext>
            </a:extLst>
          </p:cNvPr>
          <p:cNvGrpSpPr>
            <a:grpSpLocks noChangeAspect="1"/>
          </p:cNvGrpSpPr>
          <p:nvPr/>
        </p:nvGrpSpPr>
        <p:grpSpPr>
          <a:xfrm>
            <a:off x="7395187" y="2461803"/>
            <a:ext cx="280226" cy="161260"/>
            <a:chOff x="8421867" y="1904979"/>
            <a:chExt cx="347879" cy="255573"/>
          </a:xfrm>
        </p:grpSpPr>
        <p:sp>
          <p:nvSpPr>
            <p:cNvPr id="224" name="Rectangle 60">
              <a:extLst>
                <a:ext uri="{FF2B5EF4-FFF2-40B4-BE49-F238E27FC236}">
                  <a16:creationId xmlns:a16="http://schemas.microsoft.com/office/drawing/2014/main" id="{80E47771-07A1-136A-67EE-013F19996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26" name="Group 719">
              <a:extLst>
                <a:ext uri="{FF2B5EF4-FFF2-40B4-BE49-F238E27FC236}">
                  <a16:creationId xmlns:a16="http://schemas.microsoft.com/office/drawing/2014/main" id="{B98DB743-DF65-44BC-2741-2C7594DD035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F0716765-C981-6347-B321-B81BB215595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6A751A15-E108-FDDE-B4ED-4257B81330A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26D0D5A8-5071-6403-D34B-D766319FA3E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42605AB2-1CBD-0892-E006-F0A84CECE54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27" name="Trapezoid 136">
              <a:extLst>
                <a:ext uri="{FF2B5EF4-FFF2-40B4-BE49-F238E27FC236}">
                  <a16:creationId xmlns:a16="http://schemas.microsoft.com/office/drawing/2014/main" id="{D1ACB27F-261B-4B51-A4CD-46B9FC57E17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C0FD2F18-90C5-72C1-9991-674EB3F392B2}"/>
              </a:ext>
            </a:extLst>
          </p:cNvPr>
          <p:cNvGrpSpPr/>
          <p:nvPr/>
        </p:nvGrpSpPr>
        <p:grpSpPr>
          <a:xfrm>
            <a:off x="6601907" y="2198592"/>
            <a:ext cx="933393" cy="271678"/>
            <a:chOff x="3560104" y="4920983"/>
            <a:chExt cx="918647" cy="267385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91B98074-E6D8-5E6A-117B-24F4D30261A4}"/>
                </a:ext>
              </a:extLst>
            </p:cNvPr>
            <p:cNvCxnSpPr>
              <a:cxnSpLocks/>
              <a:stCxn id="243" idx="1"/>
              <a:endCxn id="224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818D011E-77DF-56B2-C138-C56A91B380F1}"/>
                </a:ext>
              </a:extLst>
            </p:cNvPr>
            <p:cNvCxnSpPr>
              <a:cxnSpLocks/>
              <a:stCxn id="245" idx="1"/>
              <a:endCxn id="216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B03F5679-8EF8-8BE1-F902-1D43BE5E4D5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43" name="Rectangle 25">
                <a:extLst>
                  <a:ext uri="{FF2B5EF4-FFF2-40B4-BE49-F238E27FC236}">
                    <a16:creationId xmlns:a16="http://schemas.microsoft.com/office/drawing/2014/main" id="{2D9DF2D5-A21B-CD4C-F5B4-45FE091D68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2E74D48C-6E83-57CD-847E-977195C203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F501C0B4-4148-F73F-812D-57E512C70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46" name="Group 254">
            <a:extLst>
              <a:ext uri="{FF2B5EF4-FFF2-40B4-BE49-F238E27FC236}">
                <a16:creationId xmlns:a16="http://schemas.microsoft.com/office/drawing/2014/main" id="{BF8BA867-1A12-5E57-B6DB-492225733928}"/>
              </a:ext>
            </a:extLst>
          </p:cNvPr>
          <p:cNvGrpSpPr>
            <a:grpSpLocks noChangeAspect="1"/>
          </p:cNvGrpSpPr>
          <p:nvPr/>
        </p:nvGrpSpPr>
        <p:grpSpPr>
          <a:xfrm>
            <a:off x="4555459" y="1945406"/>
            <a:ext cx="280226" cy="161260"/>
            <a:chOff x="8421867" y="1904979"/>
            <a:chExt cx="347879" cy="255573"/>
          </a:xfrm>
        </p:grpSpPr>
        <p:sp>
          <p:nvSpPr>
            <p:cNvPr id="250" name="Rectangle 60">
              <a:extLst>
                <a:ext uri="{FF2B5EF4-FFF2-40B4-BE49-F238E27FC236}">
                  <a16:creationId xmlns:a16="http://schemas.microsoft.com/office/drawing/2014/main" id="{22881EB4-E6C6-ED57-F5A7-D95EE948B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3" name="Group 719">
              <a:extLst>
                <a:ext uri="{FF2B5EF4-FFF2-40B4-BE49-F238E27FC236}">
                  <a16:creationId xmlns:a16="http://schemas.microsoft.com/office/drawing/2014/main" id="{6F5A1029-20F0-4055-5B94-28739375874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B02DE389-1755-397F-9E2D-A7A81D3F8CF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580C161E-AFA3-B20A-D56E-4CFA9DEE238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4A167271-A29F-5923-34E4-2A776BC6FAF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3E25205C-7EAE-AEBA-BD93-CAD0A4C07E4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54" name="Trapezoid 136">
              <a:extLst>
                <a:ext uri="{FF2B5EF4-FFF2-40B4-BE49-F238E27FC236}">
                  <a16:creationId xmlns:a16="http://schemas.microsoft.com/office/drawing/2014/main" id="{85919393-7521-1CB8-9EBB-2B7667893BF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Group 254">
            <a:extLst>
              <a:ext uri="{FF2B5EF4-FFF2-40B4-BE49-F238E27FC236}">
                <a16:creationId xmlns:a16="http://schemas.microsoft.com/office/drawing/2014/main" id="{F97C3541-C7D6-374A-8634-763DC6C82683}"/>
              </a:ext>
            </a:extLst>
          </p:cNvPr>
          <p:cNvGrpSpPr>
            <a:grpSpLocks noChangeAspect="1"/>
          </p:cNvGrpSpPr>
          <p:nvPr/>
        </p:nvGrpSpPr>
        <p:grpSpPr>
          <a:xfrm>
            <a:off x="5488851" y="1945406"/>
            <a:ext cx="280226" cy="161260"/>
            <a:chOff x="8421867" y="1904979"/>
            <a:chExt cx="347879" cy="255573"/>
          </a:xfrm>
        </p:grpSpPr>
        <p:sp>
          <p:nvSpPr>
            <p:cNvPr id="262" name="Rectangle 60">
              <a:extLst>
                <a:ext uri="{FF2B5EF4-FFF2-40B4-BE49-F238E27FC236}">
                  <a16:creationId xmlns:a16="http://schemas.microsoft.com/office/drawing/2014/main" id="{3FE219C0-5FEE-9BDC-B0A5-C4E8CFFDE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63" name="Group 719">
              <a:extLst>
                <a:ext uri="{FF2B5EF4-FFF2-40B4-BE49-F238E27FC236}">
                  <a16:creationId xmlns:a16="http://schemas.microsoft.com/office/drawing/2014/main" id="{5B878CBC-48BD-45EA-1FA8-63CBBB71E88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26A76EB2-9130-659D-F489-7BBE919E889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08E4A9DF-EBDE-353D-B75A-AACA8620018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3B7F1AFC-6BBB-FFC1-484D-6623063BDAB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2A09E2AF-5F8C-7816-B22D-23CFC796116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4" name="Trapezoid 136">
              <a:extLst>
                <a:ext uri="{FF2B5EF4-FFF2-40B4-BE49-F238E27FC236}">
                  <a16:creationId xmlns:a16="http://schemas.microsoft.com/office/drawing/2014/main" id="{46182F54-08B6-3CF4-A34F-F340BC57EDA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B78855DE-6DAD-02C2-CDD9-E988177D68C7}"/>
              </a:ext>
            </a:extLst>
          </p:cNvPr>
          <p:cNvGrpSpPr/>
          <p:nvPr/>
        </p:nvGrpSpPr>
        <p:grpSpPr>
          <a:xfrm>
            <a:off x="4695572" y="1682190"/>
            <a:ext cx="933392" cy="263216"/>
            <a:chOff x="3560105" y="4920983"/>
            <a:chExt cx="918646" cy="259057"/>
          </a:xfrm>
        </p:grpSpPr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EBC7BCC4-92A5-F95B-9474-1B4C3CD183EB}"/>
                </a:ext>
              </a:extLst>
            </p:cNvPr>
            <p:cNvCxnSpPr>
              <a:cxnSpLocks/>
              <a:stCxn id="377" idx="0"/>
              <a:endCxn id="262" idx="0"/>
            </p:cNvCxnSpPr>
            <p:nvPr/>
          </p:nvCxnSpPr>
          <p:spPr>
            <a:xfrm>
              <a:off x="4288158" y="4974136"/>
              <a:ext cx="190593" cy="20590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181E3D95-2D90-A527-D20D-8B5D4CDA3E29}"/>
                </a:ext>
              </a:extLst>
            </p:cNvPr>
            <p:cNvCxnSpPr>
              <a:cxnSpLocks/>
              <a:stCxn id="379" idx="1"/>
              <a:endCxn id="250" idx="0"/>
            </p:cNvCxnSpPr>
            <p:nvPr/>
          </p:nvCxnSpPr>
          <p:spPr>
            <a:xfrm flipH="1">
              <a:off x="3560105" y="4994613"/>
              <a:ext cx="175856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200AF17F-EBCD-4772-96E5-A3FF1C47895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76" name="Rectangle 25">
                <a:extLst>
                  <a:ext uri="{FF2B5EF4-FFF2-40B4-BE49-F238E27FC236}">
                    <a16:creationId xmlns:a16="http://schemas.microsoft.com/office/drawing/2014/main" id="{BB2AABBB-1EB9-FD74-C02F-A87864B82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77" name="Rectangle 29">
                <a:extLst>
                  <a:ext uri="{FF2B5EF4-FFF2-40B4-BE49-F238E27FC236}">
                    <a16:creationId xmlns:a16="http://schemas.microsoft.com/office/drawing/2014/main" id="{71475201-AA0C-36E6-18FB-C033023405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79" name="Rectangle 29">
                <a:extLst>
                  <a:ext uri="{FF2B5EF4-FFF2-40B4-BE49-F238E27FC236}">
                    <a16:creationId xmlns:a16="http://schemas.microsoft.com/office/drawing/2014/main" id="{28D3E173-E634-FE19-3618-49149B918F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381" name="Group 254">
            <a:extLst>
              <a:ext uri="{FF2B5EF4-FFF2-40B4-BE49-F238E27FC236}">
                <a16:creationId xmlns:a16="http://schemas.microsoft.com/office/drawing/2014/main" id="{5A4FC200-C08C-361F-391E-BD8AC37462DA}"/>
              </a:ext>
            </a:extLst>
          </p:cNvPr>
          <p:cNvGrpSpPr>
            <a:grpSpLocks noChangeAspect="1"/>
          </p:cNvGrpSpPr>
          <p:nvPr/>
        </p:nvGrpSpPr>
        <p:grpSpPr>
          <a:xfrm>
            <a:off x="6430129" y="1945406"/>
            <a:ext cx="280226" cy="161260"/>
            <a:chOff x="8421867" y="1904979"/>
            <a:chExt cx="347879" cy="255573"/>
          </a:xfrm>
        </p:grpSpPr>
        <p:sp>
          <p:nvSpPr>
            <p:cNvPr id="382" name="Rectangle 60">
              <a:extLst>
                <a:ext uri="{FF2B5EF4-FFF2-40B4-BE49-F238E27FC236}">
                  <a16:creationId xmlns:a16="http://schemas.microsoft.com/office/drawing/2014/main" id="{72733632-D8AA-AD2B-40A4-0B5CC066F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3" name="Group 719">
              <a:extLst>
                <a:ext uri="{FF2B5EF4-FFF2-40B4-BE49-F238E27FC236}">
                  <a16:creationId xmlns:a16="http://schemas.microsoft.com/office/drawing/2014/main" id="{6DE635A0-2FDA-B185-E035-FF7889958FE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4E0CC94B-20EB-5E9E-B15C-9AB8797C36E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37289B08-45EE-714D-3F70-FF633489C5A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F5B6EE5F-0FEB-3E8D-E1EF-D3B332D943D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ED6C8277-2A9A-7C9B-D9E2-FE005D16465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4" name="Trapezoid 136">
              <a:extLst>
                <a:ext uri="{FF2B5EF4-FFF2-40B4-BE49-F238E27FC236}">
                  <a16:creationId xmlns:a16="http://schemas.microsoft.com/office/drawing/2014/main" id="{8DF304D2-3E98-30A6-8097-07BE703A757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57E5AC40-39BA-4811-C157-EF68B8C9AAAF}"/>
              </a:ext>
            </a:extLst>
          </p:cNvPr>
          <p:cNvGrpSpPr>
            <a:grpSpLocks noChangeAspect="1"/>
          </p:cNvGrpSpPr>
          <p:nvPr/>
        </p:nvGrpSpPr>
        <p:grpSpPr>
          <a:xfrm>
            <a:off x="7363522" y="1945406"/>
            <a:ext cx="280226" cy="161260"/>
            <a:chOff x="8421867" y="1904979"/>
            <a:chExt cx="347879" cy="255573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4B6522C6-CE9F-11B5-6B9B-BE3F0AD2D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C8EA81A7-45DB-713A-4A87-414DB62D4C6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F6AE44F2-E6B2-33DB-6633-E80E0E7180F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D618F525-9F2B-4D6D-4D1F-B971123717C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394F21ED-A8A1-DF60-D3E7-B86F338AE19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FA21434E-3836-34B9-7079-2B429C19637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136">
              <a:extLst>
                <a:ext uri="{FF2B5EF4-FFF2-40B4-BE49-F238E27FC236}">
                  <a16:creationId xmlns:a16="http://schemas.microsoft.com/office/drawing/2014/main" id="{1F6417FA-E4F8-0F87-A9E9-8EB5C5F6F54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9928E9E3-E05A-A2B2-6DCE-7808242BB638}"/>
              </a:ext>
            </a:extLst>
          </p:cNvPr>
          <p:cNvGrpSpPr/>
          <p:nvPr/>
        </p:nvGrpSpPr>
        <p:grpSpPr>
          <a:xfrm>
            <a:off x="6570242" y="1682190"/>
            <a:ext cx="933393" cy="263216"/>
            <a:chOff x="3560104" y="4920983"/>
            <a:chExt cx="918647" cy="259057"/>
          </a:xfrm>
        </p:grpSpPr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6CCE93E0-FD07-8E8C-B27D-CA21C4F51157}"/>
                </a:ext>
              </a:extLst>
            </p:cNvPr>
            <p:cNvCxnSpPr>
              <a:cxnSpLocks/>
              <a:stCxn id="409" idx="1"/>
              <a:endCxn id="395" idx="0"/>
            </p:cNvCxnSpPr>
            <p:nvPr/>
          </p:nvCxnSpPr>
          <p:spPr>
            <a:xfrm>
              <a:off x="4334752" y="4995396"/>
              <a:ext cx="143999" cy="18464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E8422AF7-BE3C-9C80-BC31-C062F76C0BD6}"/>
                </a:ext>
              </a:extLst>
            </p:cNvPr>
            <p:cNvCxnSpPr>
              <a:cxnSpLocks/>
              <a:stCxn id="411" idx="1"/>
              <a:endCxn id="382" idx="0"/>
            </p:cNvCxnSpPr>
            <p:nvPr/>
          </p:nvCxnSpPr>
          <p:spPr>
            <a:xfrm flipH="1">
              <a:off x="3560104" y="4994613"/>
              <a:ext cx="175857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0E79C4B5-D408-C157-2F91-84F79D29CD1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409" name="Rectangle 25">
                <a:extLst>
                  <a:ext uri="{FF2B5EF4-FFF2-40B4-BE49-F238E27FC236}">
                    <a16:creationId xmlns:a16="http://schemas.microsoft.com/office/drawing/2014/main" id="{A3FCA540-252E-F0AE-7DC0-227265BE5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410" name="Rectangle 29">
                <a:extLst>
                  <a:ext uri="{FF2B5EF4-FFF2-40B4-BE49-F238E27FC236}">
                    <a16:creationId xmlns:a16="http://schemas.microsoft.com/office/drawing/2014/main" id="{F90914C1-0F17-CC9C-7F47-9E565FACC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1" name="Rectangle 29">
                <a:extLst>
                  <a:ext uri="{FF2B5EF4-FFF2-40B4-BE49-F238E27FC236}">
                    <a16:creationId xmlns:a16="http://schemas.microsoft.com/office/drawing/2014/main" id="{F247FE9D-C6FF-3466-5AC7-646E32AC8D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85AB8A45-2929-9071-7FA5-459C13360540}"/>
              </a:ext>
            </a:extLst>
          </p:cNvPr>
          <p:cNvCxnSpPr>
            <a:stCxn id="1525" idx="2"/>
            <a:endCxn id="250" idx="1"/>
          </p:cNvCxnSpPr>
          <p:nvPr/>
        </p:nvCxnSpPr>
        <p:spPr>
          <a:xfrm rot="10800000" flipV="1">
            <a:off x="4555459" y="1399318"/>
            <a:ext cx="639520" cy="626717"/>
          </a:xfrm>
          <a:prstGeom prst="bentConnector3">
            <a:avLst>
              <a:gd name="adj1" fmla="val 135746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A1D9E61C-DDF8-B385-3FCB-28EA2C1D7884}"/>
              </a:ext>
            </a:extLst>
          </p:cNvPr>
          <p:cNvCxnSpPr>
            <a:cxnSpLocks/>
            <a:stCxn id="1524" idx="3"/>
            <a:endCxn id="395" idx="3"/>
          </p:cNvCxnSpPr>
          <p:nvPr/>
        </p:nvCxnSpPr>
        <p:spPr>
          <a:xfrm>
            <a:off x="7093585" y="1398433"/>
            <a:ext cx="550163" cy="627603"/>
          </a:xfrm>
          <a:prstGeom prst="bentConnector3">
            <a:avLst>
              <a:gd name="adj1" fmla="val 141551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3DCC3106-3461-314E-264B-A7842A6D0A47}"/>
              </a:ext>
            </a:extLst>
          </p:cNvPr>
          <p:cNvCxnSpPr>
            <a:stCxn id="376" idx="2"/>
            <a:endCxn id="205" idx="0"/>
          </p:cNvCxnSpPr>
          <p:nvPr/>
        </p:nvCxnSpPr>
        <p:spPr>
          <a:xfrm>
            <a:off x="51619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4123B53A-402D-A169-BDD1-6BC791A58C0E}"/>
              </a:ext>
            </a:extLst>
          </p:cNvPr>
          <p:cNvCxnSpPr>
            <a:stCxn id="205" idx="2"/>
            <a:endCxn id="210" idx="0"/>
          </p:cNvCxnSpPr>
          <p:nvPr/>
        </p:nvCxnSpPr>
        <p:spPr>
          <a:xfrm>
            <a:off x="51936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3B51D58E-7E5D-4677-1041-6CE0B22351B9}"/>
              </a:ext>
            </a:extLst>
          </p:cNvPr>
          <p:cNvSpPr txBox="1"/>
          <p:nvPr/>
        </p:nvSpPr>
        <p:spPr>
          <a:xfrm>
            <a:off x="4056656" y="2620690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aggregation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7CEC3A72-D984-AB0E-0A6A-46FDD030D8FC}"/>
              </a:ext>
            </a:extLst>
          </p:cNvPr>
          <p:cNvSpPr txBox="1"/>
          <p:nvPr/>
        </p:nvSpPr>
        <p:spPr>
          <a:xfrm>
            <a:off x="5556364" y="2105977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Partition parallel</a:t>
            </a:r>
          </a:p>
          <a:p>
            <a:r>
              <a:rPr lang="en-GB" sz="800" dirty="0"/>
              <a:t>(decomposition)</a:t>
            </a: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5D8AEC5E-AB98-B1F8-CC27-796B200213DC}"/>
              </a:ext>
            </a:extLst>
          </p:cNvPr>
          <p:cNvCxnSpPr/>
          <p:nvPr/>
        </p:nvCxnSpPr>
        <p:spPr>
          <a:xfrm>
            <a:off x="70415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4A381CEC-BFA6-653B-5825-CEFCD2DF8640}"/>
              </a:ext>
            </a:extLst>
          </p:cNvPr>
          <p:cNvCxnSpPr/>
          <p:nvPr/>
        </p:nvCxnSpPr>
        <p:spPr>
          <a:xfrm>
            <a:off x="70732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9" name="Straight Connector 1568">
            <a:extLst>
              <a:ext uri="{FF2B5EF4-FFF2-40B4-BE49-F238E27FC236}">
                <a16:creationId xmlns:a16="http://schemas.microsoft.com/office/drawing/2014/main" id="{495CEF3D-9432-A2CD-5B2E-E357DFAF0006}"/>
              </a:ext>
            </a:extLst>
          </p:cNvPr>
          <p:cNvCxnSpPr>
            <a:cxnSpLocks/>
          </p:cNvCxnSpPr>
          <p:nvPr/>
        </p:nvCxnSpPr>
        <p:spPr>
          <a:xfrm flipH="1">
            <a:off x="6412505" y="584200"/>
            <a:ext cx="22492" cy="2576576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F93340E-6F56-CB20-E720-64E4F3F32427}"/>
              </a:ext>
            </a:extLst>
          </p:cNvPr>
          <p:cNvGrpSpPr/>
          <p:nvPr/>
        </p:nvGrpSpPr>
        <p:grpSpPr>
          <a:xfrm>
            <a:off x="4706505" y="3946349"/>
            <a:ext cx="1029166" cy="71625"/>
            <a:chOff x="3595799" y="4960156"/>
            <a:chExt cx="1012906" cy="7049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1CC6238-FD60-94BE-0342-00F049C21366}"/>
                </a:ext>
              </a:extLst>
            </p:cNvPr>
            <p:cNvCxnSpPr>
              <a:cxnSpLocks/>
              <a:endCxn id="413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256" name="Straight Arrow Connector 255">
              <a:extLst>
                <a:ext uri="{FF2B5EF4-FFF2-40B4-BE49-F238E27FC236}">
                  <a16:creationId xmlns:a16="http://schemas.microsoft.com/office/drawing/2014/main" id="{5A0ACA19-1B14-EE02-3088-81703D2E6D57}"/>
                </a:ext>
              </a:extLst>
            </p:cNvPr>
            <p:cNvCxnSpPr>
              <a:cxnSpLocks/>
              <a:stCxn id="414" idx="1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88CAFA92-3E38-45B3-1E7D-35C44807F8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404" name="Rectangle 25">
                <a:extLst>
                  <a:ext uri="{FF2B5EF4-FFF2-40B4-BE49-F238E27FC236}">
                    <a16:creationId xmlns:a16="http://schemas.microsoft.com/office/drawing/2014/main" id="{CE883655-22E6-1DBC-D353-E48D8E1BA8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413" name="Rectangle 29">
                <a:extLst>
                  <a:ext uri="{FF2B5EF4-FFF2-40B4-BE49-F238E27FC236}">
                    <a16:creationId xmlns:a16="http://schemas.microsoft.com/office/drawing/2014/main" id="{65D17677-EE5D-85C4-67DD-51A4E2AE1A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4" name="Rectangle 29">
                <a:extLst>
                  <a:ext uri="{FF2B5EF4-FFF2-40B4-BE49-F238E27FC236}">
                    <a16:creationId xmlns:a16="http://schemas.microsoft.com/office/drawing/2014/main" id="{80FBB940-8A7C-697F-6D3D-34D8AB8BDB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88449B9D-E4DE-E27C-55B2-2236ADBE08EF}"/>
              </a:ext>
            </a:extLst>
          </p:cNvPr>
          <p:cNvGrpSpPr/>
          <p:nvPr/>
        </p:nvGrpSpPr>
        <p:grpSpPr>
          <a:xfrm>
            <a:off x="6580618" y="3935776"/>
            <a:ext cx="1049124" cy="71625"/>
            <a:chOff x="3490493" y="4960156"/>
            <a:chExt cx="1032550" cy="70493"/>
          </a:xfrm>
        </p:grpSpPr>
        <p:cxnSp>
          <p:nvCxnSpPr>
            <p:cNvPr id="419" name="Straight Arrow Connector 418">
              <a:extLst>
                <a:ext uri="{FF2B5EF4-FFF2-40B4-BE49-F238E27FC236}">
                  <a16:creationId xmlns:a16="http://schemas.microsoft.com/office/drawing/2014/main" id="{E7F7682A-EB80-B706-1DE7-FE0E0EBB136A}"/>
                </a:ext>
              </a:extLst>
            </p:cNvPr>
            <p:cNvCxnSpPr>
              <a:cxnSpLocks/>
              <a:endCxn id="425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421" name="Straight Arrow Connector 420">
              <a:extLst>
                <a:ext uri="{FF2B5EF4-FFF2-40B4-BE49-F238E27FC236}">
                  <a16:creationId xmlns:a16="http://schemas.microsoft.com/office/drawing/2014/main" id="{EF025859-2F39-02E8-F8D5-255E3E83BC56}"/>
                </a:ext>
              </a:extLst>
            </p:cNvPr>
            <p:cNvCxnSpPr>
              <a:cxnSpLocks/>
              <a:stCxn id="426" idx="1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5C190147-2FCD-FC73-4DEB-6CFC5EA97FB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424" name="Rectangle 25">
                <a:extLst>
                  <a:ext uri="{FF2B5EF4-FFF2-40B4-BE49-F238E27FC236}">
                    <a16:creationId xmlns:a16="http://schemas.microsoft.com/office/drawing/2014/main" id="{01D84A7D-4A17-32C8-97AF-FBA75294D9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425" name="Rectangle 29">
                <a:extLst>
                  <a:ext uri="{FF2B5EF4-FFF2-40B4-BE49-F238E27FC236}">
                    <a16:creationId xmlns:a16="http://schemas.microsoft.com/office/drawing/2014/main" id="{6518863A-A3C4-B6BC-0B33-C39E8A9D2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26" name="Rectangle 29">
                <a:extLst>
                  <a:ext uri="{FF2B5EF4-FFF2-40B4-BE49-F238E27FC236}">
                    <a16:creationId xmlns:a16="http://schemas.microsoft.com/office/drawing/2014/main" id="{F83112B5-C047-CD67-D8F5-35C1390C1B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sp>
        <p:nvSpPr>
          <p:cNvPr id="428" name="TextBox 427">
            <a:extLst>
              <a:ext uri="{FF2B5EF4-FFF2-40B4-BE49-F238E27FC236}">
                <a16:creationId xmlns:a16="http://schemas.microsoft.com/office/drawing/2014/main" id="{FEB60965-3A2D-A25E-0640-7389FA75A2AE}"/>
              </a:ext>
            </a:extLst>
          </p:cNvPr>
          <p:cNvSpPr txBox="1"/>
          <p:nvPr/>
        </p:nvSpPr>
        <p:spPr>
          <a:xfrm>
            <a:off x="3944312" y="2194526"/>
            <a:ext cx="5277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SNPP</a:t>
            </a: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9B741948-61F8-7AF4-97BE-F755B3DC1B83}"/>
              </a:ext>
            </a:extLst>
          </p:cNvPr>
          <p:cNvSpPr txBox="1"/>
          <p:nvPr/>
        </p:nvSpPr>
        <p:spPr>
          <a:xfrm>
            <a:off x="3999330" y="812858"/>
            <a:ext cx="4331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SNP</a:t>
            </a: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DE9AE32C-1D36-C1F5-C5A4-0244D72CBD9B}"/>
              </a:ext>
            </a:extLst>
          </p:cNvPr>
          <p:cNvSpPr txBox="1"/>
          <p:nvPr/>
        </p:nvSpPr>
        <p:spPr>
          <a:xfrm>
            <a:off x="5759067" y="0"/>
            <a:ext cx="4203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Call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BF6B1BD4-1BA5-CAAB-95A8-F981722576AB}"/>
              </a:ext>
            </a:extLst>
          </p:cNvPr>
          <p:cNvSpPr txBox="1"/>
          <p:nvPr/>
        </p:nvSpPr>
        <p:spPr>
          <a:xfrm>
            <a:off x="6666576" y="539969"/>
            <a:ext cx="8627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Connection</a:t>
            </a: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BAD76C79-3C28-404E-55A1-0B55C7A95397}"/>
              </a:ext>
            </a:extLst>
          </p:cNvPr>
          <p:cNvSpPr txBox="1"/>
          <p:nvPr/>
        </p:nvSpPr>
        <p:spPr>
          <a:xfrm>
            <a:off x="4505269" y="539969"/>
            <a:ext cx="8627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Connection</a:t>
            </a: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CC7EF317-4772-BC8E-BD64-A2DF89EB767B}"/>
              </a:ext>
            </a:extLst>
          </p:cNvPr>
          <p:cNvSpPr txBox="1"/>
          <p:nvPr/>
        </p:nvSpPr>
        <p:spPr>
          <a:xfrm>
            <a:off x="4356577" y="1429999"/>
            <a:ext cx="7489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 err="1">
                <a:solidFill>
                  <a:srgbClr val="FF0000"/>
                </a:solidFill>
              </a:rPr>
              <a:t>SNPPLink</a:t>
            </a:r>
            <a:endParaRPr lang="en-GB" sz="1050" dirty="0">
              <a:solidFill>
                <a:srgbClr val="FF0000"/>
              </a:solidFill>
            </a:endParaRPr>
          </a:p>
        </p:txBody>
      </p:sp>
      <p:sp>
        <p:nvSpPr>
          <p:cNvPr id="444" name="Oval 443">
            <a:extLst>
              <a:ext uri="{FF2B5EF4-FFF2-40B4-BE49-F238E27FC236}">
                <a16:creationId xmlns:a16="http://schemas.microsoft.com/office/drawing/2014/main" id="{3FA0E9F9-FC35-29CF-F785-78ED494F24C6}"/>
              </a:ext>
            </a:extLst>
          </p:cNvPr>
          <p:cNvSpPr/>
          <p:nvPr/>
        </p:nvSpPr>
        <p:spPr>
          <a:xfrm>
            <a:off x="2924798" y="3956134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BE0F6D40-1CC0-3EC0-1304-8FEEAF1AE414}"/>
              </a:ext>
            </a:extLst>
          </p:cNvPr>
          <p:cNvSpPr txBox="1"/>
          <p:nvPr/>
        </p:nvSpPr>
        <p:spPr>
          <a:xfrm>
            <a:off x="2647791" y="4036428"/>
            <a:ext cx="3834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50">
                <a:solidFill>
                  <a:srgbClr val="FF0000"/>
                </a:solidFill>
              </a:defRPr>
            </a:lvl1pPr>
          </a:lstStyle>
          <a:p>
            <a:r>
              <a:rPr lang="en-GB" dirty="0"/>
              <a:t>BRI</a:t>
            </a: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C76472BB-3022-9173-E834-0E5819A9E1E8}"/>
              </a:ext>
            </a:extLst>
          </p:cNvPr>
          <p:cNvSpPr txBox="1"/>
          <p:nvPr/>
        </p:nvSpPr>
        <p:spPr>
          <a:xfrm>
            <a:off x="9223248" y="504009"/>
            <a:ext cx="2673096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GB" dirty="0"/>
              <a:t>Example of control plane applied to L0 service</a:t>
            </a:r>
          </a:p>
        </p:txBody>
      </p: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D29C6F0E-E5F8-25A7-F990-16845E09F737}"/>
              </a:ext>
            </a:extLst>
          </p:cNvPr>
          <p:cNvCxnSpPr>
            <a:cxnSpLocks/>
            <a:stCxn id="444" idx="4"/>
            <a:endCxn id="5" idx="0"/>
          </p:cNvCxnSpPr>
          <p:nvPr/>
        </p:nvCxnSpPr>
        <p:spPr>
          <a:xfrm>
            <a:off x="3104185" y="4088204"/>
            <a:ext cx="383449" cy="1724509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Arrow Connector 458">
            <a:extLst>
              <a:ext uri="{FF2B5EF4-FFF2-40B4-BE49-F238E27FC236}">
                <a16:creationId xmlns:a16="http://schemas.microsoft.com/office/drawing/2014/main" id="{7DE4AE52-5955-F04A-9289-59DC8CDD6D92}"/>
              </a:ext>
            </a:extLst>
          </p:cNvPr>
          <p:cNvCxnSpPr>
            <a:cxnSpLocks/>
            <a:endCxn id="460" idx="0"/>
          </p:cNvCxnSpPr>
          <p:nvPr/>
        </p:nvCxnSpPr>
        <p:spPr>
          <a:xfrm flipH="1">
            <a:off x="9204779" y="2410221"/>
            <a:ext cx="305087" cy="154591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460" name="Oval 459">
            <a:extLst>
              <a:ext uri="{FF2B5EF4-FFF2-40B4-BE49-F238E27FC236}">
                <a16:creationId xmlns:a16="http://schemas.microsoft.com/office/drawing/2014/main" id="{CAB1307B-A75E-A155-4D3C-43F3250DD0E4}"/>
              </a:ext>
            </a:extLst>
          </p:cNvPr>
          <p:cNvSpPr/>
          <p:nvPr/>
        </p:nvSpPr>
        <p:spPr>
          <a:xfrm>
            <a:off x="9025392" y="3956134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461" name="Straight Arrow Connector 460">
            <a:extLst>
              <a:ext uri="{FF2B5EF4-FFF2-40B4-BE49-F238E27FC236}">
                <a16:creationId xmlns:a16="http://schemas.microsoft.com/office/drawing/2014/main" id="{8A396AE0-15A0-BE18-F90C-E74535AB5802}"/>
              </a:ext>
            </a:extLst>
          </p:cNvPr>
          <p:cNvCxnSpPr>
            <a:cxnSpLocks/>
            <a:stCxn id="460" idx="4"/>
          </p:cNvCxnSpPr>
          <p:nvPr/>
        </p:nvCxnSpPr>
        <p:spPr>
          <a:xfrm flipH="1">
            <a:off x="8768333" y="4088204"/>
            <a:ext cx="436446" cy="1790543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322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13753-423E-8387-09EB-B64F1D58A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91E7B-3552-5B8A-7D9B-7FCB3E2BB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01497B-9262-5EFE-1604-3FCD0895BE9D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D7B8ED-03E8-73C6-39BB-CE4B6F0ED386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1267DA77-17EB-2EA6-AED1-B09C05570231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DB1D9703-75DD-8B66-E0B8-978131E8D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D6A89C03-1979-50F0-4129-A75EBB12688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EBE06BA-7E4E-F522-0483-4B285C248CF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E9C04F7-D526-3757-4588-4BE93465331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803361F-5F4F-D66B-BB63-AD16CC3F5BD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7093DDF-F056-66AF-950F-670D4E51151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5F0061B0-CB00-8457-25F7-15683C25280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E8D5F8D-DCD8-B489-3D1C-4A85208648EA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1304993-07D3-C66F-B7CE-F91C6DFBC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24F7830-B8B1-7D89-604E-3AD184FC0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188810A5-267C-7A5C-B381-0A11A52F9D41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0A36C11-AFDA-3B92-0DD2-257CB01341CA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C1B6FA0B-A7D8-6416-B5C7-52AB6C8EE1B9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DC05054E-4B27-89EE-C605-952951C1A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896DD2F7-C7D0-5307-11D8-C45603230AB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87A63FF6-627D-E5EA-3C24-ACDEDCA5882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991269AA-6732-33D3-893A-9788F91DE32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8271C182-D923-6EEC-D8AC-85673100A65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B152D55D-FD68-CB60-7F1A-7D4CBA2DF18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99BB9B2B-5F10-F079-1EEF-8AFF87156D9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6D6AE0C3-517A-8EE6-4A21-75476B8DAB59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444CA0B6-1F06-3B3F-0D73-789D99D5B2DA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13B304CF-5DA5-9FA9-A2B9-7C261D658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DF6B9455-E045-CA7B-9690-A077D08B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E15FB8F8-24EF-B20F-6EEF-3916DDCA01A9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346ECB55-DE0F-BD25-94D3-0B15F45FA18A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692F85E6-8188-35AC-00B9-73E8F16288F2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3586BDFB-85F1-04B0-CE56-0B5ECB39C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F61B95EA-1E51-EAF6-0B8D-4A63B34DFF5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413BD103-7DE3-3AFA-0608-9679A180BEF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C48B1942-5015-5348-35DE-FF44A1B454B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A09E10E6-1753-0F54-C1A7-6B010046AD2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CBDF6C0D-0BD5-3314-0495-C394E473275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DC9102B1-1A24-11E6-75DD-6B824C1EE21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E5564B5F-36AE-9790-7211-175216DEFB73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5E5B0AE4-AAEC-7673-5488-C56E4EE0D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1B71E585-098F-27C2-D012-EB201AC83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EDF6FD30-229F-95D4-D7F8-68CCE2707661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55E40842-F373-8A48-8C2A-D61DA9D55589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B837A143-32A8-D90F-B6FF-014642D52C69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B970CE17-E6BF-D256-3E0D-5FCF5A825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A1FCD7BB-DBA3-3A37-2A56-7342C9FC7A7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B0C10ED9-F6EF-E2A4-959B-37A55A864C8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06C60197-6B37-9620-6A50-4F907738064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EE09C1A8-B2F0-B56B-21B9-92DA9C70E63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2B395CDF-F336-3BFF-DB55-0198773AC2D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A25F3718-18B5-A2E9-BE6D-B3B1FAE76CB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480025FF-93E4-53AA-8E2A-5913466B685C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DB012504-BDDE-4C27-9D18-1A088B6B8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3EC0BB0A-7D8B-1477-4445-77136EBE1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92C1C2CF-13CC-3756-BA81-8C73507D0E8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9E93458E-BF51-5FFE-32CB-7B3F1644362A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27626E1D-0D91-BC2B-37BC-1C0A05B4139C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587C0E02-2A02-0667-0052-FE0C00FF2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8202641D-D1F0-1E52-94E7-878A15626AE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E62F90AF-7FF5-76B3-DE68-F96D9D36975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FB2EBF98-E395-5352-6150-234D9D4DA33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BF5F3E91-C9C4-FBD7-54D7-CB0E36A80E0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0DD37386-0513-F3D1-0B7E-4C417721C33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4112CBB0-5E87-3FA8-A8A9-6F167C6857B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6892CFAA-A666-4701-45FD-5F1F1B7EE522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98A6B107-664D-2D42-0DA9-0901BAD50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FF4B5E9F-5883-CAB2-045A-C3C0C2554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1129337E-935E-C274-E7AF-F9DE132B1668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484A953B-3964-CFD6-5B7E-C2E4AD585DA0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CC3580F0-0099-14EA-16BC-EA9A68FD3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CB90BF9A-852A-6F17-174E-7E06FDF2C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42DC4E9B-2E8E-5B29-23FF-47EBA7BAB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28F9DB46-CF14-68B6-F75A-7B144D1EA5D3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9E4EEDDE-9571-5CE6-42BA-F30DEB6AD171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65086993-AFB3-DD86-2B81-A1FC747F9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954CF3CC-53D4-0DA6-41A0-9BAB088159E0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B353C8B2-3A0E-9CA9-000B-B70CD0466189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B5F68B84-AD23-CEBB-EBBF-D252A00E0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BBAF5E5D-4BB9-8001-354B-8F5B8BEF780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F342F416-59CA-DB6C-42D5-286608F8879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E8316894-EFAB-6D5A-8485-6FFC4EA6052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69186808-5ED8-52CF-BD3F-BF19FF7A11E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CB24B4EF-F60B-768A-4489-C1C72908B4C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868D8FDE-8463-0590-E2F0-4228F576D30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5DBDEEBE-AA53-E1CA-CA4F-EDBDB3FF1B4B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A89A2E09-D64C-C16B-0346-39BA40660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9C7CF298-578E-BDF9-D650-07D126169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5D6097A2-01E8-EA9E-510A-638F92947C80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209CB876-0BDC-097B-97B9-097FBA9A82C6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1FDA737D-3C41-DEE4-894E-94C3ADF0A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BBD1FF38-6865-63CA-49CE-EDBDF2A6B39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35C4DA65-05D7-ADDE-2D15-CFE6BAEEEFD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CF48AA82-CCA5-EA59-DD20-A0C6B59E82E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61DAD930-77DC-1202-ACCB-727441D06D6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80BFCE54-CDBA-4384-7ABC-103C1DC4378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CC4A9DA8-C384-BACE-A7EE-C44B1C61D5B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18E74FB5-7C40-A46B-098E-498415240838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9603B2FC-B442-700B-A705-D0F46C528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C78629D4-9ABF-76A5-F151-FDB2BBAF1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A3F1F0E7-1DAC-866D-7CB0-F7FA7898DBD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2CC7F3CC-3F67-E75B-71E2-BF1D3A6DE1BE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8CEC14A5-72C1-1A42-9801-0B32F0759EFE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4025AF90-8F74-6B67-B2AB-17F77E994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258D214C-28F9-BDC1-5FC3-AD0BBB305E9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CA7351C6-F025-C7A3-4273-F81793FBE07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14004BD4-9EE6-320C-939F-9AE2A43B5CA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9635A839-1E4A-8F8D-C420-53CB6FD9855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A52A88BF-849E-458F-FBA1-B7D94ACF740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E8F9182B-C20E-483B-C475-D01507047B1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CD91CD94-1D77-60EA-ED7D-BDD40F235A54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0F019D87-5908-BE7F-01FB-A536E4908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C84D1063-C077-5386-D811-9469D7EDD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B4166608-5788-5285-8C0F-9A48AA3E260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3E5A9E78-50E1-A266-4976-6C4B77D8F958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B364B3A8-E40C-C281-8D54-89E20377D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6081B670-F905-7C2B-2F6E-8031EC91E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978A52C0-5753-2835-1CE2-2ACF45A4D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3ECBEED0-046D-7DB9-7A8C-18FC963C4BFC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0C63AEF4-EA49-254B-77C9-8BABD4084C9F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A99FFC87-1BE3-E2BC-7BD6-F336A15FC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86BEEBFE-3ADE-C12E-5BE0-5B534CF34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77218BAF-7C8A-5B0F-C9DC-19C5B1115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C3015715-8390-A8B4-2165-573CFFC5B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D72452FD-D3DD-9969-2C7A-C7AFD3D30B89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C1B75F0B-DD70-A016-0867-8B06444D21E9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AC2B54D6-B875-9E2A-44E1-DD0FCBC62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5B658350-CE79-B970-8C02-3B31A92EF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54964F6E-D2FC-DB08-5234-00104A1B3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41FE4068-4308-909E-1D3E-5EFB4EA61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4B6237D1-A503-6DAB-374C-660D8E89747D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69C81DA4-7027-2131-A07B-CAE871920BAB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2FEE9C74-97BC-7D0C-B21D-713E07CDF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6F30A043-8EAE-2660-0478-E56FD257D830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BEB73749-C26D-2CD6-3EE5-8F8841E3B1BB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075B7D1B-40F3-8849-C513-381090F9E878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7DAF191C-0177-A237-2DEC-F549871C3E46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97C9B6D0-43E6-9C84-20F9-E248D676E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0ECFE5AF-913B-3E49-CBE7-EFA25B4EB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DDF6F94A-1064-5122-DA45-77434F696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2CC729EC-D30F-5533-F437-47A4092ECBF6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E7810184-FA52-0C6E-0FD0-FEDCADACE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76EB95F4-3BB5-C05A-D779-A063E41DF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F21C253B-73F2-5E4A-7CB8-93C3EC366E8A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87DAFCE2-D03B-FEAD-10DB-3F5E17386D92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7FA9FC10-4E4B-E33F-43E8-88B105335A7F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0DD163AA-3133-5033-6235-5F31DBDE2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E7FACC55-945C-D371-5EE2-5780A8FC8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5C90B99F-3CFE-10E7-C893-A4CED9B5FA28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CAD39CAC-8A45-3777-4446-FB8A2A7921CF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904F3C81-47C7-0902-DFBB-224F98326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8D59D7F6-A42B-D694-49D7-2FC02BAA4EC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B309F937-8A6B-B36C-5387-AC36BE8BA26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8A051A32-8558-A250-5503-9AA80D3F374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A8EB892C-C811-E106-B663-95C79CFC752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524764B6-C254-CA74-B209-D2F03AB0C56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A89F7B12-83B9-0EFA-518E-C7E362A36E0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964EB616-D435-E4BF-B006-0D446DA13244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9957271E-B32C-0103-DC0C-565084D6B510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9C244D96-3CBC-AAB9-BAF6-C37DBDE9490D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50C02396-A941-4F8F-9DB1-C1C866E8787C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8B88C7E6-83C5-91B9-B0C7-6314F51F7898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1218878C-466D-75C4-8805-277E89F5BBA0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9E86E174-3724-FEEE-DB2C-8FFC79BDA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78401F16-4A37-8339-2E72-850163727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17715C88-94C1-7F10-E700-F4B6FF814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DFBF5336-A3B6-28F5-44EC-98BB9D24E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443D5C7C-0D31-01F9-C549-CAFB7A347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A0E17AC6-7AD5-B97F-6599-CFE7A7F4B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BE12F40B-672A-19D3-4D68-B7265271C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7F1C1D7C-6C5B-FFE5-FFF6-942C06ADB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4FA16CDD-69FE-C3F9-3B7A-D3B23BD16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A63E024B-777B-36A4-6402-D21C144CBF23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CB152522-D128-6FAD-55D5-A9F7C6926A46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713B5ACA-FA56-1E95-8C4F-538DE9E3EE55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3EA3A5E4-0814-4254-8ECE-5EEB61B23BBD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AEBF77E6-DB5F-DD71-97E3-609ED0F0171E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73002CBA-FB70-0AC6-1562-846FD6B22AA3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D77C128A-6D12-023E-0947-BDAEB08DA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F9C35357-A604-A659-0CDC-EE1F99E73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E396A93D-AF4D-D410-0843-13C5EE833531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D6A0D77A-6679-F4EF-5FAB-F8D1E4F5F8DB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866B5446-15F3-A8CC-8067-FCB86B3C1EC5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74DB4FF2-5983-63DB-E0E3-8648CE99C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31D7B325-55D4-3DF6-2AA6-E1558A150181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52228E03-3AAA-BAAB-5F60-4D8524F056FA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49FFA9C8-8AFC-6236-B325-9517F0400174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240A32C9-CEFB-EA17-E982-E8A70682DE5B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11A71B01-1BE6-94EF-963E-8C5BD997DB41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E77CD0EA-435D-01CD-C2AE-D40E65FE49A8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3081606C-7ADC-0FBF-3BD3-6B5A1DEC5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83652C2C-FA79-6547-9E3D-388E391E2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4F895157-ADA4-1138-9357-94A5927ABA6A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B9F8D81F-22CB-E353-854D-9E089A3D1226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487E0B13-2AB9-72E1-26E2-CB247C974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6A8A926F-70E6-8C41-A02C-8C54B0A18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78EBCCB7-6BCA-95DF-CAFB-50B04927D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8E7DE3BE-ECF7-AEDD-8867-84C8D875B5C8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138A60A5-25B7-F514-3E1B-AC9E52D2E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65655970-2ABB-E05E-6D9F-8A4843261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D8CF7DC9-AFF3-93DB-C108-FC2C9DF9BA34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1D02E9CF-9450-CD0D-ADFD-7C30E5A20750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533A236B-97F3-26E3-2333-BA328A8FBE9D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A13FBA03-C515-19C8-F79B-4504E24FA7A1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D604D85E-C0E9-3F4D-01E4-08346FB9D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36611541-4A87-8725-2AB6-11D8516F2431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378EC239-BD5E-3327-47B9-266E6FA13785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AF93DED2-0982-2BDD-1CF3-2B74064DB3C6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5B22CB1D-039E-596B-93A6-020BB2118512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0DA71E8A-0759-932A-EF91-3783E1DB8A68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DB3BF727-B629-DED1-9904-87D80BDC024F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B57DDC0D-6B43-8B37-E72E-E89DFDA6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46DE1AC6-3C97-A094-8EFA-F4C43B523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FE8728E3-392B-A976-F950-6400B0854B0E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079DBC14-C314-C377-6517-630AB4A9AC9E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5B290EBA-5381-B253-7704-D3904C4B7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25EFBEBE-4906-37C0-0D60-CE5393197679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9B10113F-B7A2-A91C-C4FD-7AA3938F9F01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0685D107-8B12-CC99-C69E-16AF414E9FED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7B84EC8B-FBEA-427E-9B7A-30770FA3C6D8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787FC488-AC2B-86FB-A914-8A93D88654A2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BF4C577B-11CC-6A86-E3FD-E4D008D10364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1D77A059-0C50-8D0D-BD1C-495E32870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438B09B8-52C7-E373-4DA4-69F59EF70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71048FEA-0FB5-7107-5F02-921F7585F0BD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25C5B1EE-ACB6-1DA7-22AB-D36F313DE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55AAE3FF-96F9-4322-9692-61143C40A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30005A7A-A1F7-676E-74BD-C2C31B019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52459CDF-470B-F917-C028-F0434B7232D6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1B764947-C192-33ED-4700-4F06057F4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90B5A40B-7870-2445-8256-1CE6B96A5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2CDA0E90-44AA-4920-6BB8-B8E9BCA45C15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D897633B-D071-3BA1-B982-5EF4AB61E305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746B4D70-F0A0-9AF0-B92D-F8885F9450A0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5257D9B4-138D-D5F7-528B-76ECD7A70C16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38295D02-F2E7-A126-E925-92605ECB8D88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4F28395A-6C7E-E332-D6AA-6BD8BCEEB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A580FA50-1C4B-9F48-4E6C-A401960D0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A16BBB08-3CB5-341E-2002-327CFC6B955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34A33B1B-DD25-191F-032F-4AD2A80C6B07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3D9112EF-98F8-AD9F-7FF4-4DBA68EADB9D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121CDC83-D1C8-7E69-FD17-2DB1616BF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E6B76B7D-F48F-8EAB-0F41-113F1FE0D37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B012983E-6F6C-F388-195B-10ABA3EEFA2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70B34012-AB23-737B-22EC-53729C9F83A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DAD124E3-1834-83C4-CDB3-6A872F0A3F8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6CD7AE12-4623-794A-58B3-B8D532B935A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EBBD7823-AAC5-927B-3BBD-0C87F561BBC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F1CD1381-176E-9434-B5FA-31CEAF6DE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89B43DC2-CEAB-EBB7-53B2-6A90CFC4C931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4F866671-35AB-E8D3-9F65-586696F0A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CA271E89-CD66-B1AB-FE92-22EFC065C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8F21366A-A63A-43FD-8E27-E0E2FA157378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F451AD24-3277-E025-179E-DD864B3DE281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C6C03AA3-705A-AD3C-333D-B1CE4C8AB3DA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D35FCD9B-B0E0-73DB-9A13-86F2EE022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E12A256C-0C1C-4198-FCB0-AB02EF9EBC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44D0AE4A-5537-88AB-F70C-F3FA713C0D7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2ABE6B81-A76E-F95C-1F93-B0C268B41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6513E590-2607-905A-E2B5-21FB452496D0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ABA8102D-D6EE-E2BD-BC2F-E4D2C88F7B68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350DB402-B802-7189-F299-CDAC860F9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494E341F-8F08-29B3-0058-6CA01B154A60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090B4B35-5F5D-6F87-5BF8-F2C7AF9B73A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AE20D990-5839-6B80-AD66-C119A55F6B7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543E19C1-B450-49DE-2A42-6BDF6C49C30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2E61BDFF-2FE8-2AE7-D7CD-956E008542F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F6276607-F61A-CB69-738F-395C959C886B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2A406B68-0518-3DF0-4D48-9A825CE86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F45A7543-D1AB-29B9-8DC0-C80506A0D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85297B26-298A-43DC-ECE2-932ED7B03CB2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3E3D410B-46F0-CF06-F698-C39F9A200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75A33E84-885C-4C9C-E018-38FE73C9ED4C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594A41F9-1969-44CF-0828-AEEA9E6A9654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8FFA01B2-4ACF-8E29-2FF2-AF1E207EE3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A9E11326-40A8-5DDF-FAB5-F04A1B563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E4F9E944-E604-BEFF-E97C-479DD7EE0AF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4A25200E-E16E-1EC8-1D86-A34355F220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5AB19845-BB87-A42C-7CB5-8945D12B677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CDB5DA79-59A4-04E7-7A1D-84DB0956659A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3469C18A-8E48-7918-BFAD-79B556152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8E845234-59B3-588A-CCA5-9A37A478E816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0A3E5E84-B6BF-2132-9DB5-5F125FD3E48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0B20F34F-61AA-1A26-6A41-240E74C598C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EC3AC5AD-7F99-120F-6B84-FFB9BCA06FF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4D91FD14-DF7C-27B3-EC9E-47863D8D73B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9747B1F8-2618-85D0-99B3-79B2D2A38803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6DC2A0CD-8DE2-3BFD-587B-45315BB26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CAF1FE4F-43F2-EFD1-B990-B6904E089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7C9DEEA9-6DFC-4465-ABA8-424EED07A1ED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24E98449-9ED4-89A2-2110-B7E2C29A7C35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09C7C0A7-D310-F9D6-D24B-1CEB72180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AFDD940D-BB9E-0241-FB90-E0A8FFCCAAD1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95A74EF8-2A92-0A2C-27D5-B81B3D4C66F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57445137-5E84-5A6D-1085-AED9BE514F1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1D950382-7E87-FD06-C848-3CD7980D81E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CFAD795F-BA64-5B86-9A35-5BCA0D681AD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7405FBE7-02E7-8B71-EE2C-D0823A1B65C6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67F3F399-2817-3A78-E3B5-14D36C39D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FEC760FC-0A34-47CA-D9BC-1F99A49D4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8E24F291-798B-C8BE-E853-44C4BF819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81483812-FB38-0C4B-90EA-CC372A7F0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A4636D25-D7A4-8492-437C-49489AF1831A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4EEA24CF-E5A7-3C55-A6DA-E73FFC9C0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D2D803F0-C0B3-95A3-C581-01F18815B5D3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0B05BA7E-9A45-1451-B46D-D58897511E9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9BEAC242-E053-6BE7-7B4D-37F0783FD89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47715E4C-E346-C640-865F-815E50C5464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2FD0B2DE-2AB5-A4E5-D96F-53B67C7C57B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901E286C-0DC8-A624-855F-B1F024948E1E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53A1774D-8E01-B113-8F29-7595F17B98F0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0B1E142F-0857-0607-0235-02E681022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DD63877D-7893-0BC3-731A-D4628E8A634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EF53951A-734C-8C79-5450-F1B912D1086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48112339-7AB7-10B3-50CD-4A773776B07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D598E8F1-DBD4-3A63-168C-43A690F7356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C3FAB288-F1ED-05B6-8272-41458DF912E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E4D61632-5193-FFFA-1744-C095562C7A6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D98E1C96-11F1-5D38-8CEC-2A14087A3D21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9143CA34-3737-ACE2-451E-696997A2B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4F81A4A2-BBD5-083A-FD50-DD09FB1E195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BF89CD44-E894-3E39-8450-D14DADDCC23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B3CE34E9-9EF2-1D99-3A08-D4F39637124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20709B2E-1CD4-E0B8-0828-5FA543DBCBE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3F6C6A20-C5F2-E663-55D1-DE7EFF00A4D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4C110FE7-3028-DFC8-ADEA-AE745AED4DC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9CACC8A7-08A5-1064-CE77-BD88D15D901A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CAD489DC-2958-8BAE-C102-DB6CDB648DB5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9036AEAF-6FC6-8B12-C08F-5246D3E6B548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489F5935-0EF7-F26D-72E0-060B09659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7CADD655-465A-86D4-A953-3F1519AFBBE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6EF73BED-D475-3358-B360-0510CA6AC6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FBF77E28-6598-08DA-44F3-FB33A3786D99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02DF2E9D-7257-EF56-906B-472870CDBB20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A4BF7DCE-872E-34FC-201B-1AE8FBE2B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1008B1F1-7F84-DB7D-B588-EC19F2145D39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A65E90F4-C4FB-2B73-3BE2-51329BA8F66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6B10B884-4F02-8321-D7BD-A782EF7AFC5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7D405432-9891-3D82-F3C0-BB164AF7ADC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5A2CFD9C-B5EA-B16E-FC67-42FECF77FD9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BFA7CCC5-6025-14B4-2B8F-1E8BF3717AE3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C62489C9-0AAF-6FF5-D987-9BAD105D4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E1751499-6FD1-A881-0998-BF1F58B3A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4D114730-26FF-AB09-C466-CA97124873BC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BDEDB3A7-741A-84CB-3811-B48C8D0DFA77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F243E79F-780D-C321-A4AB-982290D779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A4785E9B-4874-0F76-4B0F-B266ADC7639C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2FE2E1F4-3D0F-E999-49E4-C3F2F2D830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8898A1E4-C23A-3646-878A-B9363E96E29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229BB892-714E-AB82-E1A2-11A3400884AB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532CAD51-1DA2-C41A-A140-7629C3FA1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9518206C-7A09-2AEA-0F9D-DB92BDE79B42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0221B137-2EB4-BF7E-6733-ACF2E3EB21C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8D7478AF-5E29-F5DE-A58B-5D7A2A77F3E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0264F1A8-1460-0B77-AC6D-628C4A01568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ECDBE844-DCB8-4FF2-EB10-D12FA21B946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C7411826-0F57-91D3-7B69-E836CA20178C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B7689302-2204-D9D2-0B25-CA083EC04FEB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841D9CAB-C797-7168-96B5-7829F76B9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2789EB35-C53F-84A0-AFD9-29E3737D7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0C4179A9-3415-6949-B4CE-9A8F19D10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1F32F3E8-6C1C-5FE9-EC58-9818F9865E50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382D2B8D-4596-2210-F463-19067A51923A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CF1FCB36-0388-8ABE-73C2-3202A1513DB2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AF5914BC-DD4C-E860-E2F7-8E1D14FCBC6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D6AFFD49-6BB7-A4BF-D829-29BAC6FE2F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5E7A7907-301A-93C2-5413-B49F3AD112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0F094276-85DC-5527-531A-09594AA128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B3660AAB-9A70-3248-4CBF-894E9C08CF1D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C760FCB7-213F-6611-7F30-E5BD11B1E64A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308F5051-7D51-3B05-851E-B5BBB5FB11CA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8D6CEFD5-77B2-44C0-EF95-A239E2E41FF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2DD281FA-57A0-4818-DC3C-21243C8755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3F1A80AE-A594-BDBE-8BD8-40CB6B8476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56E07E12-2832-8E6E-C23E-2F7538809C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FD534796-B629-0292-0085-9B0BA5839BAF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F461D4E6-9CA9-5B61-E189-4C17C0A1C4B9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FD63026B-F23A-23BD-3E18-F26B37ED70A0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4C5AA6FC-0EC6-C64C-89CF-376A45850C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10531FC6-A126-C89F-597D-80D36280DD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9CD82098-9B56-D01B-2563-0801DC2F3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61F47499-C96E-2C4A-C665-74688B640E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4EDBD6D9-1D12-AF6A-8767-568EDF8C070E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0C845BC4-3BC7-2038-5C62-2DA930ABF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60253DB3-BD25-7C05-390F-49C915B7B6B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594A5444-3157-7C65-51B2-2AB15E56564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D3951A58-1B5A-85B7-D3C7-1163A92C611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A262BEA1-18BB-AAB6-D9AB-0577330BDDF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A0C92A05-3E3E-5A80-E561-961A84EA400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6C740CE5-3F5B-30F7-CF2B-4C05AFD76DD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3B80D558-791B-BE78-4DB4-5BE457C31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0E7EB224-9E04-C27B-BBDF-206BDF4E329E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FC9413EA-C860-6BCA-056C-24AED7EE4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D291370C-0DD3-5D3C-1DE2-EA7648C59E83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3E7A4BEC-807C-9E5F-5EFD-427A0C07B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82189779-3018-DC9A-7241-C43C6A7BF4E7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914F953F-F2E2-E245-6C6E-EC51B8960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35941239-0497-853C-460F-423D09A00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3CFC272D-B4DD-D9AE-A514-FB8A536D75C9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C92E9788-4E7D-D576-7897-523EF885113C}"/>
              </a:ext>
            </a:extLst>
          </p:cNvPr>
          <p:cNvCxnSpPr>
            <a:cxnSpLocks/>
            <a:stCxn id="1102" idx="3"/>
            <a:endCxn id="991" idx="0"/>
          </p:cNvCxnSpPr>
          <p:nvPr/>
        </p:nvCxnSpPr>
        <p:spPr>
          <a:xfrm flipH="1">
            <a:off x="3990712" y="3227932"/>
            <a:ext cx="1493606" cy="2717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E46193FF-B4E7-D4CD-F892-48B859BD61D3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237603BE-A69F-89D6-376E-CF6FBB931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4F1587C1-D9E0-984D-582A-CE8EAFE3F99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FE6DE1A3-4625-9B60-D302-EA42482F4AE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09A5D0CC-6D1E-7254-94E0-24F8B669DD0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60A2A8E4-81A8-12E7-D65A-A07C333B5FE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7A040E63-BF97-18B9-D82C-C7CD8C0F5D6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0AC95DF8-F35E-4DDB-DE28-30E01D1CB03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194B8F16-6D9F-2F7C-50BF-AB1F7AC7D0A4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6F6FA6F5-8F54-66C8-F982-B3585B363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382065BF-CE96-15E8-4B46-C8B75B489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399027EB-4FB2-39ED-A510-69F207072B5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25C2FF57-186F-A572-F213-D6D17C242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D3FE43DC-E3B8-57A4-3869-5D5AC2E0876E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0D3FC3EE-DD45-B9ED-A374-844DD4667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0AA79DED-A53D-1181-FA07-94EAEE3EB1E1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2BDBCDC4-BE9A-F2A7-B9EF-C07709AEB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376F9457-C99E-E038-7EDB-7B0A343722A6}"/>
              </a:ext>
            </a:extLst>
          </p:cNvPr>
          <p:cNvCxnSpPr>
            <a:cxnSpLocks/>
            <a:stCxn id="1018" idx="0"/>
            <a:endCxn id="1104" idx="5"/>
          </p:cNvCxnSpPr>
          <p:nvPr/>
        </p:nvCxnSpPr>
        <p:spPr>
          <a:xfrm flipH="1" flipV="1">
            <a:off x="6756438" y="3227933"/>
            <a:ext cx="1535016" cy="2668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6F9351B0-8992-9682-B752-3B3AE0540CBB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CCF41726-4313-D0F0-1F6F-E8EB73D3D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3C0AAFDC-E06B-7CB9-6000-DA1ED8EEC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6F2B54AD-B8D0-1BCA-C8E2-3E01E5141B6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F585E01F-D9AC-0562-795A-E59356AC46AF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4CE2FD0A-FF38-D916-F81D-3800A1AED9D9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555AF56F-6A54-E651-688A-5CFAF5D46D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F9706306-3569-1ED1-D1F3-F8BFD648BEB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C46C7B1B-80A1-B022-B85A-2547A975328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37909252-990C-73D4-F51B-09C9D4F09EE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AB89D41A-D661-21A2-B3E7-B4ADA96E419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1AC87A2A-FB32-6A01-8B2E-AFFA23348A9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C0459C2F-9C3C-A107-F19A-D379B14336A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0B7C5220-0126-43D1-47CD-5439102C5209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0FD17D95-53A5-48E4-1AB6-9530C8B0A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CF0384D9-8689-AEA5-5AD3-4522FE69106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59DB6262-907E-10C2-DB26-00B745682C7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068052FC-5B5F-B420-CCC1-31C70287025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6DD37C31-CCDA-B70E-7CC6-557AF8A3D21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C64237BF-8D6E-987F-02AC-5F206E1A663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37F5AA1A-8FAC-8FA2-405E-FCEBF7530B0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3DBC08BC-7C25-939E-E45F-C738C263D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EB21D950-F728-86D4-D088-352130A748F7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ECF5BE78-E082-C17A-D123-FB03C9400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0CD3E003-D3FD-CAC3-A62E-1F19C0B43B56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55FC11B3-1676-1499-F4E6-1D4D2AD87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FF90FF3D-10CA-CBE3-9727-F2E962835FA0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4DB42830-609B-6EE3-C637-E0D2F896D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B2FBFD3E-EE2C-B5C3-BB09-6557F3EAE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F3D40D73-D5B1-EAE8-1C7A-EF7C34B1018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30" name="Group 254">
            <a:extLst>
              <a:ext uri="{FF2B5EF4-FFF2-40B4-BE49-F238E27FC236}">
                <a16:creationId xmlns:a16="http://schemas.microsoft.com/office/drawing/2014/main" id="{50011846-908B-075F-4728-491934DE9BAE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2422880"/>
            <a:ext cx="280226" cy="161260"/>
            <a:chOff x="8421867" y="1904979"/>
            <a:chExt cx="347879" cy="255573"/>
          </a:xfrm>
        </p:grpSpPr>
        <p:sp>
          <p:nvSpPr>
            <p:cNvPr id="1331" name="Rectangle 60">
              <a:extLst>
                <a:ext uri="{FF2B5EF4-FFF2-40B4-BE49-F238E27FC236}">
                  <a16:creationId xmlns:a16="http://schemas.microsoft.com/office/drawing/2014/main" id="{8A5D5BA5-8DCE-283D-1199-C6C414BA2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32" name="Group 719">
              <a:extLst>
                <a:ext uri="{FF2B5EF4-FFF2-40B4-BE49-F238E27FC236}">
                  <a16:creationId xmlns:a16="http://schemas.microsoft.com/office/drawing/2014/main" id="{FE99DA1C-0C83-BD47-EB52-270CEF485C0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34" name="Straight Connector 1333">
                <a:extLst>
                  <a:ext uri="{FF2B5EF4-FFF2-40B4-BE49-F238E27FC236}">
                    <a16:creationId xmlns:a16="http://schemas.microsoft.com/office/drawing/2014/main" id="{23B82FF4-620A-7BFE-82B9-9E0EB4250E5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5" name="Straight Connector 1334">
                <a:extLst>
                  <a:ext uri="{FF2B5EF4-FFF2-40B4-BE49-F238E27FC236}">
                    <a16:creationId xmlns:a16="http://schemas.microsoft.com/office/drawing/2014/main" id="{9131F366-5745-FD36-A19C-F758C0661DA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6" name="Straight Connector 1335">
                <a:extLst>
                  <a:ext uri="{FF2B5EF4-FFF2-40B4-BE49-F238E27FC236}">
                    <a16:creationId xmlns:a16="http://schemas.microsoft.com/office/drawing/2014/main" id="{9A5987F1-CFB2-99F4-F506-67B431E8D3A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7" name="Straight Connector 1336">
                <a:extLst>
                  <a:ext uri="{FF2B5EF4-FFF2-40B4-BE49-F238E27FC236}">
                    <a16:creationId xmlns:a16="http://schemas.microsoft.com/office/drawing/2014/main" id="{3E7D4029-FF71-28C8-A1F9-7E9AD64AE45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33" name="Trapezoid 136">
              <a:extLst>
                <a:ext uri="{FF2B5EF4-FFF2-40B4-BE49-F238E27FC236}">
                  <a16:creationId xmlns:a16="http://schemas.microsoft.com/office/drawing/2014/main" id="{373222BD-86E9-3F47-720B-22A8C9EBAE6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52" name="Rectangle 135">
            <a:extLst>
              <a:ext uri="{FF2B5EF4-FFF2-40B4-BE49-F238E27FC236}">
                <a16:creationId xmlns:a16="http://schemas.microsoft.com/office/drawing/2014/main" id="{D62C4BFA-4874-EE90-4D41-8877FE95D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131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353" name="Rectangle 127">
            <a:extLst>
              <a:ext uri="{FF2B5EF4-FFF2-40B4-BE49-F238E27FC236}">
                <a16:creationId xmlns:a16="http://schemas.microsoft.com/office/drawing/2014/main" id="{8F18A391-FFE3-B6CF-0C1C-138E4EE21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222" y="469981"/>
            <a:ext cx="3093175" cy="97606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356" name="Rectangle 135">
            <a:extLst>
              <a:ext uri="{FF2B5EF4-FFF2-40B4-BE49-F238E27FC236}">
                <a16:creationId xmlns:a16="http://schemas.microsoft.com/office/drawing/2014/main" id="{5ACA3950-C5B5-3969-E1B8-DE13039D0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895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1357" name="Straight Arrow Connector 1356">
            <a:extLst>
              <a:ext uri="{FF2B5EF4-FFF2-40B4-BE49-F238E27FC236}">
                <a16:creationId xmlns:a16="http://schemas.microsoft.com/office/drawing/2014/main" id="{9283451C-14DD-9A07-8314-7331747973DC}"/>
              </a:ext>
            </a:extLst>
          </p:cNvPr>
          <p:cNvCxnSpPr>
            <a:cxnSpLocks/>
            <a:stCxn id="1351" idx="5"/>
            <a:endCxn id="1468" idx="0"/>
          </p:cNvCxnSpPr>
          <p:nvPr/>
        </p:nvCxnSpPr>
        <p:spPr>
          <a:xfrm>
            <a:off x="7660892" y="539794"/>
            <a:ext cx="812045" cy="412341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1359" name="Group 254">
            <a:extLst>
              <a:ext uri="{FF2B5EF4-FFF2-40B4-BE49-F238E27FC236}">
                <a16:creationId xmlns:a16="http://schemas.microsoft.com/office/drawing/2014/main" id="{DC170EE1-ABC3-46DC-4884-C2CCE5E19AC1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2428964"/>
            <a:ext cx="280226" cy="161260"/>
            <a:chOff x="8421867" y="1904979"/>
            <a:chExt cx="347879" cy="255573"/>
          </a:xfrm>
        </p:grpSpPr>
        <p:sp>
          <p:nvSpPr>
            <p:cNvPr id="1360" name="Rectangle 60">
              <a:extLst>
                <a:ext uri="{FF2B5EF4-FFF2-40B4-BE49-F238E27FC236}">
                  <a16:creationId xmlns:a16="http://schemas.microsoft.com/office/drawing/2014/main" id="{85CBC61A-FA22-31DE-1842-276B2D11C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61" name="Group 719">
              <a:extLst>
                <a:ext uri="{FF2B5EF4-FFF2-40B4-BE49-F238E27FC236}">
                  <a16:creationId xmlns:a16="http://schemas.microsoft.com/office/drawing/2014/main" id="{BDF67985-4AB2-1E26-3875-D175411EBBD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63" name="Straight Connector 1362">
                <a:extLst>
                  <a:ext uri="{FF2B5EF4-FFF2-40B4-BE49-F238E27FC236}">
                    <a16:creationId xmlns:a16="http://schemas.microsoft.com/office/drawing/2014/main" id="{E72BB3C3-75E9-2D04-3FE7-52C625C67DF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4" name="Straight Connector 1363">
                <a:extLst>
                  <a:ext uri="{FF2B5EF4-FFF2-40B4-BE49-F238E27FC236}">
                    <a16:creationId xmlns:a16="http://schemas.microsoft.com/office/drawing/2014/main" id="{C900E013-FDF6-4771-7877-8D74A39AD32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5" name="Straight Connector 1364">
                <a:extLst>
                  <a:ext uri="{FF2B5EF4-FFF2-40B4-BE49-F238E27FC236}">
                    <a16:creationId xmlns:a16="http://schemas.microsoft.com/office/drawing/2014/main" id="{BC0D5113-77BD-8576-78B2-9297436E261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6" name="Straight Connector 1365">
                <a:extLst>
                  <a:ext uri="{FF2B5EF4-FFF2-40B4-BE49-F238E27FC236}">
                    <a16:creationId xmlns:a16="http://schemas.microsoft.com/office/drawing/2014/main" id="{26411871-0132-6EED-F449-5A160BA49ED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62" name="Trapezoid 494">
              <a:extLst>
                <a:ext uri="{FF2B5EF4-FFF2-40B4-BE49-F238E27FC236}">
                  <a16:creationId xmlns:a16="http://schemas.microsoft.com/office/drawing/2014/main" id="{1F50C1C0-10B8-CE21-B0ED-C06DC2BD000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67" name="Group 1466">
            <a:extLst>
              <a:ext uri="{FF2B5EF4-FFF2-40B4-BE49-F238E27FC236}">
                <a16:creationId xmlns:a16="http://schemas.microsoft.com/office/drawing/2014/main" id="{FB96355F-1488-684E-ABF3-6E5CE869FB44}"/>
              </a:ext>
            </a:extLst>
          </p:cNvPr>
          <p:cNvGrpSpPr/>
          <p:nvPr/>
        </p:nvGrpSpPr>
        <p:grpSpPr>
          <a:xfrm>
            <a:off x="8334796" y="952135"/>
            <a:ext cx="276281" cy="173735"/>
            <a:chOff x="3417117" y="2447654"/>
            <a:chExt cx="362556" cy="227987"/>
          </a:xfrm>
        </p:grpSpPr>
        <p:sp>
          <p:nvSpPr>
            <p:cNvPr id="1468" name="Rectangle 1467">
              <a:extLst>
                <a:ext uri="{FF2B5EF4-FFF2-40B4-BE49-F238E27FC236}">
                  <a16:creationId xmlns:a16="http://schemas.microsoft.com/office/drawing/2014/main" id="{E9C36107-B2E2-B838-014E-EFDA7D460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469" name="Oval 1468">
              <a:extLst>
                <a:ext uri="{FF2B5EF4-FFF2-40B4-BE49-F238E27FC236}">
                  <a16:creationId xmlns:a16="http://schemas.microsoft.com/office/drawing/2014/main" id="{1E5C772B-19C1-7E17-44CD-D5D675A31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0" name="Trapezoid 613">
              <a:extLst>
                <a:ext uri="{FF2B5EF4-FFF2-40B4-BE49-F238E27FC236}">
                  <a16:creationId xmlns:a16="http://schemas.microsoft.com/office/drawing/2014/main" id="{A0F38013-D6A1-F182-699A-23B42517E39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476" name="Straight Connector 1475">
            <a:extLst>
              <a:ext uri="{FF2B5EF4-FFF2-40B4-BE49-F238E27FC236}">
                <a16:creationId xmlns:a16="http://schemas.microsoft.com/office/drawing/2014/main" id="{96196750-45DB-0157-5239-371685D114ED}"/>
              </a:ext>
            </a:extLst>
          </p:cNvPr>
          <p:cNvCxnSpPr>
            <a:stCxn id="1360" idx="0"/>
            <a:endCxn id="1468" idx="2"/>
          </p:cNvCxnSpPr>
          <p:nvPr/>
        </p:nvCxnSpPr>
        <p:spPr>
          <a:xfrm flipV="1">
            <a:off x="8279427" y="1125870"/>
            <a:ext cx="193510" cy="1303094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20" name="Rectangle 25">
            <a:extLst>
              <a:ext uri="{FF2B5EF4-FFF2-40B4-BE49-F238E27FC236}">
                <a16:creationId xmlns:a16="http://schemas.microsoft.com/office/drawing/2014/main" id="{2CB5E3E2-2976-2DAB-994D-A9C8BE74C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12720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2A9B0D5B-A9F8-5711-0D2D-2812FF3A6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85AE37D5-0440-04E3-807A-B18C96FCE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11252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D13D8704-B542-7614-BA26-CEC74F12B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2360BF65-E5EA-37B3-2B5A-5B0FD299B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35445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94FD9337-3043-8E7F-418C-DB6A7164B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5E40D7E3-3D6A-13DE-297E-71E7A5076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33977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0C9E0932-A18B-376C-F23A-E4301CBC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42" name="Connector: Elbow 1541">
            <a:extLst>
              <a:ext uri="{FF2B5EF4-FFF2-40B4-BE49-F238E27FC236}">
                <a16:creationId xmlns:a16="http://schemas.microsoft.com/office/drawing/2014/main" id="{70DE52AE-A037-263F-79E6-2E967A410054}"/>
              </a:ext>
            </a:extLst>
          </p:cNvPr>
          <p:cNvCxnSpPr>
            <a:cxnSpLocks/>
            <a:stCxn id="1331" idx="1"/>
            <a:endCxn id="996" idx="1"/>
          </p:cNvCxnSpPr>
          <p:nvPr/>
        </p:nvCxnSpPr>
        <p:spPr>
          <a:xfrm rot="10800000" flipV="1">
            <a:off x="3849256" y="2503510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D0C00462-6F6E-67E6-07A8-19FA114DD4D6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3BBB4886-082F-48D8-95FC-62E0E108099D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0349587B-028D-F566-6091-6C6528D8EBFC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72" name="TextBox 1571">
            <a:extLst>
              <a:ext uri="{FF2B5EF4-FFF2-40B4-BE49-F238E27FC236}">
                <a16:creationId xmlns:a16="http://schemas.microsoft.com/office/drawing/2014/main" id="{2ADF63D5-BE74-4295-AFC5-2497CE08BC90}"/>
              </a:ext>
            </a:extLst>
          </p:cNvPr>
          <p:cNvSpPr txBox="1"/>
          <p:nvPr/>
        </p:nvSpPr>
        <p:spPr>
          <a:xfrm>
            <a:off x="10239757" y="135202"/>
            <a:ext cx="85953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5846"/>
            <a:r>
              <a:rPr lang="en-GB" sz="914" dirty="0">
                <a:solidFill>
                  <a:srgbClr val="000000"/>
                </a:solidFill>
                <a:latin typeface="Arial"/>
              </a:rPr>
              <a:t>View change</a:t>
            </a:r>
          </a:p>
        </p:txBody>
      </p: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0B112D14-0CCE-8A12-86F5-AAB310FF9C4F}"/>
              </a:ext>
            </a:extLst>
          </p:cNvPr>
          <p:cNvCxnSpPr>
            <a:cxnSpLocks/>
          </p:cNvCxnSpPr>
          <p:nvPr/>
        </p:nvCxnSpPr>
        <p:spPr>
          <a:xfrm flipH="1" flipV="1">
            <a:off x="9802951" y="239203"/>
            <a:ext cx="395205" cy="154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27A87A58-06DD-E2C4-A4CB-05241AF72F8E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1772D9-3B67-545B-4E37-188D23BC5A80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F462F1CE-9A9C-5896-213B-1942862CAB23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951F42-898C-DA13-8673-5F0D666AA1E9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DB53FBE-C058-1558-44BC-0038B59A59B9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60BF7D-61AE-CC7F-82FE-C1A5925CEE75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3" name="Rectangle 29">
            <a:extLst>
              <a:ext uri="{FF2B5EF4-FFF2-40B4-BE49-F238E27FC236}">
                <a16:creationId xmlns:a16="http://schemas.microsoft.com/office/drawing/2014/main" id="{D52AB020-524E-CB86-7755-8A1372B93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B38C1F17-5546-6409-EA6E-4D58AA271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C97845CD-815C-87C7-CECC-BF8714E30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A2333798-287C-8F40-C6B5-9228005B0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931A00BE-F4E0-7CAC-966C-BF4AA2D35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5933D064-61B1-D521-249E-563924B4E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4C6C6492-3EA4-A517-F630-577EF44A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DD17EB-E437-481F-2C50-105858A7AF2D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62F8BD-C8BB-DBDE-B86F-7D13C35E773B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3D84DE83-18C1-1386-C986-5E1B7931E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835140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51DCF475-B534-2146-4A72-69241C7F9E71}"/>
              </a:ext>
            </a:extLst>
          </p:cNvPr>
          <p:cNvCxnSpPr>
            <a:cxnSpLocks/>
          </p:cNvCxnSpPr>
          <p:nvPr/>
        </p:nvCxnSpPr>
        <p:spPr>
          <a:xfrm>
            <a:off x="5398559" y="541645"/>
            <a:ext cx="0" cy="832589"/>
          </a:xfrm>
          <a:prstGeom prst="line">
            <a:avLst/>
          </a:prstGeom>
          <a:ln w="28575">
            <a:solidFill>
              <a:srgbClr val="00B050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1707286-2925-B109-DF80-DEDBD8228422}"/>
              </a:ext>
            </a:extLst>
          </p:cNvPr>
          <p:cNvCxnSpPr>
            <a:cxnSpLocks/>
            <a:stCxn id="1350" idx="2"/>
            <a:endCxn id="279" idx="0"/>
          </p:cNvCxnSpPr>
          <p:nvPr/>
        </p:nvCxnSpPr>
        <p:spPr>
          <a:xfrm flipH="1">
            <a:off x="3876566" y="518783"/>
            <a:ext cx="783076" cy="206495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64568393-53F8-041B-D0D9-FA149B1B0591}"/>
              </a:ext>
            </a:extLst>
          </p:cNvPr>
          <p:cNvGrpSpPr/>
          <p:nvPr/>
        </p:nvGrpSpPr>
        <p:grpSpPr>
          <a:xfrm>
            <a:off x="3738425" y="725278"/>
            <a:ext cx="276281" cy="173735"/>
            <a:chOff x="3417117" y="2447654"/>
            <a:chExt cx="362556" cy="227987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12C56A66-CBED-F04B-E633-F518EFD1D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5ECE213B-0F10-392A-841E-0BDF69A09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1" name="Trapezoid 613">
              <a:extLst>
                <a:ext uri="{FF2B5EF4-FFF2-40B4-BE49-F238E27FC236}">
                  <a16:creationId xmlns:a16="http://schemas.microsoft.com/office/drawing/2014/main" id="{58EA7FD4-24DB-0825-E19D-E1CC0848C76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DB68D6B9-160E-6E15-69AB-2E3EBB84AB19}"/>
              </a:ext>
            </a:extLst>
          </p:cNvPr>
          <p:cNvCxnSpPr>
            <a:cxnSpLocks/>
            <a:stCxn id="1331" idx="0"/>
            <a:endCxn id="279" idx="2"/>
          </p:cNvCxnSpPr>
          <p:nvPr/>
        </p:nvCxnSpPr>
        <p:spPr>
          <a:xfrm flipH="1" flipV="1">
            <a:off x="3876566" y="899013"/>
            <a:ext cx="112803" cy="152386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0A9B660F-A653-C206-2924-CE399B6E71EF}"/>
              </a:ext>
            </a:extLst>
          </p:cNvPr>
          <p:cNvCxnSpPr>
            <a:cxnSpLocks/>
            <a:stCxn id="1356" idx="2"/>
            <a:endCxn id="225" idx="0"/>
          </p:cNvCxnSpPr>
          <p:nvPr/>
        </p:nvCxnSpPr>
        <p:spPr>
          <a:xfrm flipH="1">
            <a:off x="6096001" y="577021"/>
            <a:ext cx="16148" cy="258119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16D8412A-7821-1C35-B438-64E235FE2AF0}"/>
              </a:ext>
            </a:extLst>
          </p:cNvPr>
          <p:cNvCxnSpPr>
            <a:cxnSpLocks/>
            <a:stCxn id="210" idx="2"/>
            <a:endCxn id="339" idx="0"/>
          </p:cNvCxnSpPr>
          <p:nvPr/>
        </p:nvCxnSpPr>
        <p:spPr>
          <a:xfrm flipH="1">
            <a:off x="5202557" y="2773822"/>
            <a:ext cx="15524" cy="2036447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BC3D1D84-0B82-C8E7-AE2F-A44582873D72}"/>
              </a:ext>
            </a:extLst>
          </p:cNvPr>
          <p:cNvCxnSpPr>
            <a:cxnSpLocks/>
            <a:stCxn id="58" idx="2"/>
            <a:endCxn id="252" idx="0"/>
          </p:cNvCxnSpPr>
          <p:nvPr/>
        </p:nvCxnSpPr>
        <p:spPr>
          <a:xfrm flipH="1">
            <a:off x="4559601" y="3047078"/>
            <a:ext cx="192075" cy="189930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4A089A3C-C373-B73C-7FEE-8F62ABFE7BD5}"/>
              </a:ext>
            </a:extLst>
          </p:cNvPr>
          <p:cNvCxnSpPr>
            <a:cxnSpLocks/>
            <a:stCxn id="197" idx="2"/>
            <a:endCxn id="317" idx="0"/>
          </p:cNvCxnSpPr>
          <p:nvPr/>
        </p:nvCxnSpPr>
        <p:spPr>
          <a:xfrm>
            <a:off x="5685068" y="3047078"/>
            <a:ext cx="183925" cy="1895703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489F7D4-E5CF-6ADD-47EF-0049A5E7F44F}"/>
              </a:ext>
            </a:extLst>
          </p:cNvPr>
          <p:cNvCxnSpPr>
            <a:stCxn id="281" idx="3"/>
            <a:endCxn id="991" idx="1"/>
          </p:cNvCxnSpPr>
          <p:nvPr/>
        </p:nvCxnSpPr>
        <p:spPr>
          <a:xfrm rot="10800000" flipH="1" flipV="1">
            <a:off x="3782614" y="845166"/>
            <a:ext cx="69958" cy="2741360"/>
          </a:xfrm>
          <a:prstGeom prst="bentConnector3">
            <a:avLst>
              <a:gd name="adj1" fmla="val -338736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8FCBD98-295E-1887-762C-BAD2E50B17D9}"/>
              </a:ext>
            </a:extLst>
          </p:cNvPr>
          <p:cNvCxnSpPr>
            <a:cxnSpLocks/>
            <a:stCxn id="1360" idx="3"/>
            <a:endCxn id="1146" idx="3"/>
          </p:cNvCxnSpPr>
          <p:nvPr/>
        </p:nvCxnSpPr>
        <p:spPr>
          <a:xfrm>
            <a:off x="8419540" y="2509595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CD55FFB-A94E-6759-3B27-E3145DCF4CEA}"/>
              </a:ext>
            </a:extLst>
          </p:cNvPr>
          <p:cNvCxnSpPr>
            <a:cxnSpLocks/>
            <a:stCxn id="1468" idx="3"/>
            <a:endCxn id="1018" idx="3"/>
          </p:cNvCxnSpPr>
          <p:nvPr/>
        </p:nvCxnSpPr>
        <p:spPr>
          <a:xfrm flipH="1">
            <a:off x="8429594" y="1039003"/>
            <a:ext cx="181483" cy="2542671"/>
          </a:xfrm>
          <a:prstGeom prst="bentConnector3">
            <a:avLst>
              <a:gd name="adj1" fmla="val -125962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254">
            <a:extLst>
              <a:ext uri="{FF2B5EF4-FFF2-40B4-BE49-F238E27FC236}">
                <a16:creationId xmlns:a16="http://schemas.microsoft.com/office/drawing/2014/main" id="{44C3A94B-837D-7ABA-B73F-ECF5566A6881}"/>
              </a:ext>
            </a:extLst>
          </p:cNvPr>
          <p:cNvGrpSpPr>
            <a:grpSpLocks noChangeAspect="1"/>
          </p:cNvGrpSpPr>
          <p:nvPr/>
        </p:nvGrpSpPr>
        <p:grpSpPr>
          <a:xfrm>
            <a:off x="4611563" y="2885818"/>
            <a:ext cx="280226" cy="161260"/>
            <a:chOff x="8421867" y="1904979"/>
            <a:chExt cx="347879" cy="255573"/>
          </a:xfrm>
        </p:grpSpPr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16275A62-785C-9188-84F1-F48A3E87A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9" name="Group 719">
              <a:extLst>
                <a:ext uri="{FF2B5EF4-FFF2-40B4-BE49-F238E27FC236}">
                  <a16:creationId xmlns:a16="http://schemas.microsoft.com/office/drawing/2014/main" id="{D11FC522-81CF-A546-8836-96170A2D10B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4C1140B7-53BF-2D86-CB65-A11A7065C33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36C02E1A-A757-17BC-6676-5FDC3B7F26A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0B604C1-CEB4-2BE6-A578-545E91B0CCF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F3EC3DBE-F540-4360-5326-3D6FF2AE773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0" name="Trapezoid 136">
              <a:extLst>
                <a:ext uri="{FF2B5EF4-FFF2-40B4-BE49-F238E27FC236}">
                  <a16:creationId xmlns:a16="http://schemas.microsoft.com/office/drawing/2014/main" id="{43D5236E-63FC-3411-5BC8-C42023E1DAC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254">
            <a:extLst>
              <a:ext uri="{FF2B5EF4-FFF2-40B4-BE49-F238E27FC236}">
                <a16:creationId xmlns:a16="http://schemas.microsoft.com/office/drawing/2014/main" id="{EDC432D6-6608-C092-7E9F-50ABD4AFEB51}"/>
              </a:ext>
            </a:extLst>
          </p:cNvPr>
          <p:cNvGrpSpPr>
            <a:grpSpLocks noChangeAspect="1"/>
          </p:cNvGrpSpPr>
          <p:nvPr/>
        </p:nvGrpSpPr>
        <p:grpSpPr>
          <a:xfrm>
            <a:off x="5544955" y="2885818"/>
            <a:ext cx="280226" cy="161260"/>
            <a:chOff x="8421867" y="1904979"/>
            <a:chExt cx="347879" cy="255573"/>
          </a:xfrm>
        </p:grpSpPr>
        <p:sp>
          <p:nvSpPr>
            <p:cNvPr id="197" name="Rectangle 60">
              <a:extLst>
                <a:ext uri="{FF2B5EF4-FFF2-40B4-BE49-F238E27FC236}">
                  <a16:creationId xmlns:a16="http://schemas.microsoft.com/office/drawing/2014/main" id="{F11EB2D7-8392-C9FB-A653-9554365AF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98" name="Group 719">
              <a:extLst>
                <a:ext uri="{FF2B5EF4-FFF2-40B4-BE49-F238E27FC236}">
                  <a16:creationId xmlns:a16="http://schemas.microsoft.com/office/drawing/2014/main" id="{F2C287E0-68D8-AB60-D774-FF47FF9410D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5AD2279F-5A3C-6320-CB2F-7EE15DE5BF8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3A1C598A-A820-75AA-FCBB-9BF79E9D60E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67CB7AAB-7BA7-C1DC-CE1A-AD938225848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9014ED97-233B-1AF5-679C-8CB80F22502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99" name="Trapezoid 136">
              <a:extLst>
                <a:ext uri="{FF2B5EF4-FFF2-40B4-BE49-F238E27FC236}">
                  <a16:creationId xmlns:a16="http://schemas.microsoft.com/office/drawing/2014/main" id="{08319C95-4972-8600-EB6F-16F1F26CD42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3DFDE1F5-5D79-6B05-1FDE-6067A6D2898B}"/>
              </a:ext>
            </a:extLst>
          </p:cNvPr>
          <p:cNvGrpSpPr/>
          <p:nvPr/>
        </p:nvGrpSpPr>
        <p:grpSpPr>
          <a:xfrm>
            <a:off x="4751676" y="2622607"/>
            <a:ext cx="933392" cy="271678"/>
            <a:chOff x="3560105" y="4920983"/>
            <a:chExt cx="918646" cy="267385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1C8B6F5D-F22D-1037-0893-934CF7A82523}"/>
                </a:ext>
              </a:extLst>
            </p:cNvPr>
            <p:cNvCxnSpPr>
              <a:cxnSpLocks/>
              <a:stCxn id="211" idx="0"/>
              <a:endCxn id="197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9203790D-609E-F7AB-11D7-F77D0F6B5192}"/>
                </a:ext>
              </a:extLst>
            </p:cNvPr>
            <p:cNvCxnSpPr>
              <a:cxnSpLocks/>
              <a:stCxn id="212" idx="1"/>
              <a:endCxn id="58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2DA7202B-89A8-9FA8-FCBD-B6AE7372FEF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10" name="Rectangle 25">
                <a:extLst>
                  <a:ext uri="{FF2B5EF4-FFF2-40B4-BE49-F238E27FC236}">
                    <a16:creationId xmlns:a16="http://schemas.microsoft.com/office/drawing/2014/main" id="{A931A73A-4659-45D5-3E6C-EF7395478E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1" name="Rectangle 29">
                <a:extLst>
                  <a:ext uri="{FF2B5EF4-FFF2-40B4-BE49-F238E27FC236}">
                    <a16:creationId xmlns:a16="http://schemas.microsoft.com/office/drawing/2014/main" id="{9999237D-DC61-966C-F3FD-090925D4D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2" name="Rectangle 29">
                <a:extLst>
                  <a:ext uri="{FF2B5EF4-FFF2-40B4-BE49-F238E27FC236}">
                    <a16:creationId xmlns:a16="http://schemas.microsoft.com/office/drawing/2014/main" id="{25379D22-778A-AF40-7CBB-FC8FC167C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sp>
        <p:nvSpPr>
          <p:cNvPr id="1350" name="Rectangle 29">
            <a:extLst>
              <a:ext uri="{FF2B5EF4-FFF2-40B4-BE49-F238E27FC236}">
                <a16:creationId xmlns:a16="http://schemas.microsoft.com/office/drawing/2014/main" id="{2AB57EF0-86F2-BBB8-EED7-49900E5FA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642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351" name="Rectangle 29">
            <a:extLst>
              <a:ext uri="{FF2B5EF4-FFF2-40B4-BE49-F238E27FC236}">
                <a16:creationId xmlns:a16="http://schemas.microsoft.com/office/drawing/2014/main" id="{422379F8-82C1-27F8-4CCE-F6A5962BF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341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EFED3EB7-43C9-BBC5-4331-FFFC31BD0900}"/>
              </a:ext>
            </a:extLst>
          </p:cNvPr>
          <p:cNvCxnSpPr>
            <a:cxnSpLocks/>
            <a:stCxn id="322" idx="2"/>
            <a:endCxn id="500" idx="0"/>
          </p:cNvCxnSpPr>
          <p:nvPr/>
        </p:nvCxnSpPr>
        <p:spPr>
          <a:xfrm flipH="1">
            <a:off x="7077682" y="2773822"/>
            <a:ext cx="15070" cy="2046820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53E53824-1AD6-B0FB-6D66-A8E6A8917057}"/>
              </a:ext>
            </a:extLst>
          </p:cNvPr>
          <p:cNvCxnSpPr>
            <a:cxnSpLocks/>
            <a:stCxn id="275" idx="2"/>
            <a:endCxn id="475" idx="0"/>
          </p:cNvCxnSpPr>
          <p:nvPr/>
        </p:nvCxnSpPr>
        <p:spPr>
          <a:xfrm flipH="1">
            <a:off x="6434997" y="3047078"/>
            <a:ext cx="191349" cy="1909675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F8FE4874-83CA-D2DF-E2D7-47CDB49DE278}"/>
              </a:ext>
            </a:extLst>
          </p:cNvPr>
          <p:cNvCxnSpPr>
            <a:cxnSpLocks/>
            <a:stCxn id="300" idx="2"/>
            <a:endCxn id="355" idx="0"/>
          </p:cNvCxnSpPr>
          <p:nvPr/>
        </p:nvCxnSpPr>
        <p:spPr>
          <a:xfrm>
            <a:off x="7559739" y="3047078"/>
            <a:ext cx="161825" cy="1896720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54">
            <a:extLst>
              <a:ext uri="{FF2B5EF4-FFF2-40B4-BE49-F238E27FC236}">
                <a16:creationId xmlns:a16="http://schemas.microsoft.com/office/drawing/2014/main" id="{E56BA885-D421-285D-8CCB-E1013DBD8CAD}"/>
              </a:ext>
            </a:extLst>
          </p:cNvPr>
          <p:cNvGrpSpPr>
            <a:grpSpLocks noChangeAspect="1"/>
          </p:cNvGrpSpPr>
          <p:nvPr/>
        </p:nvGrpSpPr>
        <p:grpSpPr>
          <a:xfrm>
            <a:off x="6486233" y="2885818"/>
            <a:ext cx="280226" cy="161260"/>
            <a:chOff x="8421867" y="1904979"/>
            <a:chExt cx="347879" cy="255573"/>
          </a:xfrm>
        </p:grpSpPr>
        <p:sp>
          <p:nvSpPr>
            <p:cNvPr id="275" name="Rectangle 60">
              <a:extLst>
                <a:ext uri="{FF2B5EF4-FFF2-40B4-BE49-F238E27FC236}">
                  <a16:creationId xmlns:a16="http://schemas.microsoft.com/office/drawing/2014/main" id="{894181A1-19F8-02E8-9EE5-A3B617471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77" name="Group 719">
              <a:extLst>
                <a:ext uri="{FF2B5EF4-FFF2-40B4-BE49-F238E27FC236}">
                  <a16:creationId xmlns:a16="http://schemas.microsoft.com/office/drawing/2014/main" id="{B2A13EDE-98E5-4469-A19E-5E534C98BE9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ABD8991F-A82A-9A00-C3B4-C65238775A8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30657B23-FB7C-E693-54FE-FE946098820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8926245B-F95B-C811-D08F-EE208FE4570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EB4B635D-916D-2A55-C566-2C3F44EF1CA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83" name="Trapezoid 136">
              <a:extLst>
                <a:ext uri="{FF2B5EF4-FFF2-40B4-BE49-F238E27FC236}">
                  <a16:creationId xmlns:a16="http://schemas.microsoft.com/office/drawing/2014/main" id="{C74F205A-4DB4-F6FF-7D86-52E089161D8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roup 254">
            <a:extLst>
              <a:ext uri="{FF2B5EF4-FFF2-40B4-BE49-F238E27FC236}">
                <a16:creationId xmlns:a16="http://schemas.microsoft.com/office/drawing/2014/main" id="{739ED932-C401-1FB4-986F-15625532D3E6}"/>
              </a:ext>
            </a:extLst>
          </p:cNvPr>
          <p:cNvGrpSpPr>
            <a:grpSpLocks noChangeAspect="1"/>
          </p:cNvGrpSpPr>
          <p:nvPr/>
        </p:nvGrpSpPr>
        <p:grpSpPr>
          <a:xfrm>
            <a:off x="7419626" y="2885818"/>
            <a:ext cx="280226" cy="161260"/>
            <a:chOff x="8421867" y="1904979"/>
            <a:chExt cx="347879" cy="255573"/>
          </a:xfrm>
        </p:grpSpPr>
        <p:sp>
          <p:nvSpPr>
            <p:cNvPr id="300" name="Rectangle 60">
              <a:extLst>
                <a:ext uri="{FF2B5EF4-FFF2-40B4-BE49-F238E27FC236}">
                  <a16:creationId xmlns:a16="http://schemas.microsoft.com/office/drawing/2014/main" id="{9DF434FC-5C38-905E-6341-4BB454E2A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35820A03-D829-7F0C-82AD-93EF25EBBCF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BF48C844-2EC0-1C7B-6D77-20F4AC482CC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26351C1E-25AA-2888-B966-0946C568B82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DDD46F91-BC59-DFBF-E508-9002DEB12EF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C104846E-8494-FFF9-39B8-AD32F7A25C6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136">
              <a:extLst>
                <a:ext uri="{FF2B5EF4-FFF2-40B4-BE49-F238E27FC236}">
                  <a16:creationId xmlns:a16="http://schemas.microsoft.com/office/drawing/2014/main" id="{0A70F413-E347-8D59-F2B8-0100880CD90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897C1919-AEA5-3BCD-C636-31D063689B8D}"/>
              </a:ext>
            </a:extLst>
          </p:cNvPr>
          <p:cNvGrpSpPr/>
          <p:nvPr/>
        </p:nvGrpSpPr>
        <p:grpSpPr>
          <a:xfrm>
            <a:off x="6626346" y="2622607"/>
            <a:ext cx="933393" cy="271678"/>
            <a:chOff x="3560104" y="4920983"/>
            <a:chExt cx="918647" cy="267385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94DD429F-6F07-B5A2-211D-AEE133725F14}"/>
                </a:ext>
              </a:extLst>
            </p:cNvPr>
            <p:cNvCxnSpPr>
              <a:cxnSpLocks/>
              <a:stCxn id="322" idx="1"/>
              <a:endCxn id="300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F6027758-D633-0207-BA9A-4C216CAB0CFE}"/>
                </a:ext>
              </a:extLst>
            </p:cNvPr>
            <p:cNvCxnSpPr>
              <a:cxnSpLocks/>
              <a:stCxn id="365" idx="1"/>
              <a:endCxn id="275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64C284F3-56EB-F154-CF24-8FE3EE130F6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22" name="Rectangle 25">
                <a:extLst>
                  <a:ext uri="{FF2B5EF4-FFF2-40B4-BE49-F238E27FC236}">
                    <a16:creationId xmlns:a16="http://schemas.microsoft.com/office/drawing/2014/main" id="{706044BE-F6AC-21E5-C474-68895D871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62" name="Rectangle 29">
                <a:extLst>
                  <a:ext uri="{FF2B5EF4-FFF2-40B4-BE49-F238E27FC236}">
                    <a16:creationId xmlns:a16="http://schemas.microsoft.com/office/drawing/2014/main" id="{1CC40DAD-9763-0AD3-F412-8CA8D228A1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65" name="Rectangle 29">
                <a:extLst>
                  <a:ext uri="{FF2B5EF4-FFF2-40B4-BE49-F238E27FC236}">
                    <a16:creationId xmlns:a16="http://schemas.microsoft.com/office/drawing/2014/main" id="{2AC1E524-EF67-4D8E-B048-BCAE3055A9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F7610F16-251D-63A6-9732-FEB098D43E52}"/>
              </a:ext>
            </a:extLst>
          </p:cNvPr>
          <p:cNvCxnSpPr>
            <a:cxnSpLocks/>
            <a:stCxn id="1526" idx="2"/>
            <a:endCxn id="376" idx="0"/>
          </p:cNvCxnSpPr>
          <p:nvPr/>
        </p:nvCxnSpPr>
        <p:spPr>
          <a:xfrm flipH="1">
            <a:off x="5161977" y="1457050"/>
            <a:ext cx="963272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C930B7C7-CE37-E32A-F945-0F45874E6C2E}"/>
              </a:ext>
            </a:extLst>
          </p:cNvPr>
          <p:cNvCxnSpPr>
            <a:cxnSpLocks/>
            <a:stCxn id="1526" idx="2"/>
            <a:endCxn id="409" idx="0"/>
          </p:cNvCxnSpPr>
          <p:nvPr/>
        </p:nvCxnSpPr>
        <p:spPr>
          <a:xfrm>
            <a:off x="6125249" y="1457050"/>
            <a:ext cx="911399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6E197FE9-5E6C-792F-9A09-DB986AB9F434}"/>
              </a:ext>
            </a:extLst>
          </p:cNvPr>
          <p:cNvCxnSpPr>
            <a:cxnSpLocks/>
          </p:cNvCxnSpPr>
          <p:nvPr/>
        </p:nvCxnSpPr>
        <p:spPr>
          <a:xfrm flipH="1">
            <a:off x="6522942" y="906639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0885B49D-1918-F15C-E289-703BA0A31C78}"/>
              </a:ext>
            </a:extLst>
          </p:cNvPr>
          <p:cNvCxnSpPr>
            <a:cxnSpLocks/>
          </p:cNvCxnSpPr>
          <p:nvPr/>
        </p:nvCxnSpPr>
        <p:spPr>
          <a:xfrm>
            <a:off x="5666317" y="903139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5E2D59FB-B645-0828-D21A-4598DEE994E0}"/>
              </a:ext>
            </a:extLst>
          </p:cNvPr>
          <p:cNvCxnSpPr>
            <a:cxnSpLocks/>
          </p:cNvCxnSpPr>
          <p:nvPr/>
        </p:nvCxnSpPr>
        <p:spPr>
          <a:xfrm>
            <a:off x="5525858" y="289892"/>
            <a:ext cx="0" cy="56524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2E0E6FDA-35D2-3B9F-4811-485E2F2318DB}"/>
              </a:ext>
            </a:extLst>
          </p:cNvPr>
          <p:cNvCxnSpPr>
            <a:cxnSpLocks/>
          </p:cNvCxnSpPr>
          <p:nvPr/>
        </p:nvCxnSpPr>
        <p:spPr>
          <a:xfrm>
            <a:off x="6844189" y="301603"/>
            <a:ext cx="32541" cy="20639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179D7615-71E2-3022-1251-A631D4869C0C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68A184C0-D692-2461-3708-52EAD0EDF634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4" name="Group 254">
            <a:extLst>
              <a:ext uri="{FF2B5EF4-FFF2-40B4-BE49-F238E27FC236}">
                <a16:creationId xmlns:a16="http://schemas.microsoft.com/office/drawing/2014/main" id="{E53A7CDC-E387-CADD-26C7-6CC00A1EAD7C}"/>
              </a:ext>
            </a:extLst>
          </p:cNvPr>
          <p:cNvGrpSpPr>
            <a:grpSpLocks noChangeAspect="1"/>
          </p:cNvGrpSpPr>
          <p:nvPr/>
        </p:nvGrpSpPr>
        <p:grpSpPr>
          <a:xfrm>
            <a:off x="4587124" y="2461803"/>
            <a:ext cx="280226" cy="161260"/>
            <a:chOff x="8421867" y="1904979"/>
            <a:chExt cx="347879" cy="255573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685707A8-9C8D-96C0-F01D-F16C02EE9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1A8B89A4-8175-E06E-0874-C61D54BF199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14019B0-7F78-2ED6-CFA9-479411BF362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D157E48-61FE-7D73-FC61-620AD5C4344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F4E05F0-18CC-A41A-AA07-B4463FDA20C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DA0594ED-4F86-A6BD-0465-B8BC1C53E7D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136">
              <a:extLst>
                <a:ext uri="{FF2B5EF4-FFF2-40B4-BE49-F238E27FC236}">
                  <a16:creationId xmlns:a16="http://schemas.microsoft.com/office/drawing/2014/main" id="{DC56E9CA-ADFE-3147-3425-B6830D7190D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254">
            <a:extLst>
              <a:ext uri="{FF2B5EF4-FFF2-40B4-BE49-F238E27FC236}">
                <a16:creationId xmlns:a16="http://schemas.microsoft.com/office/drawing/2014/main" id="{0B898F65-46D5-42C1-8548-4B34EE55C048}"/>
              </a:ext>
            </a:extLst>
          </p:cNvPr>
          <p:cNvGrpSpPr>
            <a:grpSpLocks noChangeAspect="1"/>
          </p:cNvGrpSpPr>
          <p:nvPr/>
        </p:nvGrpSpPr>
        <p:grpSpPr>
          <a:xfrm>
            <a:off x="5520516" y="2461803"/>
            <a:ext cx="280226" cy="161260"/>
            <a:chOff x="8421867" y="1904979"/>
            <a:chExt cx="347879" cy="255573"/>
          </a:xfrm>
        </p:grpSpPr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09267BDC-B219-C8FB-6CBD-F631EF61C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1" name="Group 719">
              <a:extLst>
                <a:ext uri="{FF2B5EF4-FFF2-40B4-BE49-F238E27FC236}">
                  <a16:creationId xmlns:a16="http://schemas.microsoft.com/office/drawing/2014/main" id="{B887977C-38C6-7D48-6041-AA37989B433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174F83B6-B80F-7EEE-3010-CE1BC6EB560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6D1CA8F5-BDA3-E02E-98FF-24D85A73D1A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39D251BA-2B34-A091-D852-0D28A9A926A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5CF9A86D-ED32-1A3B-31C8-25F1DE01F1A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52" name="Trapezoid 136">
              <a:extLst>
                <a:ext uri="{FF2B5EF4-FFF2-40B4-BE49-F238E27FC236}">
                  <a16:creationId xmlns:a16="http://schemas.microsoft.com/office/drawing/2014/main" id="{EB12FF2E-C7FA-BB7B-B587-453EDD816F8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BFA994EE-9453-21F8-B04F-04A7BDEF409C}"/>
              </a:ext>
            </a:extLst>
          </p:cNvPr>
          <p:cNvGrpSpPr/>
          <p:nvPr/>
        </p:nvGrpSpPr>
        <p:grpSpPr>
          <a:xfrm>
            <a:off x="4727237" y="2198592"/>
            <a:ext cx="933392" cy="271678"/>
            <a:chOff x="3560105" y="4920983"/>
            <a:chExt cx="918646" cy="267385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B6476576-7BD2-05F8-AF05-0A0B1214909B}"/>
                </a:ext>
              </a:extLst>
            </p:cNvPr>
            <p:cNvCxnSpPr>
              <a:cxnSpLocks/>
              <a:stCxn id="213" idx="0"/>
              <a:endCxn id="34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0BD4E58E-4AC0-F1A9-E03F-B19D2F59BFBF}"/>
                </a:ext>
              </a:extLst>
            </p:cNvPr>
            <p:cNvCxnSpPr>
              <a:cxnSpLocks/>
              <a:stCxn id="214" idx="1"/>
              <a:endCxn id="22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3640F68F-A7D7-FBC6-44C0-7F8EFAD8666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05" name="Rectangle 25">
                <a:extLst>
                  <a:ext uri="{FF2B5EF4-FFF2-40B4-BE49-F238E27FC236}">
                    <a16:creationId xmlns:a16="http://schemas.microsoft.com/office/drawing/2014/main" id="{AA1FDF8C-2C63-6CFF-7084-382C8BDCD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3" name="Rectangle 29">
                <a:extLst>
                  <a:ext uri="{FF2B5EF4-FFF2-40B4-BE49-F238E27FC236}">
                    <a16:creationId xmlns:a16="http://schemas.microsoft.com/office/drawing/2014/main" id="{4F891872-046E-8310-3283-237A10A172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4" name="Rectangle 29">
                <a:extLst>
                  <a:ext uri="{FF2B5EF4-FFF2-40B4-BE49-F238E27FC236}">
                    <a16:creationId xmlns:a16="http://schemas.microsoft.com/office/drawing/2014/main" id="{630D32E0-1C42-A52B-F1B9-2E60CF0C06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15" name="Group 254">
            <a:extLst>
              <a:ext uri="{FF2B5EF4-FFF2-40B4-BE49-F238E27FC236}">
                <a16:creationId xmlns:a16="http://schemas.microsoft.com/office/drawing/2014/main" id="{8041244C-4A6E-7D96-D5B4-B4E4088FBFDD}"/>
              </a:ext>
            </a:extLst>
          </p:cNvPr>
          <p:cNvGrpSpPr>
            <a:grpSpLocks noChangeAspect="1"/>
          </p:cNvGrpSpPr>
          <p:nvPr/>
        </p:nvGrpSpPr>
        <p:grpSpPr>
          <a:xfrm>
            <a:off x="6461794" y="2461803"/>
            <a:ext cx="280226" cy="161260"/>
            <a:chOff x="8421867" y="1904979"/>
            <a:chExt cx="347879" cy="255573"/>
          </a:xfrm>
        </p:grpSpPr>
        <p:sp>
          <p:nvSpPr>
            <p:cNvPr id="216" name="Rectangle 60">
              <a:extLst>
                <a:ext uri="{FF2B5EF4-FFF2-40B4-BE49-F238E27FC236}">
                  <a16:creationId xmlns:a16="http://schemas.microsoft.com/office/drawing/2014/main" id="{C9C39DC6-6365-A18F-E29E-477D62958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17" name="Group 719">
              <a:extLst>
                <a:ext uri="{FF2B5EF4-FFF2-40B4-BE49-F238E27FC236}">
                  <a16:creationId xmlns:a16="http://schemas.microsoft.com/office/drawing/2014/main" id="{4EB6D718-086D-5E23-DD54-CF363103418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245B0840-22B2-55E9-06A8-129677E7889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3FE83D39-050C-92B3-2D29-355631611BD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B77242C8-7CB3-1C65-DBBB-193B628D64A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78420E07-F17B-7E08-D397-85111FE84B2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18" name="Trapezoid 136">
              <a:extLst>
                <a:ext uri="{FF2B5EF4-FFF2-40B4-BE49-F238E27FC236}">
                  <a16:creationId xmlns:a16="http://schemas.microsoft.com/office/drawing/2014/main" id="{63A4BCF9-C983-FFBC-FCB5-B2A5CB3615A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3" name="Group 254">
            <a:extLst>
              <a:ext uri="{FF2B5EF4-FFF2-40B4-BE49-F238E27FC236}">
                <a16:creationId xmlns:a16="http://schemas.microsoft.com/office/drawing/2014/main" id="{3D2B97ED-0AE0-0956-6AC4-40517DA0CA61}"/>
              </a:ext>
            </a:extLst>
          </p:cNvPr>
          <p:cNvGrpSpPr>
            <a:grpSpLocks noChangeAspect="1"/>
          </p:cNvGrpSpPr>
          <p:nvPr/>
        </p:nvGrpSpPr>
        <p:grpSpPr>
          <a:xfrm>
            <a:off x="7395187" y="2461803"/>
            <a:ext cx="280226" cy="161260"/>
            <a:chOff x="8421867" y="1904979"/>
            <a:chExt cx="347879" cy="255573"/>
          </a:xfrm>
        </p:grpSpPr>
        <p:sp>
          <p:nvSpPr>
            <p:cNvPr id="224" name="Rectangle 60">
              <a:extLst>
                <a:ext uri="{FF2B5EF4-FFF2-40B4-BE49-F238E27FC236}">
                  <a16:creationId xmlns:a16="http://schemas.microsoft.com/office/drawing/2014/main" id="{04F2F7AD-A606-3ADE-B813-D703F22F3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26" name="Group 719">
              <a:extLst>
                <a:ext uri="{FF2B5EF4-FFF2-40B4-BE49-F238E27FC236}">
                  <a16:creationId xmlns:a16="http://schemas.microsoft.com/office/drawing/2014/main" id="{7065AD5D-DA41-7CFA-ABFD-8281C2A0A29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C9CF4D2B-D632-C099-2FA0-6BD42AF477D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5656CA33-8EEA-82E4-C8DB-0102986F2CA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9B0104F3-A709-8AD2-EDED-983E62D0342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318C64DC-47FA-81AD-C53F-B33D1B2BB94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27" name="Trapezoid 136">
              <a:extLst>
                <a:ext uri="{FF2B5EF4-FFF2-40B4-BE49-F238E27FC236}">
                  <a16:creationId xmlns:a16="http://schemas.microsoft.com/office/drawing/2014/main" id="{141B5B9C-A4A5-CB81-E2CA-41C077E5B3B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D8AA2147-A9AF-509E-329F-DBDBEF3C426E}"/>
              </a:ext>
            </a:extLst>
          </p:cNvPr>
          <p:cNvGrpSpPr/>
          <p:nvPr/>
        </p:nvGrpSpPr>
        <p:grpSpPr>
          <a:xfrm>
            <a:off x="6601907" y="2198592"/>
            <a:ext cx="933393" cy="271678"/>
            <a:chOff x="3560104" y="4920983"/>
            <a:chExt cx="918647" cy="267385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E3DD777C-2D00-CCD9-8083-6657B40FC1D9}"/>
                </a:ext>
              </a:extLst>
            </p:cNvPr>
            <p:cNvCxnSpPr>
              <a:cxnSpLocks/>
              <a:stCxn id="243" idx="1"/>
              <a:endCxn id="224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B0C2B2CE-3ACF-23F2-DC20-3BA8025E7030}"/>
                </a:ext>
              </a:extLst>
            </p:cNvPr>
            <p:cNvCxnSpPr>
              <a:cxnSpLocks/>
              <a:stCxn id="245" idx="1"/>
              <a:endCxn id="216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E921BFC3-185A-4EE5-3BFA-3FDCF374048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43" name="Rectangle 25">
                <a:extLst>
                  <a:ext uri="{FF2B5EF4-FFF2-40B4-BE49-F238E27FC236}">
                    <a16:creationId xmlns:a16="http://schemas.microsoft.com/office/drawing/2014/main" id="{5C2A8BB7-F424-80C6-55AF-8200D1AC07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F82C2B8C-E3F7-BB34-8BA0-BDB361CAE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E12228F0-83E3-DF2A-46CD-24A54E4586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46" name="Group 254">
            <a:extLst>
              <a:ext uri="{FF2B5EF4-FFF2-40B4-BE49-F238E27FC236}">
                <a16:creationId xmlns:a16="http://schemas.microsoft.com/office/drawing/2014/main" id="{E5623CE4-537E-6C67-02BA-36D427FC0954}"/>
              </a:ext>
            </a:extLst>
          </p:cNvPr>
          <p:cNvGrpSpPr>
            <a:grpSpLocks noChangeAspect="1"/>
          </p:cNvGrpSpPr>
          <p:nvPr/>
        </p:nvGrpSpPr>
        <p:grpSpPr>
          <a:xfrm>
            <a:off x="4555459" y="1945406"/>
            <a:ext cx="280226" cy="161260"/>
            <a:chOff x="8421867" y="1904979"/>
            <a:chExt cx="347879" cy="255573"/>
          </a:xfrm>
        </p:grpSpPr>
        <p:sp>
          <p:nvSpPr>
            <p:cNvPr id="250" name="Rectangle 60">
              <a:extLst>
                <a:ext uri="{FF2B5EF4-FFF2-40B4-BE49-F238E27FC236}">
                  <a16:creationId xmlns:a16="http://schemas.microsoft.com/office/drawing/2014/main" id="{71BB5009-37FB-7240-B5C9-552B8E20F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3" name="Group 719">
              <a:extLst>
                <a:ext uri="{FF2B5EF4-FFF2-40B4-BE49-F238E27FC236}">
                  <a16:creationId xmlns:a16="http://schemas.microsoft.com/office/drawing/2014/main" id="{D8AE3F53-E417-9601-23AF-856B64BFEC0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BC08E44F-F95C-70C2-F7D7-7B08768E79C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0CE9AD7D-FFB8-2A42-26BE-FE4F0B2979E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7D004A5E-36C9-A599-66D9-7C5BF74507E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01CF5697-ED06-74C8-9F8A-D39B9EC93CF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54" name="Trapezoid 136">
              <a:extLst>
                <a:ext uri="{FF2B5EF4-FFF2-40B4-BE49-F238E27FC236}">
                  <a16:creationId xmlns:a16="http://schemas.microsoft.com/office/drawing/2014/main" id="{0303AF06-4E05-C0E0-CA78-3373C825662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Group 254">
            <a:extLst>
              <a:ext uri="{FF2B5EF4-FFF2-40B4-BE49-F238E27FC236}">
                <a16:creationId xmlns:a16="http://schemas.microsoft.com/office/drawing/2014/main" id="{0A374474-A742-65ED-3FEC-3AF7C2596503}"/>
              </a:ext>
            </a:extLst>
          </p:cNvPr>
          <p:cNvGrpSpPr>
            <a:grpSpLocks noChangeAspect="1"/>
          </p:cNvGrpSpPr>
          <p:nvPr/>
        </p:nvGrpSpPr>
        <p:grpSpPr>
          <a:xfrm>
            <a:off x="5488851" y="1945406"/>
            <a:ext cx="280226" cy="161260"/>
            <a:chOff x="8421867" y="1904979"/>
            <a:chExt cx="347879" cy="255573"/>
          </a:xfrm>
        </p:grpSpPr>
        <p:sp>
          <p:nvSpPr>
            <p:cNvPr id="262" name="Rectangle 60">
              <a:extLst>
                <a:ext uri="{FF2B5EF4-FFF2-40B4-BE49-F238E27FC236}">
                  <a16:creationId xmlns:a16="http://schemas.microsoft.com/office/drawing/2014/main" id="{84058CA4-87C9-5BA3-2EE1-10BCCA7CD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63" name="Group 719">
              <a:extLst>
                <a:ext uri="{FF2B5EF4-FFF2-40B4-BE49-F238E27FC236}">
                  <a16:creationId xmlns:a16="http://schemas.microsoft.com/office/drawing/2014/main" id="{0F241205-5E28-5316-E8EC-3F6558978D3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D7E62670-2CEF-413B-A68D-2C90ABB70D3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D4BE71AF-1A1B-D7FE-2A8D-B3015EA5A04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71352691-41ED-D454-21A1-33297FE7ED4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A236098F-5B67-283D-F8BD-D1F6A199536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4" name="Trapezoid 136">
              <a:extLst>
                <a:ext uri="{FF2B5EF4-FFF2-40B4-BE49-F238E27FC236}">
                  <a16:creationId xmlns:a16="http://schemas.microsoft.com/office/drawing/2014/main" id="{1919F500-3EFD-9802-556B-812890D9024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7BE94578-C906-B531-A087-1102031C2E99}"/>
              </a:ext>
            </a:extLst>
          </p:cNvPr>
          <p:cNvGrpSpPr/>
          <p:nvPr/>
        </p:nvGrpSpPr>
        <p:grpSpPr>
          <a:xfrm>
            <a:off x="4695572" y="1682190"/>
            <a:ext cx="933392" cy="263216"/>
            <a:chOff x="3560105" y="4920983"/>
            <a:chExt cx="918646" cy="259057"/>
          </a:xfrm>
        </p:grpSpPr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F2C92769-B8A6-55BF-438B-EE7A96885345}"/>
                </a:ext>
              </a:extLst>
            </p:cNvPr>
            <p:cNvCxnSpPr>
              <a:cxnSpLocks/>
              <a:stCxn id="377" idx="0"/>
              <a:endCxn id="262" idx="0"/>
            </p:cNvCxnSpPr>
            <p:nvPr/>
          </p:nvCxnSpPr>
          <p:spPr>
            <a:xfrm>
              <a:off x="4288158" y="4974136"/>
              <a:ext cx="190593" cy="20590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D449DD29-6A8F-E939-3BD5-0723F2776A86}"/>
                </a:ext>
              </a:extLst>
            </p:cNvPr>
            <p:cNvCxnSpPr>
              <a:cxnSpLocks/>
              <a:stCxn id="379" idx="1"/>
              <a:endCxn id="250" idx="0"/>
            </p:cNvCxnSpPr>
            <p:nvPr/>
          </p:nvCxnSpPr>
          <p:spPr>
            <a:xfrm flipH="1">
              <a:off x="3560105" y="4994613"/>
              <a:ext cx="175856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F2EA68B3-05D8-CFC9-8293-55C829CC783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76" name="Rectangle 25">
                <a:extLst>
                  <a:ext uri="{FF2B5EF4-FFF2-40B4-BE49-F238E27FC236}">
                    <a16:creationId xmlns:a16="http://schemas.microsoft.com/office/drawing/2014/main" id="{7079041E-5596-FD91-4A4E-4BFCCD194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77" name="Rectangle 29">
                <a:extLst>
                  <a:ext uri="{FF2B5EF4-FFF2-40B4-BE49-F238E27FC236}">
                    <a16:creationId xmlns:a16="http://schemas.microsoft.com/office/drawing/2014/main" id="{318309D1-4139-DD27-E29C-4643B91AC4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79" name="Rectangle 29">
                <a:extLst>
                  <a:ext uri="{FF2B5EF4-FFF2-40B4-BE49-F238E27FC236}">
                    <a16:creationId xmlns:a16="http://schemas.microsoft.com/office/drawing/2014/main" id="{AF2A0802-C769-165E-2F95-8E3E3755D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381" name="Group 254">
            <a:extLst>
              <a:ext uri="{FF2B5EF4-FFF2-40B4-BE49-F238E27FC236}">
                <a16:creationId xmlns:a16="http://schemas.microsoft.com/office/drawing/2014/main" id="{BC0B9021-FDE7-2ECC-17DB-5C429DE1552D}"/>
              </a:ext>
            </a:extLst>
          </p:cNvPr>
          <p:cNvGrpSpPr>
            <a:grpSpLocks noChangeAspect="1"/>
          </p:cNvGrpSpPr>
          <p:nvPr/>
        </p:nvGrpSpPr>
        <p:grpSpPr>
          <a:xfrm>
            <a:off x="6430129" y="1945406"/>
            <a:ext cx="280226" cy="161260"/>
            <a:chOff x="8421867" y="1904979"/>
            <a:chExt cx="347879" cy="255573"/>
          </a:xfrm>
        </p:grpSpPr>
        <p:sp>
          <p:nvSpPr>
            <p:cNvPr id="382" name="Rectangle 60">
              <a:extLst>
                <a:ext uri="{FF2B5EF4-FFF2-40B4-BE49-F238E27FC236}">
                  <a16:creationId xmlns:a16="http://schemas.microsoft.com/office/drawing/2014/main" id="{F5A70013-989A-58AE-5848-E47DD8FA8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3" name="Group 719">
              <a:extLst>
                <a:ext uri="{FF2B5EF4-FFF2-40B4-BE49-F238E27FC236}">
                  <a16:creationId xmlns:a16="http://schemas.microsoft.com/office/drawing/2014/main" id="{6B2274EE-A991-EA69-E4C3-4BBCB2BE396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7D345872-A80A-4064-7BF9-2CD2C18395C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8F3DCF69-E048-15EA-2637-0BFD12486D7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833AC1A2-C37B-9C91-3A72-005DC2A1005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E98A77C9-FC6E-96EE-BA6E-B9F4CB38317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4" name="Trapezoid 136">
              <a:extLst>
                <a:ext uri="{FF2B5EF4-FFF2-40B4-BE49-F238E27FC236}">
                  <a16:creationId xmlns:a16="http://schemas.microsoft.com/office/drawing/2014/main" id="{8ACBF05F-7566-EE69-B6BF-080B71DD75E2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717FE1A9-614A-094D-2B3A-B5973B244402}"/>
              </a:ext>
            </a:extLst>
          </p:cNvPr>
          <p:cNvGrpSpPr>
            <a:grpSpLocks noChangeAspect="1"/>
          </p:cNvGrpSpPr>
          <p:nvPr/>
        </p:nvGrpSpPr>
        <p:grpSpPr>
          <a:xfrm>
            <a:off x="7363522" y="1945406"/>
            <a:ext cx="280226" cy="161260"/>
            <a:chOff x="8421867" y="1904979"/>
            <a:chExt cx="347879" cy="255573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B562235E-F951-6D78-4B66-BD017ED36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24316BEC-CFDF-8B74-EF31-C0F1BCF039C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63EE4B83-58A9-6BFB-C3B9-4ABB591CFE2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3AF0CD9D-7806-5227-E725-2F8F44B1702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B364E483-5241-E485-05FE-674B3014270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FE5A0B26-177E-064E-99F4-D76C7F0CA1D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136">
              <a:extLst>
                <a:ext uri="{FF2B5EF4-FFF2-40B4-BE49-F238E27FC236}">
                  <a16:creationId xmlns:a16="http://schemas.microsoft.com/office/drawing/2014/main" id="{77183574-6EAB-0C6C-8CC1-D8AF911D56E2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958CA06C-0819-1517-971B-E99F666220FF}"/>
              </a:ext>
            </a:extLst>
          </p:cNvPr>
          <p:cNvGrpSpPr/>
          <p:nvPr/>
        </p:nvGrpSpPr>
        <p:grpSpPr>
          <a:xfrm>
            <a:off x="6570242" y="1682190"/>
            <a:ext cx="933393" cy="263216"/>
            <a:chOff x="3560104" y="4920983"/>
            <a:chExt cx="918647" cy="259057"/>
          </a:xfrm>
        </p:grpSpPr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91B8AE2E-9898-BE44-227B-806FC7908E5D}"/>
                </a:ext>
              </a:extLst>
            </p:cNvPr>
            <p:cNvCxnSpPr>
              <a:cxnSpLocks/>
              <a:stCxn id="409" idx="1"/>
              <a:endCxn id="395" idx="0"/>
            </p:cNvCxnSpPr>
            <p:nvPr/>
          </p:nvCxnSpPr>
          <p:spPr>
            <a:xfrm>
              <a:off x="4334752" y="4995396"/>
              <a:ext cx="143999" cy="18464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A653C966-E851-6D7B-1E2F-F4CBA9252638}"/>
                </a:ext>
              </a:extLst>
            </p:cNvPr>
            <p:cNvCxnSpPr>
              <a:cxnSpLocks/>
              <a:stCxn id="411" idx="1"/>
              <a:endCxn id="382" idx="0"/>
            </p:cNvCxnSpPr>
            <p:nvPr/>
          </p:nvCxnSpPr>
          <p:spPr>
            <a:xfrm flipH="1">
              <a:off x="3560104" y="4994613"/>
              <a:ext cx="175857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FE895881-46B2-7C0A-C576-2BD2E48B53C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409" name="Rectangle 25">
                <a:extLst>
                  <a:ext uri="{FF2B5EF4-FFF2-40B4-BE49-F238E27FC236}">
                    <a16:creationId xmlns:a16="http://schemas.microsoft.com/office/drawing/2014/main" id="{0078DC4A-E252-C084-9484-6E8BC04390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410" name="Rectangle 29">
                <a:extLst>
                  <a:ext uri="{FF2B5EF4-FFF2-40B4-BE49-F238E27FC236}">
                    <a16:creationId xmlns:a16="http://schemas.microsoft.com/office/drawing/2014/main" id="{04A070D0-B199-1753-39FB-895861CB9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1" name="Rectangle 29">
                <a:extLst>
                  <a:ext uri="{FF2B5EF4-FFF2-40B4-BE49-F238E27FC236}">
                    <a16:creationId xmlns:a16="http://schemas.microsoft.com/office/drawing/2014/main" id="{D0835289-3D91-9CF9-E617-9EAC74B898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6FDCCCD6-164C-4188-F8FF-7D3526F3BC9F}"/>
              </a:ext>
            </a:extLst>
          </p:cNvPr>
          <p:cNvCxnSpPr>
            <a:stCxn id="1525" idx="2"/>
            <a:endCxn id="250" idx="1"/>
          </p:cNvCxnSpPr>
          <p:nvPr/>
        </p:nvCxnSpPr>
        <p:spPr>
          <a:xfrm rot="10800000" flipV="1">
            <a:off x="4555459" y="1399318"/>
            <a:ext cx="639520" cy="626717"/>
          </a:xfrm>
          <a:prstGeom prst="bentConnector3">
            <a:avLst>
              <a:gd name="adj1" fmla="val 135746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30063ACC-FB46-6D24-7E8D-D9AF895C8379}"/>
              </a:ext>
            </a:extLst>
          </p:cNvPr>
          <p:cNvCxnSpPr>
            <a:cxnSpLocks/>
            <a:stCxn id="1524" idx="3"/>
            <a:endCxn id="395" idx="3"/>
          </p:cNvCxnSpPr>
          <p:nvPr/>
        </p:nvCxnSpPr>
        <p:spPr>
          <a:xfrm>
            <a:off x="7093585" y="1398433"/>
            <a:ext cx="550163" cy="627603"/>
          </a:xfrm>
          <a:prstGeom prst="bentConnector3">
            <a:avLst>
              <a:gd name="adj1" fmla="val 141551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25D0671D-A76D-9C15-A5E2-708B57785286}"/>
              </a:ext>
            </a:extLst>
          </p:cNvPr>
          <p:cNvCxnSpPr>
            <a:stCxn id="376" idx="2"/>
            <a:endCxn id="205" idx="0"/>
          </p:cNvCxnSpPr>
          <p:nvPr/>
        </p:nvCxnSpPr>
        <p:spPr>
          <a:xfrm>
            <a:off x="51619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647CB323-7E4B-E1AD-BC5A-2F8F25B4BD8F}"/>
              </a:ext>
            </a:extLst>
          </p:cNvPr>
          <p:cNvCxnSpPr>
            <a:stCxn id="205" idx="2"/>
            <a:endCxn id="210" idx="0"/>
          </p:cNvCxnSpPr>
          <p:nvPr/>
        </p:nvCxnSpPr>
        <p:spPr>
          <a:xfrm>
            <a:off x="51936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17CDED02-D78F-CEED-1900-23F1FEF8DAF8}"/>
              </a:ext>
            </a:extLst>
          </p:cNvPr>
          <p:cNvSpPr txBox="1"/>
          <p:nvPr/>
        </p:nvSpPr>
        <p:spPr>
          <a:xfrm>
            <a:off x="4056656" y="2620690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aggregation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1420E880-CDFD-2977-919F-9063CFD354F9}"/>
              </a:ext>
            </a:extLst>
          </p:cNvPr>
          <p:cNvSpPr txBox="1"/>
          <p:nvPr/>
        </p:nvSpPr>
        <p:spPr>
          <a:xfrm>
            <a:off x="5556364" y="2105977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Partition parallel</a:t>
            </a:r>
          </a:p>
          <a:p>
            <a:r>
              <a:rPr lang="en-GB" sz="800" dirty="0"/>
              <a:t>(decomposition)</a:t>
            </a: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E282B382-9C65-D297-0D39-8BA5C2A67C1E}"/>
              </a:ext>
            </a:extLst>
          </p:cNvPr>
          <p:cNvCxnSpPr/>
          <p:nvPr/>
        </p:nvCxnSpPr>
        <p:spPr>
          <a:xfrm>
            <a:off x="70415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7578ACD4-DA05-9B8B-DCDD-E9E748B07C46}"/>
              </a:ext>
            </a:extLst>
          </p:cNvPr>
          <p:cNvCxnSpPr/>
          <p:nvPr/>
        </p:nvCxnSpPr>
        <p:spPr>
          <a:xfrm>
            <a:off x="70732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9" name="Straight Connector 1568">
            <a:extLst>
              <a:ext uri="{FF2B5EF4-FFF2-40B4-BE49-F238E27FC236}">
                <a16:creationId xmlns:a16="http://schemas.microsoft.com/office/drawing/2014/main" id="{72F7DF93-FF6C-55AB-649E-DF04CA2F94C9}"/>
              </a:ext>
            </a:extLst>
          </p:cNvPr>
          <p:cNvCxnSpPr>
            <a:cxnSpLocks/>
          </p:cNvCxnSpPr>
          <p:nvPr/>
        </p:nvCxnSpPr>
        <p:spPr>
          <a:xfrm flipH="1">
            <a:off x="6412505" y="584200"/>
            <a:ext cx="22492" cy="2576576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>
            <a:extLst>
              <a:ext uri="{FF2B5EF4-FFF2-40B4-BE49-F238E27FC236}">
                <a16:creationId xmlns:a16="http://schemas.microsoft.com/office/drawing/2014/main" id="{5DCB6834-9EB3-69CA-1CA5-D7B86C56E273}"/>
              </a:ext>
            </a:extLst>
          </p:cNvPr>
          <p:cNvSpPr txBox="1"/>
          <p:nvPr/>
        </p:nvSpPr>
        <p:spPr>
          <a:xfrm>
            <a:off x="3944312" y="2194526"/>
            <a:ext cx="5277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SNPP</a:t>
            </a: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E1B856B2-312A-7AC9-EAE2-BB49D2CCD342}"/>
              </a:ext>
            </a:extLst>
          </p:cNvPr>
          <p:cNvSpPr txBox="1"/>
          <p:nvPr/>
        </p:nvSpPr>
        <p:spPr>
          <a:xfrm>
            <a:off x="3999330" y="812858"/>
            <a:ext cx="4331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SNP</a:t>
            </a: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C587AAA6-753A-C24B-C866-4D84C3BBBAED}"/>
              </a:ext>
            </a:extLst>
          </p:cNvPr>
          <p:cNvSpPr txBox="1"/>
          <p:nvPr/>
        </p:nvSpPr>
        <p:spPr>
          <a:xfrm>
            <a:off x="5759067" y="0"/>
            <a:ext cx="4203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Call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74E5EBE7-6267-6FDD-6CDE-9C816119D280}"/>
              </a:ext>
            </a:extLst>
          </p:cNvPr>
          <p:cNvSpPr txBox="1"/>
          <p:nvPr/>
        </p:nvSpPr>
        <p:spPr>
          <a:xfrm>
            <a:off x="6666576" y="539969"/>
            <a:ext cx="8627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Connection</a:t>
            </a: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FC6BBD79-1374-74B9-BB4C-FAC8E7A09D8B}"/>
              </a:ext>
            </a:extLst>
          </p:cNvPr>
          <p:cNvSpPr txBox="1"/>
          <p:nvPr/>
        </p:nvSpPr>
        <p:spPr>
          <a:xfrm>
            <a:off x="4505269" y="539969"/>
            <a:ext cx="8627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Connection</a:t>
            </a: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8475C3CA-EE61-78B6-A30B-5F55C60A4754}"/>
              </a:ext>
            </a:extLst>
          </p:cNvPr>
          <p:cNvSpPr txBox="1"/>
          <p:nvPr/>
        </p:nvSpPr>
        <p:spPr>
          <a:xfrm>
            <a:off x="4356577" y="1429999"/>
            <a:ext cx="7489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 err="1">
                <a:solidFill>
                  <a:srgbClr val="FF0000"/>
                </a:solidFill>
              </a:rPr>
              <a:t>SNPPLink</a:t>
            </a:r>
            <a:endParaRPr lang="en-GB" sz="1050" dirty="0">
              <a:solidFill>
                <a:srgbClr val="FF0000"/>
              </a:solidFill>
            </a:endParaRPr>
          </a:p>
        </p:txBody>
      </p:sp>
      <p:cxnSp>
        <p:nvCxnSpPr>
          <p:cNvPr id="439" name="Straight Arrow Connector 438">
            <a:extLst>
              <a:ext uri="{FF2B5EF4-FFF2-40B4-BE49-F238E27FC236}">
                <a16:creationId xmlns:a16="http://schemas.microsoft.com/office/drawing/2014/main" id="{1E211C8D-2247-DB15-6B17-29A97DBD311E}"/>
              </a:ext>
            </a:extLst>
          </p:cNvPr>
          <p:cNvCxnSpPr>
            <a:cxnSpLocks/>
            <a:endCxn id="444" idx="0"/>
          </p:cNvCxnSpPr>
          <p:nvPr/>
        </p:nvCxnSpPr>
        <p:spPr>
          <a:xfrm>
            <a:off x="2841486" y="2389506"/>
            <a:ext cx="262699" cy="1566628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444" name="Oval 443">
            <a:extLst>
              <a:ext uri="{FF2B5EF4-FFF2-40B4-BE49-F238E27FC236}">
                <a16:creationId xmlns:a16="http://schemas.microsoft.com/office/drawing/2014/main" id="{CDD3A7E2-CBDD-B83B-2226-2ED4F72C3A68}"/>
              </a:ext>
            </a:extLst>
          </p:cNvPr>
          <p:cNvSpPr/>
          <p:nvPr/>
        </p:nvSpPr>
        <p:spPr>
          <a:xfrm>
            <a:off x="2924798" y="3956134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13B84384-8B0D-3C52-524E-E0F50F1D27D3}"/>
              </a:ext>
            </a:extLst>
          </p:cNvPr>
          <p:cNvSpPr txBox="1"/>
          <p:nvPr/>
        </p:nvSpPr>
        <p:spPr>
          <a:xfrm>
            <a:off x="2647791" y="4036428"/>
            <a:ext cx="3834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50">
                <a:solidFill>
                  <a:srgbClr val="FF0000"/>
                </a:solidFill>
              </a:defRPr>
            </a:lvl1pPr>
          </a:lstStyle>
          <a:p>
            <a:r>
              <a:rPr lang="en-GB" dirty="0"/>
              <a:t>BRI</a:t>
            </a:r>
          </a:p>
        </p:txBody>
      </p:sp>
      <p:cxnSp>
        <p:nvCxnSpPr>
          <p:cNvPr id="447" name="Straight Arrow Connector 446">
            <a:extLst>
              <a:ext uri="{FF2B5EF4-FFF2-40B4-BE49-F238E27FC236}">
                <a16:creationId xmlns:a16="http://schemas.microsoft.com/office/drawing/2014/main" id="{A3CFDEA7-8900-5064-B578-5015FFB213BC}"/>
              </a:ext>
            </a:extLst>
          </p:cNvPr>
          <p:cNvCxnSpPr>
            <a:cxnSpLocks/>
            <a:stCxn id="444" idx="4"/>
          </p:cNvCxnSpPr>
          <p:nvPr/>
        </p:nvCxnSpPr>
        <p:spPr>
          <a:xfrm>
            <a:off x="3104185" y="4088204"/>
            <a:ext cx="383449" cy="1724509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9D5F32DC-9B69-A83F-78DA-3128102BF67F}"/>
              </a:ext>
            </a:extLst>
          </p:cNvPr>
          <p:cNvCxnSpPr>
            <a:cxnSpLocks/>
            <a:endCxn id="451" idx="0"/>
          </p:cNvCxnSpPr>
          <p:nvPr/>
        </p:nvCxnSpPr>
        <p:spPr>
          <a:xfrm flipH="1">
            <a:off x="9204779" y="2410221"/>
            <a:ext cx="305087" cy="154591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451" name="Oval 450">
            <a:extLst>
              <a:ext uri="{FF2B5EF4-FFF2-40B4-BE49-F238E27FC236}">
                <a16:creationId xmlns:a16="http://schemas.microsoft.com/office/drawing/2014/main" id="{A188B332-4FF2-253D-AB35-21B80510FD87}"/>
              </a:ext>
            </a:extLst>
          </p:cNvPr>
          <p:cNvSpPr/>
          <p:nvPr/>
        </p:nvSpPr>
        <p:spPr>
          <a:xfrm>
            <a:off x="9025392" y="3956134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453" name="Straight Arrow Connector 452">
            <a:extLst>
              <a:ext uri="{FF2B5EF4-FFF2-40B4-BE49-F238E27FC236}">
                <a16:creationId xmlns:a16="http://schemas.microsoft.com/office/drawing/2014/main" id="{A4DB08CE-E291-AC2B-5B91-5ACA2CB6EF99}"/>
              </a:ext>
            </a:extLst>
          </p:cNvPr>
          <p:cNvCxnSpPr>
            <a:cxnSpLocks/>
            <a:stCxn id="451" idx="4"/>
          </p:cNvCxnSpPr>
          <p:nvPr/>
        </p:nvCxnSpPr>
        <p:spPr>
          <a:xfrm flipH="1">
            <a:off x="8768333" y="4088204"/>
            <a:ext cx="436446" cy="1790543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6" name="TextBox 455">
            <a:extLst>
              <a:ext uri="{FF2B5EF4-FFF2-40B4-BE49-F238E27FC236}">
                <a16:creationId xmlns:a16="http://schemas.microsoft.com/office/drawing/2014/main" id="{E5338C19-F918-2FC5-4C9C-A2CF475B99B3}"/>
              </a:ext>
            </a:extLst>
          </p:cNvPr>
          <p:cNvSpPr txBox="1"/>
          <p:nvPr/>
        </p:nvSpPr>
        <p:spPr>
          <a:xfrm>
            <a:off x="9223248" y="504009"/>
            <a:ext cx="2673096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Links not reported, SNPP and </a:t>
            </a:r>
            <a:r>
              <a:rPr lang="en-GB" sz="1200" dirty="0" err="1"/>
              <a:t>SNPPLink</a:t>
            </a:r>
            <a:r>
              <a:rPr lang="en-GB" sz="1200" dirty="0"/>
              <a:t> reference corresponding NEP and Link.</a:t>
            </a:r>
          </a:p>
        </p:txBody>
      </p:sp>
    </p:spTree>
    <p:extLst>
      <p:ext uri="{BB962C8B-B14F-4D97-AF65-F5344CB8AC3E}">
        <p14:creationId xmlns:p14="http://schemas.microsoft.com/office/powerpoint/2010/main" val="367900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DD9E2-A1B8-7A9A-75CD-14BB10A5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72DE4-5A12-2E0F-61A0-B499C85B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92308B7-B443-DB08-B817-6601CDAF7B38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0E3ACF-D3C4-9C63-CD1F-DD2D14682E77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9BD9EB7E-F1DF-45D4-A92B-BFFB94B939FF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BFCAE3CB-3C78-71D0-E963-9933E3007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A403B028-3AAC-4068-C294-3706B530AB8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4EB1ED2-64F9-CC1C-6452-99B1B292313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17D99CB7-3379-0C24-5F6C-40439E84E72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7991E21-0EBA-D788-3A7B-DBCA8C1E65A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565EF6-CBEA-1FFB-FB57-89EC7A023CF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26A0289F-31A1-4391-65C1-FD18132ED69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6029761-815E-F956-11DE-3EDC4E1790BB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9C9FDAA-6877-F8F1-5C3B-31B3BDEDC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D143B43-6700-567F-11F4-EA94D8A39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67928AA3-B876-5EDA-D8E4-8472EC9DCDF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814B06A-5572-4DBF-F6C5-913C51E00529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C8F6624F-2E98-3DC1-CECC-33A12D757F26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38FD225B-FD4F-7549-5A10-E874FFD03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7DAE459A-57EB-88E2-FB4E-EDFBF5E059F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E8E5B779-DD72-CCE3-0797-CBBECAF5291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F3A12266-FCD6-1A49-D768-86392952066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C56C1077-E717-CFE4-63DF-69DC7856E2B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09D19FB3-06D1-9D74-C369-C9828EBBE06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CB0D13FB-1F3F-C218-6385-43260BBDC23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17D83234-AF6A-2B29-567B-A67E11697975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FC7EABD5-FA05-CC8B-9E8C-F57DBAD2AED2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9B94DD48-6F46-A816-B5DF-E7B521A3D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FE4CAB43-A799-CAD9-8929-A9CDA528F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369C9DE0-3172-1107-8A99-0D885890B9D1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0014427E-BA32-105C-1536-8772A6E59F1E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EF9C9704-36D0-D4FB-115E-3A9A55E23715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FA898CDA-501A-9B1E-23EC-733060CA1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3DB35191-22E9-E7AB-BC27-025118A8F4D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A061BD35-4377-78B1-A73E-996C83E6595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90D3A8B4-2054-5038-2863-7678C88B0C1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7C7C768E-6622-7F3B-4676-CE3BEA5BA16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E940AA21-CDD7-3C7D-B7F7-121B55DA4F1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46DA50A3-FE70-7935-D70B-78F804856E4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B66735AF-48AB-7DB1-257A-11DD3800F5FF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D580FDA2-1D0E-873E-456D-749F1AF15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C6D67996-5485-1DFE-3195-C4A4F472B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C981C7DD-BE7A-46B2-6B85-3475679A64D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14D26805-9900-642F-8A6F-DF0045DDBFA4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DF42D5B7-B4EA-E671-C948-369027C011CD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D02AB9F6-FF62-5164-417E-546337F08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9BB8B197-3284-81B3-3B1D-F329F35C772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5A04993F-EA9B-5209-D426-A2AC6508051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D1D6AFDC-C6F1-A40C-B897-A0D73CD9952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550CE0ED-D972-E8F7-A28F-85B93313490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0179AE40-5826-79C3-4238-CD0CD4F17CC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36360D6F-502E-161A-DCBB-C5AC6A61775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5F463B54-7E2A-42AE-BDE8-248FA23DC2FA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3D6001D0-3EA1-B0E6-077F-7A7823E76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50833F0A-8B3B-0B27-BF55-EB8EA53E2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C1477312-D612-C3BE-A568-1B4C5295AB0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5C07CD05-200E-DE5B-32DD-52416383A464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904E49FC-57EB-AE8A-14D2-407BDC8C6271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B12C243D-9DF1-334B-5FF4-84AD81AB9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01A6A149-AD40-76E4-DA27-6E116B5443C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86C4E70E-7BC8-A6A8-CAA7-9FBA74A0B9F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C4B7DC29-300E-AED1-7DFA-0FE3FD29E65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DDF8460B-85D1-07E4-23AD-7244587FE1B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B2232BF7-DABD-1FAF-D79B-FAD6D320925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3BA24F9D-AAA6-6139-3453-7652ADA357C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652FF448-8501-843D-AF7A-BD22988EA791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0B86643A-F273-1960-FDFE-9D54F9694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79CE9C7C-64B9-C0FF-748F-26FB43BDD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7656EB01-AD3D-182C-6663-E51E2DB64C4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B2B6B8B6-24B3-7B1B-062F-6547AFDDEEEC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F0DAA0D1-C24D-4A87-9626-965217D34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75C05F7B-55CC-6099-E5DA-9BCC29136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75932A64-EC58-9E19-90FA-0D0D8D236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36E84C03-6EB4-91A8-C5EB-4522433AF950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8114474E-4208-8231-E43E-A2DF9F0A3875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A63C07FD-4179-D83F-A568-9277AB1DF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C9889D55-C300-9F53-B6D5-9E925A33CCE8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77065B6B-495E-7B57-00CF-E58A8797D367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68E6FED0-C1AE-AF3C-1A8D-20377CBAE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1C22B622-F64E-8C30-92D4-6768B4907EC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52FEF33E-2953-851A-864A-12AE5CBE28A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FFBCCF49-5541-55B5-E987-02F384CA7BB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8DC19037-AFAD-D0A7-DF7E-1FE4B7E79B9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30C7DB02-F56B-AAD1-F088-5DACF992177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45504454-466B-A219-D64E-36D4D07E002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81AAC44C-C18F-DBE8-61D5-60D200ED75F7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EC19BAEC-FC23-2E41-38DF-F8ECB22E6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3CA716B1-5857-C297-DCC6-B9E9226EB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F5A49EDB-E7BF-1E66-A636-CDBC2413D2E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5DCB5B90-29D9-38AD-1CDC-28287100F561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53C74BBD-EAF0-2B16-07CF-F8419513D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5A8ABBB7-7C3B-5C24-FAB9-2B0BE055373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FD3B5B7B-C8CF-964A-CE10-91F4EE2D716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AB72AB59-AA8B-7441-7E09-1D615137F34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D520A6B7-4762-C713-B189-270D2B1A956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3088EF60-80B1-311F-579C-88F535C0DC6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4149E0DE-1C7A-16FD-AABA-9A00128A914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A58A1857-BCE5-98CA-B555-9906EEFFA7F8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E99147F6-B7EE-8E5E-9F7F-A45104D87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14AB2096-9A4D-EEF6-8BF0-B3B166549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2A7EDA01-C798-6F00-6536-D8D7BD0EBDAA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FBCBEF94-E091-1443-9A58-A7523CDB9DA4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2D29945E-366F-8D10-EA40-1AC74A235DA7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37D2863A-9205-3404-D239-BB37ED587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A1E33AD9-0CD2-9FD3-6E31-F37E7F58CB6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B88C1370-04AE-9A5D-E155-002F758ABE7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AE2C7873-6F3B-D143-E569-E9B2FD96C8F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B5BA0BA2-D11E-5C97-5AF7-27ACC578F77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25E6DD86-CD71-62C3-AFEC-2B86897915C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18DF3CDA-94B8-2636-A41A-6AC742E7338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D7120434-3439-0A28-DC6C-BD5602211D77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C00E55A0-519E-B7A5-C1DC-688491BFE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7FA637BE-B7E2-5321-B73B-17A4AF315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BD1ADD95-2C07-8586-496F-C65678C2E6D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B4C634C8-E707-BB4F-7B34-6A0443DD818D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24D13739-B9D5-FF6B-2D7C-C7FAB9C89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D98C0D8D-E8F6-6D1A-50BA-5C227DF82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D294B879-2714-0C29-60C7-FB49AF388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F38C92CA-9510-C142-4F8F-1EC7D1687431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D85DCB51-D9C5-7DCE-0D60-8F1DB89FBD53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7D4982D0-D9B6-9194-01DD-96CF6C972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941315FB-8A3A-DB32-4849-FEE1D20A0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F7351F2A-CF55-1A7F-E72B-F85C4958E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A48674CE-9575-D874-2565-3DB594A45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8B214C26-56EC-3D33-FECA-28094C4081A8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AD167021-91A7-1D79-2830-CAA80F47162A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4822A33D-5335-AC61-85E3-7C5B7A9D9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407103B4-6D0E-3787-FA7F-004B95827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654EC658-D0D7-0919-E9DB-0F4BE1393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7EEA41A1-2484-B213-451B-3E7C8B5ED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9E9D2749-6FBD-490E-64A8-8F970157B2B4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FC4188A2-591D-FF30-8DA3-326246188216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212F516C-896A-7786-7329-13F7B5565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BC648B86-AC53-DB27-E8D6-FE157381571F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FB98F372-63AA-1F45-4B31-A3C9477BE6D8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E50D6C5C-66AC-C861-0581-C187BB2CE8FC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A6B6E9BC-1F89-9E1C-4C81-2FD3C8AF51CF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CAAB315A-BF14-A136-C905-C52F18890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74718D9E-ED8E-27AF-04DD-3FCE398F8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F12B7BB9-130F-9843-3B4C-B91AB05AE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73EF5CDE-17AE-871B-ED7A-4B8E5DFB6124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2445C9FE-D9BB-7A1E-1CA8-3EC2B6F93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42AA3E26-E453-D544-DF0B-6F93CC69A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E1DE0675-F8CE-8D9B-ECCC-00505762FAC9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DF6348AA-D28B-A27C-1C4A-8AD44B60BD6A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D378244A-F789-56B4-B7B1-55D6EE9D7C5A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3A36E793-EC3C-71FE-C5A4-ECFE0E90C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ABBE95FE-A2FB-83A3-8F73-F348A2402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03433A87-2FE5-0E16-415E-D00483944DA0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6F66328D-5D2F-2DF2-E8FA-B23C3F79DAD8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96A1ACBA-284B-E1CB-C326-D1479EC50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5F7C5080-D098-7A9F-A478-E883C293EC5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75FF4927-81C4-C419-D7DD-2524AAB12D3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DD83610F-2CC2-2610-EC46-331456F93E0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FCE78E54-D4DF-8577-BA7C-55CF134DDB4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5B5A47AB-FAD2-F8DB-B7BD-CBC745941B9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95FC54A8-A193-0A97-C351-575CAF98064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C570A8EC-FC16-DBE6-0A09-686C7D1FD32E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8082DF7C-CB4F-279B-B764-EC5AFC43D2DB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117DE0DA-64C2-AE5B-E2F4-CB73278B47EE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C7C91D97-A5AE-427A-7161-685221A0E11E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9B219119-03EB-2665-A040-1A6BFD79E7D3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16E51B49-9D57-7D1D-B13F-9C685F76E01D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B53D68A8-D209-A172-761F-737F28B77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6E0F0C0D-6485-4CA8-486A-DE5546258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52BB514E-409E-1C2A-5A37-A28819AF7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E950677A-34A7-5104-0AB1-517D915AF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2E0B6C10-8CBD-F055-DC88-20C5A267A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9A1D279D-59F4-4EDE-27C3-D02D578AC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3FC99547-DE36-332F-0917-73F0FDE62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E5FDE3D6-E71D-7EF9-6428-750EB6A61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FBD340D2-C5A0-D79A-50D5-2CDAECEC0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BB4C398A-590E-B0AE-18D5-88E35ECF73EF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34973298-6471-A8AB-F1DA-247A5D7BD94B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84F7E7D1-6F07-4211-BC72-2AC0242A3372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4D4D7270-30C2-D717-3340-B5A632E427EB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21531E79-C815-B374-F8C6-7477F96C9649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65289966-D092-E834-8BB3-49D4BDC81DE1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9A490778-A78B-F560-DF9E-BA5344885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A97FF420-A9EF-A96B-2630-790606B72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2E958CDC-9A7A-4C30-BCDD-9C0377EA4BD9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78253D5F-8F63-4F30-680E-AFAE150C9F66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DF133091-CB2F-EC88-B9D7-F6C2F8B49399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075BEF87-AEFD-9076-D76B-7834C5835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96AC642E-7C05-0952-7AB4-E5114564788B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3E13328E-B0D7-1D1D-4BE7-9CA963464E95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84D63F03-F66E-1A10-65A7-155A09AEAF0C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FDA05920-C93D-52C5-2543-0C4A2ABF398C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D52873C2-870B-2FBA-90D0-C283116F7737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7771E9F7-1852-66A1-5342-0A34394C2BD2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0BAA79E9-EF47-5AB0-588D-DAF52B65D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271780F5-FBA8-2E2D-21D9-9AED9FF5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6A0D04C8-9221-E8EC-4F29-E7C66F4E022C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B3AE64F2-531C-2118-8193-DEFBB69888C0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D1437BF7-D094-17B1-CEFA-F5C547178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BAEDD186-F700-9E81-0803-61D14364F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609F9075-1F69-34D8-03EF-153F72FAE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97B6CE7C-E27D-1326-7F97-DE38A38DD591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975E1A99-9C25-A846-2408-5F75BA6E8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ABD97D87-1379-3AF4-1D13-E47008007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6E8581E4-D3AF-5C42-97D7-8B0DA53E34A9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DFA1EA68-2374-F1C5-B282-2EFFA78E8444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34778CFF-3F70-F813-2EB2-385F773951CD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6EE9177B-CDBC-BAC9-4CAC-A1E2F4C80253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E56B9EAE-B238-4972-603B-AFD16BE59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0A5C2BE9-5851-E3F2-58AA-8744F222586F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1C71EEEF-CB59-A745-6F7E-34500F188A09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960CEB11-52B3-EBBD-1F96-975C30EACA6B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A8C7ED78-C7E2-A089-8CAA-C3C2509D1046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391424D7-5526-B34A-3727-A3E5EF99E1DC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5C8543F2-8F53-5D7F-A017-7CE15BC2EE02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5261A466-EBF1-0C5D-F031-5D22737F3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D35EAD57-6E85-99B3-2B5A-9FFAC75F9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BCD4F095-A44E-FE79-8F40-D9085A70E15D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8B4D923E-7406-CD89-4BAF-33FA1A497694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05F848AA-8DF5-64DD-CCFC-FB5B08AB4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47B05B6B-0CDA-973A-C05B-BAFD906A836C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776306DA-504D-6761-792D-A78B6D7CC76C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12F2E00A-4ACB-50BE-9E2B-AAF28A85D15A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766A1BC5-3DE7-E178-82DA-25C73F9B6306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D7BCF400-F112-91A1-A5C8-8387F5049A9E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6B949BB6-BFF5-DC5C-DDF5-AE110BB0165D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267409E0-AC52-3548-93EC-C341EDDB9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7EF764DB-3D8C-E6C4-2BFB-9687EADB3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1D8501F3-B645-D1A9-390E-455E746DFE69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04916FF3-64A0-A579-AA85-3DF918889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FC27A017-0AFB-E732-4A99-5E36B2240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3C520FD2-D6B9-A050-3201-A6E8C43C0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4C322BA7-2C17-F95E-A103-16D1E8D53847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9B0045FA-1432-8CE3-810C-177342359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B85A3210-EFE7-2647-3EBB-EEB1ED641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DE5EE134-E1FE-A890-C937-34EBD97405A7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C83DC38D-3107-1CD8-0D13-DFC26AC08FB2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F432C6CF-69C1-B676-4C67-7476C0F84386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ED8B12F8-C744-15AD-9BB6-8EFF725C5B09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CD5E3D04-6AF6-03DB-49BA-39CB596D1418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EF1BD0B7-6988-AF8A-94F4-939ED7767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7F21742E-5523-4580-5D78-59E75238F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6B803321-2790-8822-D9B0-99EFE16E9D7A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87EFEBB2-4B1C-8588-9E26-68DC41B12DD5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2AE99D92-9D42-0532-CA5E-7CF75FCFB071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18A4CF82-7DFD-082D-87BB-D56918CA5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D7E1BE7D-A154-BF50-740B-949D1F2FAA9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FED3C5E4-8C2A-86F1-6B4C-0263E6ACEAF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409DCD63-DCB6-D02D-F35C-8811F4BCC37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5FDB8269-AEB7-CECF-1322-2A02C8B19A4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C31EDAE2-995C-FD63-8BCD-296B81B3728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B1176FFE-E9E3-D4AC-53AE-FD60B60258C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53E3CEB0-11B6-7197-379C-93AD2886A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C9124F48-43CB-B885-A1DF-872D57D3AE92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F2315C57-22E8-4189-C496-16E2DB29E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193C5E9A-9971-1A66-0544-6967AA1C2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259D896F-6EDE-16BB-4943-562B5CCC78E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9054591F-9198-3975-B246-2A934C344DC3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CDBB818D-B799-BDF1-64AF-36132A18C429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3AE35976-2DB8-ACA9-DDC2-78DF269180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1DD701F3-201E-88B5-D52A-5E5E3D61A8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4514823A-EB74-4503-C652-89E79FB1EEC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9A6AF777-8CA8-0E73-AA2D-2D75047EB3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AC6276C3-27ED-48FC-EC87-C72917DC3B2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EE3CD467-847E-F4AB-539A-44B0EFC5195C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35686013-84FA-7846-6729-90F3F5F80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47EB232F-E8BA-F754-88FD-E04939CA9D3A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A530DEBF-EAEB-5F6E-0E55-4089374C808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3DA5CCC6-0A35-66FE-C5CB-5A03B1852FF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B63DF323-5F2B-4F5E-F7AE-6CE9BEF009F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A6632E84-A069-E26F-21C5-74CA433AAAF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9AF85A2F-E780-EDF8-3CBB-32F8D3038B8E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8328F472-B0C7-95BC-8CF7-79167FEC4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3886E720-A915-1812-9C99-918BF2633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51192486-D003-325F-E20A-BFC7DEEC17CD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8B29E28B-38E7-9781-3A1B-568264C8C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99CBF001-FA9F-E5D0-8897-A1BE00622EE0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1394433D-B351-E7C6-9A35-795E2AD5155A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843925CC-E366-A772-DBF6-D748FA5E2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8A8309D3-BB6E-AD24-6A2D-603DA53A0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75AD07A5-412B-EA92-BA5B-C22A869243F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8833763C-3954-AF5F-8A45-280330F68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751CECF1-4227-5F01-7E15-1E459F62C5E0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22CFCAFF-C673-732E-E013-76ABC742B815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6F01DF34-CB08-FFDD-82A9-E4C06CE60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567BE4D9-CD32-9E9C-4852-E5528F6AF0DF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06065139-7AD4-495E-CD0B-7EC6B66A69B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6D25321C-F0FC-E6BE-197B-AA7BDF74F8D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0C2865F5-09A7-CF56-AB85-22DF66C5F52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2D29866E-A7C2-2C85-B4F2-073749E21A8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D6B1CEF0-3E31-ECBA-9C29-E7D8F17434B5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AD9337E7-089B-CF70-6788-1ECCC4CB0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08272A85-88C1-18AE-F460-76F428CBA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E8CE738F-C534-4820-4691-71CC31124744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91D6A97A-1205-50E5-50EB-8DDC45DACE5D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098BDEBB-3D99-8112-4F87-378B29968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8D76CF38-5C93-F704-23F9-44A76C98BCE6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B20B15C7-AC0C-7C26-11A5-D5B9C5ED981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0557D238-DEEA-AEE2-A279-DCE21131D07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62C58339-CB00-35D9-F3B6-5051C5209EF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6B0BAB56-28DB-5824-AE40-F5D4DDD3826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F5CA69F4-ED3E-F3D9-AB4B-646FDB24C1EA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DB6A28D8-8175-D6F1-FD88-25A857080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3BD43D2E-6998-888D-D627-533735440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2B05F62D-4314-4276-1EA5-5A2D4F74B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435DB299-77AC-B770-AE11-091ED63CD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89095AFF-CB44-50CB-2A17-93D5AC6AE882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B3E6FED2-0A38-8823-B1F1-12E76BB30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1EC99630-BDB6-3D03-CED0-A8808B000B04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8E11D400-3F4E-FE82-4D36-8289C753CDB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1280E104-1D1E-DE01-02A8-710AB068A0F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432274E2-691E-7193-5B33-D86218C1B89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77359FC9-4E42-4559-B9B6-7C9B6F8368D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EE8F3E61-D4AF-DB48-63D4-56A0C3CE4025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B45F9F66-B1BC-3508-CBF4-CB9F2984F352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893BD9E3-1AF5-3CC2-0BE2-BBEA9F30D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63469FEE-73EE-61D7-A51D-5A69C480983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0BE33CBE-5BB0-F960-3CDE-6625A8FABB0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7EE6B7BD-1FCF-7432-892F-D7A409FC49E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9B76A983-26EF-E6AE-1050-596B5325DAB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EE243F2F-D59C-B177-9729-A730275789D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8959311A-2C74-35CD-E01D-8FEBD4F96C3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FBCCFC9A-BAB0-913E-4840-6096FB6B5737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5FBB683A-D337-01DE-0443-DFE34BD8B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AB34C6CE-1240-69D8-F270-609A0918A90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7E8E040A-4930-6AAF-B590-1B39FC21CA4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1C66BB30-A7D2-9C90-EA51-ABD290BF51B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F63F13F2-6F0E-79D3-BF5F-8531BD35B85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78BE7545-C56C-83D4-EA64-5BC048A8504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91894BD0-95C2-890A-3B1F-B838F427000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459A246C-25CE-D08A-30D8-3ECC1E0EC54D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B6C1227E-F2F0-8757-2747-9B27A0BF05AB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2CEB56B0-29CA-55EC-A8D5-759513D13E75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07C1343E-C82F-C304-14C5-71A95B882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8CF5D017-0137-3589-25B8-767B3F7EB53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705D8121-7495-1E47-772C-D2A8BA010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9C5368E1-C4B6-C986-C0AA-35EB346DB40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3AEBE33F-8C0F-6CFC-3E48-A0463C377EA8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F4636147-ED27-0F5D-36D2-3C6FDB625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8CA752F1-425B-C0EA-7D8B-BB48941A6500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C1D51BA9-B13E-31F9-A68B-FA040027043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26CED0B1-FEC6-9C64-7687-C57CCFEF6F0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D8F084FE-AD35-20F2-9E63-BFC66780700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FC80563A-2600-7082-894E-4EC97545457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C1214A4A-261C-05C6-7BDD-E5847277CFAC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832CFAA8-B21E-CCBD-8E74-5D68EBA76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658E2F0A-5CCD-A235-B6D8-0DC080C2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40427D36-896E-6D89-0E3E-9B77F0D78F47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91A02058-60D1-6861-9E5F-23521FE04C64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FA23B5B1-892D-B289-8168-09CF116F5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7A5D0842-471B-F31B-F9B6-73E7BC065798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0C51A4C7-8D17-FB36-13D6-5F50A75715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DF6F8E07-4AE1-B61D-9B13-356E2D442D5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4664D588-A12B-C00E-7B72-D2F0A1666B30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98870BBB-3494-D8B4-5419-F54609A7E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D4EF98CA-999A-FB32-BDA1-A8B50F919473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D23A13C2-8FA1-67D6-5891-4BE98D899A9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F504FFAA-B1A1-5A6E-C2F9-2582B60C06F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3F8E3354-D279-3AF5-61FB-3E111BF6F78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126C5A84-F57E-69B5-E794-3417CA2774E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6818ABF8-FC3A-8D8E-D6E7-BBF4292FCF9D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00D454A3-2D2F-98D0-710C-1F09C15370B4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20C07775-D52B-D230-D1CF-4574FA11F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8D99E408-A495-328E-5703-DC453CB53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53C30AA4-F89C-C560-4C43-7D68BF4BE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A12D37D9-B022-3421-B3E2-A81CA1B5D52D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883C0502-F57B-E136-6686-066423E2898A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1531BFF0-2A19-8179-C5DB-6BD6FBA35B21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13E0474F-53C1-CE47-9221-05D2159214C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F6449D3A-7029-845F-BC70-6F76C630C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EC71A5EB-C533-92DE-CD31-5B2A2A732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7EC80B5B-FCCD-145A-C0C2-E2CCA10710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FC26737B-0808-A209-C88E-ED96238A50F8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9D928FFE-1D38-5F22-BBD8-890AD6388178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4679774A-7D00-8CED-4D7A-5D17E159192A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629A116F-4752-54BA-E5B3-04C174200D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F20AA335-003A-61C0-118E-0E24F30CF6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96E9B6C1-B465-D537-8418-D18FECBB9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97275478-AD8B-7E01-3FAB-2A007C92C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8E5AC180-7AE8-6B0B-4A2E-5F2AF83FF2CA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339894A4-7F90-274A-A5A3-CCDF39589BBC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32FF54BD-C949-E71A-2B0A-AFE77E39CE38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BCBFAC0C-B6C9-D78B-5BAD-B9DD5ADC593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7103A2FC-AFF6-5104-DBFA-FE3A69081C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9E7B83A9-0B6D-5BBF-6EFE-70D40F04C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C71E616A-CA49-ABD5-D194-F62BDED0E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B6DEC8C8-0068-34E2-294E-E8816A02BCC8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B20A4A62-B148-AF69-089A-3ED2BE6C1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395B20CD-FA00-8655-977A-5CAD77E1B59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C781FC97-F645-EDBA-811A-93F185F5153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AA757E01-2F12-E90D-FF88-43DB18812F1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B8F210FF-DC33-E119-7E92-106C6A9B350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E2FBCEC0-D16D-4BFE-BE1B-3E89057A0AF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1F9ABAD4-8793-5F5F-E298-6500FC524BD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AD5F6EF6-524F-A5A4-95FA-687E36929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79F019C2-3B5C-A9E8-20D0-A9D4CDBEA9AE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E79F06F0-B467-1DB2-0E18-9F432C168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E7BC27DD-9491-1901-B2C5-8A92600802BF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89FB0784-1C55-4E02-70B7-F27A44E59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B2CD811A-5D0E-6E6D-0989-09F17C3AE304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C385FE92-394D-8BF0-FA06-9933772C9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66B7E966-01D0-B2DC-CC6B-B7C9C6DCF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B7D0542A-C9F6-35BB-793E-296C49BF0E4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1C49F0FA-3550-3130-F114-8AB0A94FC752}"/>
              </a:ext>
            </a:extLst>
          </p:cNvPr>
          <p:cNvCxnSpPr>
            <a:cxnSpLocks/>
            <a:stCxn id="1102" idx="3"/>
            <a:endCxn id="991" idx="0"/>
          </p:cNvCxnSpPr>
          <p:nvPr/>
        </p:nvCxnSpPr>
        <p:spPr>
          <a:xfrm flipH="1">
            <a:off x="3990712" y="3227932"/>
            <a:ext cx="1493606" cy="2717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8BF83ECD-C5E0-3202-7730-3952AED323A3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1A48F95F-6888-ED7C-C3FE-39B9CAB3E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0D33074F-547C-4D11-636F-468184CEA27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C2E99EDE-E801-0B79-3A9A-FC4265ECE9E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88EB3161-EE83-44F9-8A6B-5E5B0076B53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004AE073-404A-F1A5-5E2F-03160A19963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E4648264-8B35-F132-CE2C-BC9584B539A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33AD8423-61DD-331E-5212-C06098DCBBB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95B20555-21DF-C119-8CF6-5094737CEC71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592F9218-58F2-5890-53B8-DD5062705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0A906DE6-F195-BF01-3921-6194A0253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66164E1F-3812-ADFA-C51D-AD788D99D46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0120A73F-71F1-29F0-5F9B-C2F9030DE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8948929E-C66D-A87A-0E7C-886B29A5E8EF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8A1905AA-4310-538A-1CCD-21006B59C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197B640A-8982-A79C-FF68-1A152703E549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9A4977E2-4CDD-A7D0-9B34-655C842EB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07E140E0-17FA-883C-16B6-DED276F1E956}"/>
              </a:ext>
            </a:extLst>
          </p:cNvPr>
          <p:cNvCxnSpPr>
            <a:cxnSpLocks/>
            <a:stCxn id="1018" idx="0"/>
            <a:endCxn id="1104" idx="5"/>
          </p:cNvCxnSpPr>
          <p:nvPr/>
        </p:nvCxnSpPr>
        <p:spPr>
          <a:xfrm flipH="1" flipV="1">
            <a:off x="6756438" y="3227933"/>
            <a:ext cx="1535016" cy="2668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BCFFF652-6D95-6ED6-778D-90BBDD31541C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7A8260B8-6FDF-91D1-1200-2025D541E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F8142EEE-3EDB-D286-375B-381787363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CCB08420-3FE7-CADD-52D5-62346F06A171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DD376CEF-91C5-6AC5-404E-4F23E67F8EFA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39923542-378C-3E69-6A48-1683C94817F2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D3E654F2-0C7C-766C-6BF5-EC30ED175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D1617BA7-54B5-8884-AF5B-5E65E6898E2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BC62B121-92C4-1BFF-46BA-76E808A3F4D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89D71104-421C-AF7E-6849-836B9BD1829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2082D2D7-74BC-A9F2-5798-909A07F3368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74736B1D-B287-70A9-83BC-71639FB0D1B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A47AAC49-7E19-E269-EBC8-495FF869514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A3FAE4A6-9FC8-55D4-EBF1-8C2BF713F27F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1CDE1D63-6382-7BC1-48F7-E3033102A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17BF1EFF-9DBC-06B5-9C8C-28424652300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04142159-EC80-26E6-DC76-D7F727B785F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E780B9A1-5CFC-E975-10D7-9766169B681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1D4E058C-8E55-BDEE-4A4F-1EF4C7C43E6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F6733765-A50A-ECC1-D1F7-D2E7CCFB4C0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F0AC4CD5-8D77-A74E-AA7F-D020AC87E96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7697DE82-0DD6-C8A7-B886-99493ABDC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94E57703-9E7E-2496-D6E6-A24D52A817FB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1EAA4E64-FCD6-8DFD-A567-7CE7DF66E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E7C47097-B769-EA30-B56A-6B287A337971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CA646BC9-8893-498D-5FD6-4D9739A07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CDFF581C-174E-EC85-6D79-3F24A0ADF902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9399AE9C-08B3-1F73-23A5-488DD0F6A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DC3CBD7A-40FD-C0CC-991F-63BAA40A7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13F50855-48AC-59E9-CD06-E2063D61246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20" name="Rectangle 25">
            <a:extLst>
              <a:ext uri="{FF2B5EF4-FFF2-40B4-BE49-F238E27FC236}">
                <a16:creationId xmlns:a16="http://schemas.microsoft.com/office/drawing/2014/main" id="{F12954BA-C7DF-AB2A-D49A-B26B05FFD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12720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F8C370C3-9108-02A1-210D-A587CD4B7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472DD6FE-916D-0C0F-52F0-615162E1F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11252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E7A7C3DA-C54F-5375-2584-055DEFB71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DD2E5875-722B-7B68-789C-498D43022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35445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9272AE23-3B32-0611-CCDF-A66F75A61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EC3F9C9A-5737-EA14-38D7-001EA86AB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33977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58B1CC5C-9E3A-23F2-C03E-80334D09A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20B162D7-B2D6-AE32-6EDE-6035B03D1929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9B07DAC4-36DC-0696-4D84-AD50D8313360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1E1A3A41-462E-C227-7FD1-2FD8ABD776A3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72" name="TextBox 1571">
            <a:extLst>
              <a:ext uri="{FF2B5EF4-FFF2-40B4-BE49-F238E27FC236}">
                <a16:creationId xmlns:a16="http://schemas.microsoft.com/office/drawing/2014/main" id="{FBEB9213-A068-29B9-67DD-84303AB7E294}"/>
              </a:ext>
            </a:extLst>
          </p:cNvPr>
          <p:cNvSpPr txBox="1"/>
          <p:nvPr/>
        </p:nvSpPr>
        <p:spPr>
          <a:xfrm>
            <a:off x="10239757" y="135202"/>
            <a:ext cx="85953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5846"/>
            <a:r>
              <a:rPr lang="en-GB" sz="914" dirty="0">
                <a:solidFill>
                  <a:srgbClr val="000000"/>
                </a:solidFill>
                <a:latin typeface="Arial"/>
              </a:rPr>
              <a:t>View change</a:t>
            </a:r>
          </a:p>
        </p:txBody>
      </p: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EDC04073-CE0C-EB83-CA90-AB86E9E06471}"/>
              </a:ext>
            </a:extLst>
          </p:cNvPr>
          <p:cNvCxnSpPr>
            <a:cxnSpLocks/>
          </p:cNvCxnSpPr>
          <p:nvPr/>
        </p:nvCxnSpPr>
        <p:spPr>
          <a:xfrm flipH="1" flipV="1">
            <a:off x="9802951" y="239203"/>
            <a:ext cx="395205" cy="154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5B011433-A12A-E226-4C75-2BB292863931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35FB8D-1401-0CA5-E9E0-48287EB07350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1C52DF9-DF47-3E0F-ECB4-9B65C8C6BCC7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964EF2-B0A1-2B3C-E53D-FE5E67CB8557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F2469FD-93E5-04E5-BFA7-8A542E4FC6E8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04C2C1E-3F89-A5E9-7EB0-6E955B12E2D7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3" name="Rectangle 29">
            <a:extLst>
              <a:ext uri="{FF2B5EF4-FFF2-40B4-BE49-F238E27FC236}">
                <a16:creationId xmlns:a16="http://schemas.microsoft.com/office/drawing/2014/main" id="{22A0E628-A4D2-1A22-CE80-0CE671F7E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601B1A9D-8F4C-9B34-86BC-AF13CAE4C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1A094A4A-E8C8-C5A0-8078-972AEEBDE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E9BAFA79-F54D-B9E4-6F28-7101061DD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D644F189-45A2-5310-D253-B3A7E3FEE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FBC6B13-A843-77E7-0654-9B5397671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538064C9-C18D-E684-D1E1-11F0C7A2F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7F0643-1CF7-1451-5776-E027C3123F79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F0A96C7-26B7-46C0-249F-6FC09403BF5C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F9C1CE2C-4AB8-1F7D-D30C-680DDD2AC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835140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D64471FA-06C0-92C9-B359-066B421EB423}"/>
              </a:ext>
            </a:extLst>
          </p:cNvPr>
          <p:cNvCxnSpPr>
            <a:cxnSpLocks/>
          </p:cNvCxnSpPr>
          <p:nvPr/>
        </p:nvCxnSpPr>
        <p:spPr>
          <a:xfrm flipH="1" flipV="1">
            <a:off x="5868332" y="1391830"/>
            <a:ext cx="119774" cy="1836892"/>
          </a:xfrm>
          <a:prstGeom prst="line">
            <a:avLst/>
          </a:prstGeom>
          <a:ln w="28575">
            <a:solidFill>
              <a:srgbClr val="00B050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54874D58-D0FE-92CF-4E7E-E45C3C47649C}"/>
              </a:ext>
            </a:extLst>
          </p:cNvPr>
          <p:cNvCxnSpPr>
            <a:cxnSpLocks/>
            <a:stCxn id="1103" idx="0"/>
            <a:endCxn id="225" idx="2"/>
          </p:cNvCxnSpPr>
          <p:nvPr/>
        </p:nvCxnSpPr>
        <p:spPr>
          <a:xfrm flipH="1" flipV="1">
            <a:off x="6096001" y="923091"/>
            <a:ext cx="29248" cy="2224284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ACE38A71-705B-F3CA-AB3F-4D98DA708C0E}"/>
              </a:ext>
            </a:extLst>
          </p:cNvPr>
          <p:cNvCxnSpPr>
            <a:cxnSpLocks/>
            <a:stCxn id="210" idx="2"/>
            <a:endCxn id="339" idx="0"/>
          </p:cNvCxnSpPr>
          <p:nvPr/>
        </p:nvCxnSpPr>
        <p:spPr>
          <a:xfrm flipH="1">
            <a:off x="5202557" y="2773822"/>
            <a:ext cx="15524" cy="2036447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AD4F2EF9-FD06-F1F1-6D64-46E16FB51C98}"/>
              </a:ext>
            </a:extLst>
          </p:cNvPr>
          <p:cNvCxnSpPr>
            <a:cxnSpLocks/>
            <a:stCxn id="58" idx="2"/>
            <a:endCxn id="252" idx="0"/>
          </p:cNvCxnSpPr>
          <p:nvPr/>
        </p:nvCxnSpPr>
        <p:spPr>
          <a:xfrm flipH="1">
            <a:off x="4559601" y="3047078"/>
            <a:ext cx="192075" cy="189930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750E0C6F-BBAD-3FA1-54C0-5BCD0B78287E}"/>
              </a:ext>
            </a:extLst>
          </p:cNvPr>
          <p:cNvCxnSpPr>
            <a:cxnSpLocks/>
            <a:stCxn id="197" idx="2"/>
            <a:endCxn id="317" idx="0"/>
          </p:cNvCxnSpPr>
          <p:nvPr/>
        </p:nvCxnSpPr>
        <p:spPr>
          <a:xfrm>
            <a:off x="5685068" y="3047078"/>
            <a:ext cx="183925" cy="1895703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254">
            <a:extLst>
              <a:ext uri="{FF2B5EF4-FFF2-40B4-BE49-F238E27FC236}">
                <a16:creationId xmlns:a16="http://schemas.microsoft.com/office/drawing/2014/main" id="{2899591C-40E9-078F-15D8-C8198F6D9D19}"/>
              </a:ext>
            </a:extLst>
          </p:cNvPr>
          <p:cNvGrpSpPr>
            <a:grpSpLocks noChangeAspect="1"/>
          </p:cNvGrpSpPr>
          <p:nvPr/>
        </p:nvGrpSpPr>
        <p:grpSpPr>
          <a:xfrm>
            <a:off x="4611563" y="2885818"/>
            <a:ext cx="280226" cy="161260"/>
            <a:chOff x="8421867" y="1904979"/>
            <a:chExt cx="347879" cy="255573"/>
          </a:xfrm>
        </p:grpSpPr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B26BF010-F323-ABD8-94DE-5F521DAF2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9" name="Group 719">
              <a:extLst>
                <a:ext uri="{FF2B5EF4-FFF2-40B4-BE49-F238E27FC236}">
                  <a16:creationId xmlns:a16="http://schemas.microsoft.com/office/drawing/2014/main" id="{39DD3635-AB6E-344D-25B5-ADB197289F0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9D343B1D-FA39-6D67-A644-E7FD8C0381C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3AD71F27-5F74-E532-C157-243B288D3AC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332384EA-4EE2-223D-0E0C-42FF601ADE5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952CF3B6-2242-F9E0-B3ED-20E687D5A15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0" name="Trapezoid 136">
              <a:extLst>
                <a:ext uri="{FF2B5EF4-FFF2-40B4-BE49-F238E27FC236}">
                  <a16:creationId xmlns:a16="http://schemas.microsoft.com/office/drawing/2014/main" id="{8E0BC74E-FBA1-8C26-3052-2CB1FC12FA8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254">
            <a:extLst>
              <a:ext uri="{FF2B5EF4-FFF2-40B4-BE49-F238E27FC236}">
                <a16:creationId xmlns:a16="http://schemas.microsoft.com/office/drawing/2014/main" id="{97895DF8-73D4-1FE4-2888-29A899CC31C5}"/>
              </a:ext>
            </a:extLst>
          </p:cNvPr>
          <p:cNvGrpSpPr>
            <a:grpSpLocks noChangeAspect="1"/>
          </p:cNvGrpSpPr>
          <p:nvPr/>
        </p:nvGrpSpPr>
        <p:grpSpPr>
          <a:xfrm>
            <a:off x="5544955" y="2885818"/>
            <a:ext cx="280226" cy="161260"/>
            <a:chOff x="8421867" y="1904979"/>
            <a:chExt cx="347879" cy="255573"/>
          </a:xfrm>
        </p:grpSpPr>
        <p:sp>
          <p:nvSpPr>
            <p:cNvPr id="197" name="Rectangle 60">
              <a:extLst>
                <a:ext uri="{FF2B5EF4-FFF2-40B4-BE49-F238E27FC236}">
                  <a16:creationId xmlns:a16="http://schemas.microsoft.com/office/drawing/2014/main" id="{F181ADD2-05CA-9254-D3E2-1113B01FF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98" name="Group 719">
              <a:extLst>
                <a:ext uri="{FF2B5EF4-FFF2-40B4-BE49-F238E27FC236}">
                  <a16:creationId xmlns:a16="http://schemas.microsoft.com/office/drawing/2014/main" id="{88BC5F4F-65BA-888D-A404-ED6CB72972E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CC86C0D7-7613-24C6-04B5-DEA6D618CBB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4C21917F-DD51-0C3C-03AC-6CF981980AD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55890F42-CFB6-BACD-6D9A-C1F0E1921FA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FA2CE417-F694-6445-550B-8DC7E04E70E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99" name="Trapezoid 136">
              <a:extLst>
                <a:ext uri="{FF2B5EF4-FFF2-40B4-BE49-F238E27FC236}">
                  <a16:creationId xmlns:a16="http://schemas.microsoft.com/office/drawing/2014/main" id="{7B3C2067-3082-C607-469A-9B68C87EA23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D7DED95B-3A9F-4341-CF7A-EFF7C3F1F684}"/>
              </a:ext>
            </a:extLst>
          </p:cNvPr>
          <p:cNvGrpSpPr/>
          <p:nvPr/>
        </p:nvGrpSpPr>
        <p:grpSpPr>
          <a:xfrm>
            <a:off x="4751676" y="2622607"/>
            <a:ext cx="933392" cy="271678"/>
            <a:chOff x="3560105" y="4920983"/>
            <a:chExt cx="918646" cy="267385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36D1A1F0-8050-BADA-D416-4D2128469511}"/>
                </a:ext>
              </a:extLst>
            </p:cNvPr>
            <p:cNvCxnSpPr>
              <a:cxnSpLocks/>
              <a:stCxn id="211" idx="0"/>
              <a:endCxn id="197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3AAC261E-7780-3F96-BC5D-E3BF392721A2}"/>
                </a:ext>
              </a:extLst>
            </p:cNvPr>
            <p:cNvCxnSpPr>
              <a:cxnSpLocks/>
              <a:stCxn id="212" idx="1"/>
              <a:endCxn id="58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7FF9A31B-FEB4-5416-7BDA-8BE60F8EC30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10" name="Rectangle 25">
                <a:extLst>
                  <a:ext uri="{FF2B5EF4-FFF2-40B4-BE49-F238E27FC236}">
                    <a16:creationId xmlns:a16="http://schemas.microsoft.com/office/drawing/2014/main" id="{75CAB62D-A9AA-8A05-A393-EA5AF8871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1" name="Rectangle 29">
                <a:extLst>
                  <a:ext uri="{FF2B5EF4-FFF2-40B4-BE49-F238E27FC236}">
                    <a16:creationId xmlns:a16="http://schemas.microsoft.com/office/drawing/2014/main" id="{A8E30C34-5E3C-4E41-6499-E861D75F1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2" name="Rectangle 29">
                <a:extLst>
                  <a:ext uri="{FF2B5EF4-FFF2-40B4-BE49-F238E27FC236}">
                    <a16:creationId xmlns:a16="http://schemas.microsoft.com/office/drawing/2014/main" id="{008CF6C6-64BF-0002-8719-394CE46B81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19BDDC14-3050-69D9-6680-8939F71FAAA0}"/>
              </a:ext>
            </a:extLst>
          </p:cNvPr>
          <p:cNvCxnSpPr>
            <a:cxnSpLocks/>
            <a:stCxn id="322" idx="2"/>
            <a:endCxn id="500" idx="0"/>
          </p:cNvCxnSpPr>
          <p:nvPr/>
        </p:nvCxnSpPr>
        <p:spPr>
          <a:xfrm flipH="1">
            <a:off x="7077682" y="2773822"/>
            <a:ext cx="15070" cy="2046820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61B3A9B-CE60-33CA-C016-09AA2AA57136}"/>
              </a:ext>
            </a:extLst>
          </p:cNvPr>
          <p:cNvCxnSpPr>
            <a:cxnSpLocks/>
            <a:stCxn id="275" idx="2"/>
            <a:endCxn id="475" idx="0"/>
          </p:cNvCxnSpPr>
          <p:nvPr/>
        </p:nvCxnSpPr>
        <p:spPr>
          <a:xfrm flipH="1">
            <a:off x="6434997" y="3047078"/>
            <a:ext cx="191349" cy="1909675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0FF5F15-2FCE-0AAB-17BB-EE9402D5FEE6}"/>
              </a:ext>
            </a:extLst>
          </p:cNvPr>
          <p:cNvCxnSpPr>
            <a:cxnSpLocks/>
            <a:stCxn id="300" idx="2"/>
            <a:endCxn id="355" idx="0"/>
          </p:cNvCxnSpPr>
          <p:nvPr/>
        </p:nvCxnSpPr>
        <p:spPr>
          <a:xfrm>
            <a:off x="7559739" y="3047078"/>
            <a:ext cx="161825" cy="1896720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54">
            <a:extLst>
              <a:ext uri="{FF2B5EF4-FFF2-40B4-BE49-F238E27FC236}">
                <a16:creationId xmlns:a16="http://schemas.microsoft.com/office/drawing/2014/main" id="{D76A17CA-A799-F30A-F8D5-042318954E6C}"/>
              </a:ext>
            </a:extLst>
          </p:cNvPr>
          <p:cNvGrpSpPr>
            <a:grpSpLocks noChangeAspect="1"/>
          </p:cNvGrpSpPr>
          <p:nvPr/>
        </p:nvGrpSpPr>
        <p:grpSpPr>
          <a:xfrm>
            <a:off x="6486233" y="2885818"/>
            <a:ext cx="280226" cy="161260"/>
            <a:chOff x="8421867" y="1904979"/>
            <a:chExt cx="347879" cy="255573"/>
          </a:xfrm>
        </p:grpSpPr>
        <p:sp>
          <p:nvSpPr>
            <p:cNvPr id="275" name="Rectangle 60">
              <a:extLst>
                <a:ext uri="{FF2B5EF4-FFF2-40B4-BE49-F238E27FC236}">
                  <a16:creationId xmlns:a16="http://schemas.microsoft.com/office/drawing/2014/main" id="{D690C3C5-3DD4-3742-5F94-6499A1E15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77" name="Group 719">
              <a:extLst>
                <a:ext uri="{FF2B5EF4-FFF2-40B4-BE49-F238E27FC236}">
                  <a16:creationId xmlns:a16="http://schemas.microsoft.com/office/drawing/2014/main" id="{ED9503C3-A692-D895-D54F-0BBEB79039C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E4812548-1424-6CF9-6F4E-BF07DB30167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47048693-CCE5-3AF9-5A08-3DD8FFFACAF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6073A554-2E11-05CB-C1C8-EB3397AF39B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30A3BE83-EC9D-2171-A679-F3862423F19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83" name="Trapezoid 136">
              <a:extLst>
                <a:ext uri="{FF2B5EF4-FFF2-40B4-BE49-F238E27FC236}">
                  <a16:creationId xmlns:a16="http://schemas.microsoft.com/office/drawing/2014/main" id="{318F13E7-323E-A3B4-5679-2350A132324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roup 254">
            <a:extLst>
              <a:ext uri="{FF2B5EF4-FFF2-40B4-BE49-F238E27FC236}">
                <a16:creationId xmlns:a16="http://schemas.microsoft.com/office/drawing/2014/main" id="{3F0D076C-1015-8551-8DC7-ED0A85B1BF81}"/>
              </a:ext>
            </a:extLst>
          </p:cNvPr>
          <p:cNvGrpSpPr>
            <a:grpSpLocks noChangeAspect="1"/>
          </p:cNvGrpSpPr>
          <p:nvPr/>
        </p:nvGrpSpPr>
        <p:grpSpPr>
          <a:xfrm>
            <a:off x="7419626" y="2885818"/>
            <a:ext cx="280226" cy="161260"/>
            <a:chOff x="8421867" y="1904979"/>
            <a:chExt cx="347879" cy="255573"/>
          </a:xfrm>
        </p:grpSpPr>
        <p:sp>
          <p:nvSpPr>
            <p:cNvPr id="300" name="Rectangle 60">
              <a:extLst>
                <a:ext uri="{FF2B5EF4-FFF2-40B4-BE49-F238E27FC236}">
                  <a16:creationId xmlns:a16="http://schemas.microsoft.com/office/drawing/2014/main" id="{04A52060-3227-0976-475F-0DE7D791C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D252A7EE-BD87-64CA-E4FF-9E8871A2096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6FE33F87-BCDC-FDA0-D61D-341F90E4D51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937597A0-9889-D690-71F2-30013D674FF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E850634F-F8F7-1A06-FD1A-54128F1C3DA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3E256F6C-3320-9116-11C0-5E42072765A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136">
              <a:extLst>
                <a:ext uri="{FF2B5EF4-FFF2-40B4-BE49-F238E27FC236}">
                  <a16:creationId xmlns:a16="http://schemas.microsoft.com/office/drawing/2014/main" id="{D57285DE-08D3-2E12-E7BB-E9F43DA24FE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E4A77694-B71B-3534-E0E1-9AB5820E2FE8}"/>
              </a:ext>
            </a:extLst>
          </p:cNvPr>
          <p:cNvGrpSpPr/>
          <p:nvPr/>
        </p:nvGrpSpPr>
        <p:grpSpPr>
          <a:xfrm>
            <a:off x="6626346" y="2622607"/>
            <a:ext cx="933393" cy="271678"/>
            <a:chOff x="3560104" y="4920983"/>
            <a:chExt cx="918647" cy="267385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BB4D98F6-5D79-6903-2591-89E4E1668304}"/>
                </a:ext>
              </a:extLst>
            </p:cNvPr>
            <p:cNvCxnSpPr>
              <a:cxnSpLocks/>
              <a:stCxn id="322" idx="1"/>
              <a:endCxn id="300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C7DD0AAF-A17F-BC7C-6BD2-528E28CDADC5}"/>
                </a:ext>
              </a:extLst>
            </p:cNvPr>
            <p:cNvCxnSpPr>
              <a:cxnSpLocks/>
              <a:stCxn id="365" idx="1"/>
              <a:endCxn id="275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469A3573-5031-47C3-CC60-41CB9F8F74A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22" name="Rectangle 25">
                <a:extLst>
                  <a:ext uri="{FF2B5EF4-FFF2-40B4-BE49-F238E27FC236}">
                    <a16:creationId xmlns:a16="http://schemas.microsoft.com/office/drawing/2014/main" id="{9871418E-E860-7C04-E97A-2FFDAE9592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62" name="Rectangle 29">
                <a:extLst>
                  <a:ext uri="{FF2B5EF4-FFF2-40B4-BE49-F238E27FC236}">
                    <a16:creationId xmlns:a16="http://schemas.microsoft.com/office/drawing/2014/main" id="{4FCD0A06-5EA9-495F-0FDD-5B7B06F7A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65" name="Rectangle 29">
                <a:extLst>
                  <a:ext uri="{FF2B5EF4-FFF2-40B4-BE49-F238E27FC236}">
                    <a16:creationId xmlns:a16="http://schemas.microsoft.com/office/drawing/2014/main" id="{99681AB4-301C-82FA-D722-97B380754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78B35208-81FD-78D8-E965-45D2E8EA17FC}"/>
              </a:ext>
            </a:extLst>
          </p:cNvPr>
          <p:cNvCxnSpPr>
            <a:cxnSpLocks/>
            <a:stCxn id="1526" idx="2"/>
            <a:endCxn id="376" idx="0"/>
          </p:cNvCxnSpPr>
          <p:nvPr/>
        </p:nvCxnSpPr>
        <p:spPr>
          <a:xfrm flipH="1">
            <a:off x="5161977" y="1457050"/>
            <a:ext cx="963272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FA28DD14-353B-1C46-3C7F-9FC581EA6D9E}"/>
              </a:ext>
            </a:extLst>
          </p:cNvPr>
          <p:cNvCxnSpPr>
            <a:cxnSpLocks/>
            <a:stCxn id="1526" idx="2"/>
            <a:endCxn id="409" idx="0"/>
          </p:cNvCxnSpPr>
          <p:nvPr/>
        </p:nvCxnSpPr>
        <p:spPr>
          <a:xfrm>
            <a:off x="6125249" y="1457050"/>
            <a:ext cx="911399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B223235E-8F88-43D4-40DE-62F67C37B3FA}"/>
              </a:ext>
            </a:extLst>
          </p:cNvPr>
          <p:cNvCxnSpPr>
            <a:cxnSpLocks/>
          </p:cNvCxnSpPr>
          <p:nvPr/>
        </p:nvCxnSpPr>
        <p:spPr>
          <a:xfrm flipH="1">
            <a:off x="6522942" y="906639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57959A4F-1746-9A40-C8EA-7FC41802B089}"/>
              </a:ext>
            </a:extLst>
          </p:cNvPr>
          <p:cNvCxnSpPr>
            <a:cxnSpLocks/>
          </p:cNvCxnSpPr>
          <p:nvPr/>
        </p:nvCxnSpPr>
        <p:spPr>
          <a:xfrm>
            <a:off x="5666317" y="903139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92CB1CA1-6C98-7A89-66E2-0B8D1BF85839}"/>
              </a:ext>
            </a:extLst>
          </p:cNvPr>
          <p:cNvCxnSpPr>
            <a:cxnSpLocks/>
          </p:cNvCxnSpPr>
          <p:nvPr/>
        </p:nvCxnSpPr>
        <p:spPr>
          <a:xfrm>
            <a:off x="5525858" y="289892"/>
            <a:ext cx="0" cy="56524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329927D4-38E7-C770-22CA-46AF457C2B41}"/>
              </a:ext>
            </a:extLst>
          </p:cNvPr>
          <p:cNvCxnSpPr>
            <a:cxnSpLocks/>
          </p:cNvCxnSpPr>
          <p:nvPr/>
        </p:nvCxnSpPr>
        <p:spPr>
          <a:xfrm flipH="1">
            <a:off x="6255143" y="301603"/>
            <a:ext cx="589046" cy="2870475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66C3ACFC-41AD-FDB3-FDA5-68EF87CD953C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C6672862-5A8B-69D5-47F4-F9232CED9694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4" name="Group 254">
            <a:extLst>
              <a:ext uri="{FF2B5EF4-FFF2-40B4-BE49-F238E27FC236}">
                <a16:creationId xmlns:a16="http://schemas.microsoft.com/office/drawing/2014/main" id="{C9167868-F1F7-A09F-62B3-003B0D85D81E}"/>
              </a:ext>
            </a:extLst>
          </p:cNvPr>
          <p:cNvGrpSpPr>
            <a:grpSpLocks noChangeAspect="1"/>
          </p:cNvGrpSpPr>
          <p:nvPr/>
        </p:nvGrpSpPr>
        <p:grpSpPr>
          <a:xfrm>
            <a:off x="4587124" y="2461803"/>
            <a:ext cx="280226" cy="161260"/>
            <a:chOff x="8421867" y="1904979"/>
            <a:chExt cx="347879" cy="255573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0E94C2FB-2952-B742-1134-6303EF67B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2E2EEB63-B09B-D96F-CCFA-97D4B306D75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894C229-BEB5-96A2-1CFA-A08501F7362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1B667AB1-23B5-6171-4177-E3F9F495E2E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F228D41-5BAA-BCD9-4BEC-B930F2D49D6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8B222BE6-20CC-9910-9867-7201B1EDEAB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136">
              <a:extLst>
                <a:ext uri="{FF2B5EF4-FFF2-40B4-BE49-F238E27FC236}">
                  <a16:creationId xmlns:a16="http://schemas.microsoft.com/office/drawing/2014/main" id="{29FC2D10-7109-EBE8-B74A-E750D629DCB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254">
            <a:extLst>
              <a:ext uri="{FF2B5EF4-FFF2-40B4-BE49-F238E27FC236}">
                <a16:creationId xmlns:a16="http://schemas.microsoft.com/office/drawing/2014/main" id="{D88C897F-1BE7-C8D9-C218-E1C6206E102A}"/>
              </a:ext>
            </a:extLst>
          </p:cNvPr>
          <p:cNvGrpSpPr>
            <a:grpSpLocks noChangeAspect="1"/>
          </p:cNvGrpSpPr>
          <p:nvPr/>
        </p:nvGrpSpPr>
        <p:grpSpPr>
          <a:xfrm>
            <a:off x="5520516" y="2461803"/>
            <a:ext cx="280226" cy="161260"/>
            <a:chOff x="8421867" y="1904979"/>
            <a:chExt cx="347879" cy="255573"/>
          </a:xfrm>
        </p:grpSpPr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D06737D0-9F58-162F-3B3D-90D6BF1A8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1" name="Group 719">
              <a:extLst>
                <a:ext uri="{FF2B5EF4-FFF2-40B4-BE49-F238E27FC236}">
                  <a16:creationId xmlns:a16="http://schemas.microsoft.com/office/drawing/2014/main" id="{172C670B-4FA1-03D8-393A-3F17CA4E570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6DBF70B-AA90-8ADD-7C0A-9DDCAA1E3FD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31183C4B-A9CE-ACB1-EA7D-78D43B07019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995259C-6C46-2076-4E5A-77ACA820097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B2DE4EB6-9D78-823D-8772-AD4817D0C2A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52" name="Trapezoid 136">
              <a:extLst>
                <a:ext uri="{FF2B5EF4-FFF2-40B4-BE49-F238E27FC236}">
                  <a16:creationId xmlns:a16="http://schemas.microsoft.com/office/drawing/2014/main" id="{9C906976-BD7E-A1FC-17BB-E56247BB807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4BAB6440-876A-2083-EBA6-43E09211DFF9}"/>
              </a:ext>
            </a:extLst>
          </p:cNvPr>
          <p:cNvGrpSpPr/>
          <p:nvPr/>
        </p:nvGrpSpPr>
        <p:grpSpPr>
          <a:xfrm>
            <a:off x="4727237" y="2198592"/>
            <a:ext cx="933392" cy="271678"/>
            <a:chOff x="3560105" y="4920983"/>
            <a:chExt cx="918646" cy="267385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F44D1A40-8331-E1EF-15E2-18AD87111FED}"/>
                </a:ext>
              </a:extLst>
            </p:cNvPr>
            <p:cNvCxnSpPr>
              <a:cxnSpLocks/>
              <a:stCxn id="213" idx="0"/>
              <a:endCxn id="34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DE3E2BF7-C3FF-B676-7FE5-6E75E1898AC0}"/>
                </a:ext>
              </a:extLst>
            </p:cNvPr>
            <p:cNvCxnSpPr>
              <a:cxnSpLocks/>
              <a:stCxn id="214" idx="1"/>
              <a:endCxn id="22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78DAC5CD-4B26-9A20-A0ED-AB6BC754A92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05" name="Rectangle 25">
                <a:extLst>
                  <a:ext uri="{FF2B5EF4-FFF2-40B4-BE49-F238E27FC236}">
                    <a16:creationId xmlns:a16="http://schemas.microsoft.com/office/drawing/2014/main" id="{F574E450-BB74-9573-2D05-01D15F0152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3" name="Rectangle 29">
                <a:extLst>
                  <a:ext uri="{FF2B5EF4-FFF2-40B4-BE49-F238E27FC236}">
                    <a16:creationId xmlns:a16="http://schemas.microsoft.com/office/drawing/2014/main" id="{EE81F3D5-D6A7-C4ED-1C82-2561CB353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4" name="Rectangle 29">
                <a:extLst>
                  <a:ext uri="{FF2B5EF4-FFF2-40B4-BE49-F238E27FC236}">
                    <a16:creationId xmlns:a16="http://schemas.microsoft.com/office/drawing/2014/main" id="{B0345985-DF80-3D69-B8F5-DE9EA2884A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15" name="Group 254">
            <a:extLst>
              <a:ext uri="{FF2B5EF4-FFF2-40B4-BE49-F238E27FC236}">
                <a16:creationId xmlns:a16="http://schemas.microsoft.com/office/drawing/2014/main" id="{FC447087-E2FC-5433-64E7-806D7EDDD231}"/>
              </a:ext>
            </a:extLst>
          </p:cNvPr>
          <p:cNvGrpSpPr>
            <a:grpSpLocks noChangeAspect="1"/>
          </p:cNvGrpSpPr>
          <p:nvPr/>
        </p:nvGrpSpPr>
        <p:grpSpPr>
          <a:xfrm>
            <a:off x="6461794" y="2461803"/>
            <a:ext cx="280226" cy="161260"/>
            <a:chOff x="8421867" y="1904979"/>
            <a:chExt cx="347879" cy="255573"/>
          </a:xfrm>
        </p:grpSpPr>
        <p:sp>
          <p:nvSpPr>
            <p:cNvPr id="216" name="Rectangle 60">
              <a:extLst>
                <a:ext uri="{FF2B5EF4-FFF2-40B4-BE49-F238E27FC236}">
                  <a16:creationId xmlns:a16="http://schemas.microsoft.com/office/drawing/2014/main" id="{81E94381-3DE1-3D1D-7FAD-2169F0B90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17" name="Group 719">
              <a:extLst>
                <a:ext uri="{FF2B5EF4-FFF2-40B4-BE49-F238E27FC236}">
                  <a16:creationId xmlns:a16="http://schemas.microsoft.com/office/drawing/2014/main" id="{9BD0F9F7-ABF9-5667-D893-6AA11581A9E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3EED7440-805F-4FAB-1960-153571333A5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45B129F6-79F5-2259-E7C3-E7FC9F105D6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3A334DE2-9356-D819-BC5D-8EE8E592DAB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F240507B-476A-B161-5158-8CD576FFA57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18" name="Trapezoid 136">
              <a:extLst>
                <a:ext uri="{FF2B5EF4-FFF2-40B4-BE49-F238E27FC236}">
                  <a16:creationId xmlns:a16="http://schemas.microsoft.com/office/drawing/2014/main" id="{6365FAA4-B7BA-1665-B262-1252DB163D5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3" name="Group 254">
            <a:extLst>
              <a:ext uri="{FF2B5EF4-FFF2-40B4-BE49-F238E27FC236}">
                <a16:creationId xmlns:a16="http://schemas.microsoft.com/office/drawing/2014/main" id="{793E6298-A8A3-BF27-ED51-86D5D8AD3F11}"/>
              </a:ext>
            </a:extLst>
          </p:cNvPr>
          <p:cNvGrpSpPr>
            <a:grpSpLocks noChangeAspect="1"/>
          </p:cNvGrpSpPr>
          <p:nvPr/>
        </p:nvGrpSpPr>
        <p:grpSpPr>
          <a:xfrm>
            <a:off x="7395187" y="2461803"/>
            <a:ext cx="280226" cy="161260"/>
            <a:chOff x="8421867" y="1904979"/>
            <a:chExt cx="347879" cy="255573"/>
          </a:xfrm>
        </p:grpSpPr>
        <p:sp>
          <p:nvSpPr>
            <p:cNvPr id="224" name="Rectangle 60">
              <a:extLst>
                <a:ext uri="{FF2B5EF4-FFF2-40B4-BE49-F238E27FC236}">
                  <a16:creationId xmlns:a16="http://schemas.microsoft.com/office/drawing/2014/main" id="{FE30F365-F90F-3F65-2700-449C4DCF8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26" name="Group 719">
              <a:extLst>
                <a:ext uri="{FF2B5EF4-FFF2-40B4-BE49-F238E27FC236}">
                  <a16:creationId xmlns:a16="http://schemas.microsoft.com/office/drawing/2014/main" id="{0BA33488-6CE4-555D-EB50-9E4AA2C5AD3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4D43ACAE-8426-A828-E017-9EFC99B3441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4ADDEA2B-C9A4-D044-7755-85E3C213C47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90C611BF-B01C-9092-DBC6-5E64EC2DB5A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C07ED652-CFBB-58A2-7696-4C1FE4FBB65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27" name="Trapezoid 136">
              <a:extLst>
                <a:ext uri="{FF2B5EF4-FFF2-40B4-BE49-F238E27FC236}">
                  <a16:creationId xmlns:a16="http://schemas.microsoft.com/office/drawing/2014/main" id="{EC4CF73D-5892-6EAB-8183-194606D7166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22D31E10-7B83-3930-B6E5-6D1FC7586F7F}"/>
              </a:ext>
            </a:extLst>
          </p:cNvPr>
          <p:cNvGrpSpPr/>
          <p:nvPr/>
        </p:nvGrpSpPr>
        <p:grpSpPr>
          <a:xfrm>
            <a:off x="6601907" y="2198592"/>
            <a:ext cx="933393" cy="271678"/>
            <a:chOff x="3560104" y="4920983"/>
            <a:chExt cx="918647" cy="267385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7A704595-825A-B880-65CB-448A613E83AE}"/>
                </a:ext>
              </a:extLst>
            </p:cNvPr>
            <p:cNvCxnSpPr>
              <a:cxnSpLocks/>
              <a:stCxn id="243" idx="1"/>
              <a:endCxn id="224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4F77CCCE-6568-D709-9B38-8EF4ECFAA8EE}"/>
                </a:ext>
              </a:extLst>
            </p:cNvPr>
            <p:cNvCxnSpPr>
              <a:cxnSpLocks/>
              <a:stCxn id="245" idx="1"/>
              <a:endCxn id="216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E0A9394D-0005-F868-0C42-D523CD3EF25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43" name="Rectangle 25">
                <a:extLst>
                  <a:ext uri="{FF2B5EF4-FFF2-40B4-BE49-F238E27FC236}">
                    <a16:creationId xmlns:a16="http://schemas.microsoft.com/office/drawing/2014/main" id="{AAC1A90C-AA24-9FD0-3212-761A29C1C4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FABE539F-F02C-0A62-0738-73F7CE7C6F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D4B892AE-36F2-2AA3-37EF-920678F035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46" name="Group 254">
            <a:extLst>
              <a:ext uri="{FF2B5EF4-FFF2-40B4-BE49-F238E27FC236}">
                <a16:creationId xmlns:a16="http://schemas.microsoft.com/office/drawing/2014/main" id="{25895981-0289-AD68-EE1B-84BA465EA970}"/>
              </a:ext>
            </a:extLst>
          </p:cNvPr>
          <p:cNvGrpSpPr>
            <a:grpSpLocks noChangeAspect="1"/>
          </p:cNvGrpSpPr>
          <p:nvPr/>
        </p:nvGrpSpPr>
        <p:grpSpPr>
          <a:xfrm>
            <a:off x="4555459" y="1945406"/>
            <a:ext cx="280226" cy="161260"/>
            <a:chOff x="8421867" y="1904979"/>
            <a:chExt cx="347879" cy="255573"/>
          </a:xfrm>
        </p:grpSpPr>
        <p:sp>
          <p:nvSpPr>
            <p:cNvPr id="250" name="Rectangle 60">
              <a:extLst>
                <a:ext uri="{FF2B5EF4-FFF2-40B4-BE49-F238E27FC236}">
                  <a16:creationId xmlns:a16="http://schemas.microsoft.com/office/drawing/2014/main" id="{3DB27A33-EB4D-D75E-FEB6-959A296A1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3" name="Group 719">
              <a:extLst>
                <a:ext uri="{FF2B5EF4-FFF2-40B4-BE49-F238E27FC236}">
                  <a16:creationId xmlns:a16="http://schemas.microsoft.com/office/drawing/2014/main" id="{9FC62802-AFCA-8E6D-7CDF-51A1F67D827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C9D27AC9-93AC-FB47-5659-632DF0F49DB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0D19F6EB-75AA-645A-2FF6-9DB42F3B8B8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5A11C25F-F8DA-4780-7500-0DD38493DED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78F7EE48-1728-F4ED-AF1D-833C3136FF2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54" name="Trapezoid 136">
              <a:extLst>
                <a:ext uri="{FF2B5EF4-FFF2-40B4-BE49-F238E27FC236}">
                  <a16:creationId xmlns:a16="http://schemas.microsoft.com/office/drawing/2014/main" id="{2B014234-EE59-B310-0575-45EC1E9B9E5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Group 254">
            <a:extLst>
              <a:ext uri="{FF2B5EF4-FFF2-40B4-BE49-F238E27FC236}">
                <a16:creationId xmlns:a16="http://schemas.microsoft.com/office/drawing/2014/main" id="{5AC1F4BC-CE5E-12CC-5798-53F78C91BFC1}"/>
              </a:ext>
            </a:extLst>
          </p:cNvPr>
          <p:cNvGrpSpPr>
            <a:grpSpLocks noChangeAspect="1"/>
          </p:cNvGrpSpPr>
          <p:nvPr/>
        </p:nvGrpSpPr>
        <p:grpSpPr>
          <a:xfrm>
            <a:off x="5488851" y="1945406"/>
            <a:ext cx="280226" cy="161260"/>
            <a:chOff x="8421867" y="1904979"/>
            <a:chExt cx="347879" cy="255573"/>
          </a:xfrm>
        </p:grpSpPr>
        <p:sp>
          <p:nvSpPr>
            <p:cNvPr id="262" name="Rectangle 60">
              <a:extLst>
                <a:ext uri="{FF2B5EF4-FFF2-40B4-BE49-F238E27FC236}">
                  <a16:creationId xmlns:a16="http://schemas.microsoft.com/office/drawing/2014/main" id="{DC4563B5-ADC2-A5DC-6B11-763F0DE8B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63" name="Group 719">
              <a:extLst>
                <a:ext uri="{FF2B5EF4-FFF2-40B4-BE49-F238E27FC236}">
                  <a16:creationId xmlns:a16="http://schemas.microsoft.com/office/drawing/2014/main" id="{1773A852-BE3D-01BA-EC67-EBABA43B84E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36A2045D-CCB0-5136-7092-3BC838B8CE2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3BCF3D99-EF6B-3595-FFC2-26DB6563954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AB1D383B-C21A-AF5C-5EA2-CD16FF4797D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6656FFF1-C5B1-9F06-074E-075A95A592F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4" name="Trapezoid 136">
              <a:extLst>
                <a:ext uri="{FF2B5EF4-FFF2-40B4-BE49-F238E27FC236}">
                  <a16:creationId xmlns:a16="http://schemas.microsoft.com/office/drawing/2014/main" id="{02276795-C3F3-83D1-751C-02A618FBB14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AE73A22A-4DB2-87CC-7998-C95779F8CB12}"/>
              </a:ext>
            </a:extLst>
          </p:cNvPr>
          <p:cNvGrpSpPr/>
          <p:nvPr/>
        </p:nvGrpSpPr>
        <p:grpSpPr>
          <a:xfrm>
            <a:off x="4695572" y="1682190"/>
            <a:ext cx="933392" cy="263216"/>
            <a:chOff x="3560105" y="4920983"/>
            <a:chExt cx="918646" cy="259057"/>
          </a:xfrm>
        </p:grpSpPr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3B420909-B0B3-B6C7-D81F-E2DFBA527568}"/>
                </a:ext>
              </a:extLst>
            </p:cNvPr>
            <p:cNvCxnSpPr>
              <a:cxnSpLocks/>
              <a:stCxn id="377" idx="0"/>
              <a:endCxn id="262" idx="0"/>
            </p:cNvCxnSpPr>
            <p:nvPr/>
          </p:nvCxnSpPr>
          <p:spPr>
            <a:xfrm>
              <a:off x="4288158" y="4974136"/>
              <a:ext cx="190593" cy="20590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CE3CE293-63DC-AEC1-2BB6-8C138FF97079}"/>
                </a:ext>
              </a:extLst>
            </p:cNvPr>
            <p:cNvCxnSpPr>
              <a:cxnSpLocks/>
              <a:stCxn id="379" idx="1"/>
              <a:endCxn id="250" idx="0"/>
            </p:cNvCxnSpPr>
            <p:nvPr/>
          </p:nvCxnSpPr>
          <p:spPr>
            <a:xfrm flipH="1">
              <a:off x="3560105" y="4994613"/>
              <a:ext cx="175856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DEB21D8A-3434-CF07-789B-58CF206E8F9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76" name="Rectangle 25">
                <a:extLst>
                  <a:ext uri="{FF2B5EF4-FFF2-40B4-BE49-F238E27FC236}">
                    <a16:creationId xmlns:a16="http://schemas.microsoft.com/office/drawing/2014/main" id="{0A35CA51-51EC-361B-5D35-DA56CB39D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77" name="Rectangle 29">
                <a:extLst>
                  <a:ext uri="{FF2B5EF4-FFF2-40B4-BE49-F238E27FC236}">
                    <a16:creationId xmlns:a16="http://schemas.microsoft.com/office/drawing/2014/main" id="{A3E1F849-0EF7-BEEB-C13C-FBEE7B204B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79" name="Rectangle 29">
                <a:extLst>
                  <a:ext uri="{FF2B5EF4-FFF2-40B4-BE49-F238E27FC236}">
                    <a16:creationId xmlns:a16="http://schemas.microsoft.com/office/drawing/2014/main" id="{22814360-26F8-30A3-1807-4CE6B61EEF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381" name="Group 254">
            <a:extLst>
              <a:ext uri="{FF2B5EF4-FFF2-40B4-BE49-F238E27FC236}">
                <a16:creationId xmlns:a16="http://schemas.microsoft.com/office/drawing/2014/main" id="{397DF0A1-724B-9AEF-7CBC-6C51011B0494}"/>
              </a:ext>
            </a:extLst>
          </p:cNvPr>
          <p:cNvGrpSpPr>
            <a:grpSpLocks noChangeAspect="1"/>
          </p:cNvGrpSpPr>
          <p:nvPr/>
        </p:nvGrpSpPr>
        <p:grpSpPr>
          <a:xfrm>
            <a:off x="6430129" y="1945406"/>
            <a:ext cx="280226" cy="161260"/>
            <a:chOff x="8421867" y="1904979"/>
            <a:chExt cx="347879" cy="255573"/>
          </a:xfrm>
        </p:grpSpPr>
        <p:sp>
          <p:nvSpPr>
            <p:cNvPr id="382" name="Rectangle 60">
              <a:extLst>
                <a:ext uri="{FF2B5EF4-FFF2-40B4-BE49-F238E27FC236}">
                  <a16:creationId xmlns:a16="http://schemas.microsoft.com/office/drawing/2014/main" id="{0C650295-B6BC-FCA4-0A06-95D64EC4A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3" name="Group 719">
              <a:extLst>
                <a:ext uri="{FF2B5EF4-FFF2-40B4-BE49-F238E27FC236}">
                  <a16:creationId xmlns:a16="http://schemas.microsoft.com/office/drawing/2014/main" id="{E28814DD-3212-FE0D-DDFA-CD635951E13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784211DE-BB86-DA44-1660-8974CA5C84E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31308BE5-6708-4283-3F38-A485CCCB406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F864A58B-F02E-C058-B730-44CBB5DBA38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A3F07190-06CF-B414-6D10-3893AD8444C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4" name="Trapezoid 136">
              <a:extLst>
                <a:ext uri="{FF2B5EF4-FFF2-40B4-BE49-F238E27FC236}">
                  <a16:creationId xmlns:a16="http://schemas.microsoft.com/office/drawing/2014/main" id="{E5E94BB5-109B-41DF-9F29-126C22B2B5D2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FCE616F8-838A-F4B1-ACDB-6C7FA4A6F754}"/>
              </a:ext>
            </a:extLst>
          </p:cNvPr>
          <p:cNvGrpSpPr>
            <a:grpSpLocks noChangeAspect="1"/>
          </p:cNvGrpSpPr>
          <p:nvPr/>
        </p:nvGrpSpPr>
        <p:grpSpPr>
          <a:xfrm>
            <a:off x="7363522" y="1945406"/>
            <a:ext cx="280226" cy="161260"/>
            <a:chOff x="8421867" y="1904979"/>
            <a:chExt cx="347879" cy="255573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D47DE520-0E84-455C-C601-DC34D7C71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05892489-B543-0557-2CAC-CA8C71209EF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B7164B75-CC26-B144-6AC3-91CC031D056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2819CB17-B196-67EB-1BF0-B73F358480F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A1BDBAC0-65CD-6CF2-F798-42739CD010D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B062F870-3B9E-58EE-B6CC-FD0217110E5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136">
              <a:extLst>
                <a:ext uri="{FF2B5EF4-FFF2-40B4-BE49-F238E27FC236}">
                  <a16:creationId xmlns:a16="http://schemas.microsoft.com/office/drawing/2014/main" id="{3B263F2F-2896-B6CF-71F3-D970E5B9FA6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DE4B5771-2726-B1D4-8003-F758B2160524}"/>
              </a:ext>
            </a:extLst>
          </p:cNvPr>
          <p:cNvGrpSpPr/>
          <p:nvPr/>
        </p:nvGrpSpPr>
        <p:grpSpPr>
          <a:xfrm>
            <a:off x="6570242" y="1682190"/>
            <a:ext cx="933393" cy="263216"/>
            <a:chOff x="3560104" y="4920983"/>
            <a:chExt cx="918647" cy="259057"/>
          </a:xfrm>
        </p:grpSpPr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0E3C5416-9C45-8490-A453-F58A36BB41E3}"/>
                </a:ext>
              </a:extLst>
            </p:cNvPr>
            <p:cNvCxnSpPr>
              <a:cxnSpLocks/>
              <a:stCxn id="409" idx="1"/>
              <a:endCxn id="395" idx="0"/>
            </p:cNvCxnSpPr>
            <p:nvPr/>
          </p:nvCxnSpPr>
          <p:spPr>
            <a:xfrm>
              <a:off x="4334752" y="4995396"/>
              <a:ext cx="143999" cy="18464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4B069C41-1BBB-FFA6-3629-3B85DDF98BC4}"/>
                </a:ext>
              </a:extLst>
            </p:cNvPr>
            <p:cNvCxnSpPr>
              <a:cxnSpLocks/>
              <a:stCxn id="411" idx="1"/>
              <a:endCxn id="382" idx="0"/>
            </p:cNvCxnSpPr>
            <p:nvPr/>
          </p:nvCxnSpPr>
          <p:spPr>
            <a:xfrm flipH="1">
              <a:off x="3560104" y="4994613"/>
              <a:ext cx="175857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6DADD745-D5B5-DB35-85CC-34F194C7FB2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409" name="Rectangle 25">
                <a:extLst>
                  <a:ext uri="{FF2B5EF4-FFF2-40B4-BE49-F238E27FC236}">
                    <a16:creationId xmlns:a16="http://schemas.microsoft.com/office/drawing/2014/main" id="{8F1BEA46-C9D7-4598-AB79-3359F7BDC6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410" name="Rectangle 29">
                <a:extLst>
                  <a:ext uri="{FF2B5EF4-FFF2-40B4-BE49-F238E27FC236}">
                    <a16:creationId xmlns:a16="http://schemas.microsoft.com/office/drawing/2014/main" id="{4186B707-A2A4-191E-9552-315DCE96B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1" name="Rectangle 29">
                <a:extLst>
                  <a:ext uri="{FF2B5EF4-FFF2-40B4-BE49-F238E27FC236}">
                    <a16:creationId xmlns:a16="http://schemas.microsoft.com/office/drawing/2014/main" id="{A2F4FE60-9261-3BFC-0020-C589297E4B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7939BEAF-427A-2F2A-3D3C-EF53E5F6B0B7}"/>
              </a:ext>
            </a:extLst>
          </p:cNvPr>
          <p:cNvCxnSpPr>
            <a:stCxn id="1525" idx="2"/>
            <a:endCxn id="250" idx="1"/>
          </p:cNvCxnSpPr>
          <p:nvPr/>
        </p:nvCxnSpPr>
        <p:spPr>
          <a:xfrm rot="10800000" flipV="1">
            <a:off x="4555459" y="1399318"/>
            <a:ext cx="639520" cy="626717"/>
          </a:xfrm>
          <a:prstGeom prst="bentConnector3">
            <a:avLst>
              <a:gd name="adj1" fmla="val 135746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BFAC0B35-17B6-F0FF-6893-5A3B20C45F61}"/>
              </a:ext>
            </a:extLst>
          </p:cNvPr>
          <p:cNvCxnSpPr>
            <a:cxnSpLocks/>
            <a:stCxn id="1524" idx="3"/>
            <a:endCxn id="395" idx="3"/>
          </p:cNvCxnSpPr>
          <p:nvPr/>
        </p:nvCxnSpPr>
        <p:spPr>
          <a:xfrm>
            <a:off x="7093585" y="1398433"/>
            <a:ext cx="550163" cy="627603"/>
          </a:xfrm>
          <a:prstGeom prst="bentConnector3">
            <a:avLst>
              <a:gd name="adj1" fmla="val 141551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13BA6116-3CAA-57EA-379F-1CC2A5FE5CD9}"/>
              </a:ext>
            </a:extLst>
          </p:cNvPr>
          <p:cNvCxnSpPr>
            <a:stCxn id="376" idx="2"/>
            <a:endCxn id="205" idx="0"/>
          </p:cNvCxnSpPr>
          <p:nvPr/>
        </p:nvCxnSpPr>
        <p:spPr>
          <a:xfrm>
            <a:off x="51619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9020FB37-AC8B-27A3-AE23-A885AC640593}"/>
              </a:ext>
            </a:extLst>
          </p:cNvPr>
          <p:cNvCxnSpPr>
            <a:stCxn id="205" idx="2"/>
            <a:endCxn id="210" idx="0"/>
          </p:cNvCxnSpPr>
          <p:nvPr/>
        </p:nvCxnSpPr>
        <p:spPr>
          <a:xfrm>
            <a:off x="51936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AEE669BA-78F7-86C4-CF68-5025C7485BDC}"/>
              </a:ext>
            </a:extLst>
          </p:cNvPr>
          <p:cNvSpPr txBox="1"/>
          <p:nvPr/>
        </p:nvSpPr>
        <p:spPr>
          <a:xfrm>
            <a:off x="4056656" y="2620690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aggregation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861D1B3C-6EF0-8932-85F6-E30D9382952E}"/>
              </a:ext>
            </a:extLst>
          </p:cNvPr>
          <p:cNvSpPr txBox="1"/>
          <p:nvPr/>
        </p:nvSpPr>
        <p:spPr>
          <a:xfrm>
            <a:off x="3875305" y="2084266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Partition parallel</a:t>
            </a:r>
          </a:p>
          <a:p>
            <a:r>
              <a:rPr lang="en-GB" sz="800" dirty="0"/>
              <a:t>(decomposition)</a:t>
            </a: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8F211ED5-8059-7B05-A53A-2306BA0F9131}"/>
              </a:ext>
            </a:extLst>
          </p:cNvPr>
          <p:cNvCxnSpPr/>
          <p:nvPr/>
        </p:nvCxnSpPr>
        <p:spPr>
          <a:xfrm>
            <a:off x="70415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2EA99A3B-DE28-E946-1343-E85F56332184}"/>
              </a:ext>
            </a:extLst>
          </p:cNvPr>
          <p:cNvCxnSpPr/>
          <p:nvPr/>
        </p:nvCxnSpPr>
        <p:spPr>
          <a:xfrm>
            <a:off x="70732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B70D29F-D56F-5762-8D5C-5AC8D5245361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2841486" y="2389506"/>
            <a:ext cx="262699" cy="1566628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E0E4A028-88EA-95C5-48FA-F44839D5B12A}"/>
              </a:ext>
            </a:extLst>
          </p:cNvPr>
          <p:cNvSpPr/>
          <p:nvPr/>
        </p:nvSpPr>
        <p:spPr>
          <a:xfrm>
            <a:off x="2924798" y="3956134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EAE638-C5A9-33D8-2AC7-7650F1C73481}"/>
              </a:ext>
            </a:extLst>
          </p:cNvPr>
          <p:cNvSpPr txBox="1"/>
          <p:nvPr/>
        </p:nvSpPr>
        <p:spPr>
          <a:xfrm>
            <a:off x="2647791" y="4036428"/>
            <a:ext cx="3834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50">
                <a:solidFill>
                  <a:srgbClr val="FF0000"/>
                </a:solidFill>
              </a:defRPr>
            </a:lvl1pPr>
          </a:lstStyle>
          <a:p>
            <a:r>
              <a:rPr lang="en-GB" dirty="0"/>
              <a:t>BRI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2BAADE2-6C69-7924-352A-20D78BAE3042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3104185" y="4088204"/>
            <a:ext cx="383449" cy="1724509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16E2887-9BBB-F6C9-5A82-F20D1F15BA52}"/>
              </a:ext>
            </a:extLst>
          </p:cNvPr>
          <p:cNvCxnSpPr>
            <a:cxnSpLocks/>
            <a:endCxn id="256" idx="0"/>
          </p:cNvCxnSpPr>
          <p:nvPr/>
        </p:nvCxnSpPr>
        <p:spPr>
          <a:xfrm flipH="1">
            <a:off x="9204779" y="2410221"/>
            <a:ext cx="305087" cy="154591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56" name="Oval 255">
            <a:extLst>
              <a:ext uri="{FF2B5EF4-FFF2-40B4-BE49-F238E27FC236}">
                <a16:creationId xmlns:a16="http://schemas.microsoft.com/office/drawing/2014/main" id="{A7719610-5D4B-460B-46B9-AEED7932462D}"/>
              </a:ext>
            </a:extLst>
          </p:cNvPr>
          <p:cNvSpPr/>
          <p:nvPr/>
        </p:nvSpPr>
        <p:spPr>
          <a:xfrm>
            <a:off x="9025392" y="3956134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428A65C4-6CA9-CE88-F6C3-E053EBE94722}"/>
              </a:ext>
            </a:extLst>
          </p:cNvPr>
          <p:cNvCxnSpPr>
            <a:cxnSpLocks/>
            <a:stCxn id="256" idx="4"/>
          </p:cNvCxnSpPr>
          <p:nvPr/>
        </p:nvCxnSpPr>
        <p:spPr>
          <a:xfrm flipH="1">
            <a:off x="8768333" y="4088204"/>
            <a:ext cx="436446" cy="1790543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TextBox 277">
            <a:extLst>
              <a:ext uri="{FF2B5EF4-FFF2-40B4-BE49-F238E27FC236}">
                <a16:creationId xmlns:a16="http://schemas.microsoft.com/office/drawing/2014/main" id="{2D8FDDB2-F5D3-D0D8-079E-65E7E6586234}"/>
              </a:ext>
            </a:extLst>
          </p:cNvPr>
          <p:cNvSpPr txBox="1"/>
          <p:nvPr/>
        </p:nvSpPr>
        <p:spPr>
          <a:xfrm>
            <a:off x="9187389" y="500954"/>
            <a:ext cx="2673096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Simplified control plane where the connection is not modelled in the control plane name space. </a:t>
            </a:r>
          </a:p>
        </p:txBody>
      </p:sp>
    </p:spTree>
    <p:extLst>
      <p:ext uri="{BB962C8B-B14F-4D97-AF65-F5344CB8AC3E}">
        <p14:creationId xmlns:p14="http://schemas.microsoft.com/office/powerpoint/2010/main" val="908769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02825-618A-1BDE-AB70-AA6D31097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2BB3A-56CA-496F-F7C8-7191BD49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25FDD6-0274-C42E-4303-54F7F91DF3DD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EEA414A-C850-7318-782B-82CAFCA975AE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DC33264F-1D45-C951-95E6-00FAF0330CDB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78A30B34-E00D-0CAF-B323-0B5778C47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99B8B0B0-BCB4-F65E-5FCC-9502226C5A0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9D495D9-0A32-3713-0F50-77AC69C4217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48AFE3EC-AB54-9851-D3B4-886F60FE2C9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B2D2B8A-390F-BD4B-F9E6-DC320E129B7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B2FF72A7-9B2F-8CED-F8B9-11ECD26D4A6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9F09AB5A-C24F-2245-2434-91E5B9AC272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90C4823-A93D-8357-EC3C-25381F31BEE2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1D68104-D6B5-B96A-EE4B-86D655B87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617C643-BD9A-2446-06ED-5166FD949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09AFCDA3-E4FB-BCE6-41D8-673C0330B64A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5961E9C-4BE2-60A7-C66F-BC03336B1DD3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35C591BC-DD48-5778-C248-65D98FEBE93A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288BE12D-0190-6343-68E5-3F76C5272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4572CB90-241C-B491-9924-3C2A615DC35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FBD4FBA3-C5B8-87CB-B550-F544966CCC1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38DD83CF-C5A1-FFE7-CE3D-3D73A82485D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2A07B7BA-4663-12E7-9804-1C896FBB0A6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3D77630C-52FE-ECD6-E5A6-94DD15E137B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B9B97851-0D57-81D8-A2AF-F108E74949B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8D5BB525-A400-A474-7F95-56C5C8635B6C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1A84C106-B467-50D3-B20E-EB053DCF5EA8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883EF0D7-9F1D-69F7-ACFF-B02F54B14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F7FF60FC-237F-88A9-7D28-959A4F9EC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9936FB4A-C539-68E7-EC6C-64CEA78E379B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17E7B25D-A3B8-0E3E-82A9-960E3D7FF43C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AE8BBD90-31D3-0F37-39BA-DF237C31E8E5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9EA67CFC-ABD5-8911-EDCB-1336A2B5C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0D9369E4-EA87-4471-272F-B347CD7B2CB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80115185-8F33-4E72-8EF8-EC7C6E7431D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85AD2C15-70B7-E2D5-8F09-A481A0F3CE4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4E23A20E-E126-078E-3B3E-C0508246697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8317621D-1DB1-C0D8-9EB2-12A16F048A7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74BFAB5E-36E5-7C9F-F57E-0C8B41C28CF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ACEB4A91-664A-2F86-4DFE-D4E1324D0C74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64BF03EE-8EF4-7C58-DDFB-561DD011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4BEFA66A-BE1F-F184-553A-0CF51BA66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5F9BEE63-BF8B-96E9-869A-D702D8ED470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53D8077B-1EBB-B31C-5AA6-526FB5718FD2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4C080EBE-758B-1FFA-D511-D49F7D297EDB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996EC08C-54B2-155D-4C0C-923918797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1001EA60-4282-0830-2612-5514A11D838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E3AB01CD-8CCE-E654-27D9-06D072B2539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4BF3B3D6-36EA-D723-3CC6-1E6E0C626FD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2F2E3820-5E73-48BF-C469-CC9EEDF7679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AB556B41-BA7F-D246-BF7B-E85CF16F8D3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D5BDEF6F-6FA3-A5BC-3535-50DDDFA3603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CEF6C235-C681-7872-F5B9-41B4E68F83B7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7B4499D9-9E6C-ACE0-C13B-3F7511108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BED1E446-1F75-4FB2-B2DC-05C733BDF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E74C40F9-0834-1BFF-8D4D-C6E9F842BDCB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DD191B1A-37B5-3839-A0DF-915F1FA1492B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B07F466E-D7DC-89E2-3FDF-9FC94635864F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633657BB-6A85-EBD0-6085-9F8ACC2ED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0AC927DE-8541-2CBD-317B-1B4C8C1C380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D492FAA1-D15F-FE4B-323C-70A8ACA0239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E44DE5DB-C146-543B-28E7-30843FEC9D4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1008AFA8-3061-279D-C51F-0CB79B5AE85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401E6455-CA32-B28C-24C9-C774378E18A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CA951499-592F-1E01-4C1D-5D2811D436C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F003A656-19C9-7D6A-B900-4959CF980FE7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C696D98A-D5A4-FE7E-FB3A-59727E22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70D87EEC-2742-C4EA-3901-804342E60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25398CE8-1199-E8F1-6A3A-BA88FEA9088B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6B4397E0-EBAE-2C4E-B264-2F79B13ABA77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1F5BE62A-C7A0-EDFC-8603-10B5119D2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B11E9D84-AFC4-7E3E-D8BA-03864B273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6254406B-D8E5-931F-B992-AB92E5785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640F150F-3976-916F-B64A-2BD79DBAD3BE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2D70C416-8281-735E-8118-E00DDDEDFE83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820F3E2D-7572-410E-96B1-D99599FAB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69974D44-F190-6487-6141-40B9E56F52C0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3004274A-3917-9ABF-852C-F8D559AB4711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42B264D6-FB5E-739D-B439-E82B75FC8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12DE99C8-04FB-F0CD-3D22-43D545AE3B7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933A451D-2A38-26CB-17E2-6FA511A2D8C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CBE4ACA4-C0D2-8940-24D6-FC584AE93A5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734BE9A7-3F23-6870-9BC8-4D9299B754C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C20F3DA7-7E01-8F65-844B-27FE99B08FE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E90C999B-0A0F-2CC5-2A95-CC3F909D8A9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466A84C0-3220-C0A2-46DE-3F9FAA1ECBB6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E4B3D63D-767D-5054-2D2F-509F288DC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0659DE64-64BC-9750-643B-C21B7A86C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FB2F4393-AEB5-E18A-EF09-B012B0C5BA00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949C03F4-36FF-905D-4D15-BD41921ADBB9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7F59666E-2535-62E7-45DA-4D02404DF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EFCE71D3-F05D-152A-32BE-4966705CCC5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20FB6936-33A3-1B6E-26F8-BC61706B1F8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D8DEFA74-C80B-11A9-F383-360E070C7E1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A25E20B5-A6F6-EC79-8113-77495212198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3BC5ADFE-85EB-D584-4956-E6830AD0FB6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DD5FB1B7-6110-0535-2FF0-D95EB42BE44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E4D97C41-7CDA-5776-09A3-8430142B44A4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1468B961-2C19-D7EE-D9E2-106E1363B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5455367D-D1E6-5C92-B1D1-A33433C3C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A2FC7EA0-4E28-3C5E-6EA8-D33F0D12D021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7F9F0792-D003-C8B0-AB58-13776E104182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46EC75B5-735C-A91B-37C1-15CC86A4A100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2321B813-4166-8F2E-CFBF-FADC2B15D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BD87BED3-084A-6681-F10A-E85A6F3437E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BBDCEAB7-85A5-6891-7CA0-38A6AEBFE64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6766FA34-EEEF-088A-41DB-37BC8E877B0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FE8520B3-471E-E5F7-D6DC-05D3AB05ECE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E8C74B1B-B270-74B8-6C58-6598E269B4D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704398F6-F20E-D4C2-8203-5BBD9FE82BA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5674ADA5-E701-AA60-8AE9-2A52D7B7F0F2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0A909C66-B1E8-B379-DD06-01EA23B31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C48C293A-801F-9D68-68E4-D62923ECC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B021AADB-DBF7-A918-DDCD-85C678199E8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76C16CA0-19D7-5C8C-08FA-D183BE13AB76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B59903AB-5B9C-9A01-1737-5B5565125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58F0A0B7-5C1C-EF53-26DF-CA85B9F0F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C6233BFB-90DF-3941-056C-6051B9395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FD6432E1-E85D-E021-DB05-E4FD22442267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3571BF33-755D-BE9A-EE22-F87068F8048B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BCF4C517-6FB0-8FF2-0A8B-97AA5DA6F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1D2C0700-FD84-2CBF-BCD9-2A8DA7867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CEB95768-F086-8801-AA1B-E365724F8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21463007-5623-EC64-E8D7-1DB9BB0E3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EA429D41-6ECA-A7C4-4B46-22A2D1B9CE39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AE3EC16F-BA46-1B98-A06D-49ADA560EBA5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AF63EBA5-B9B7-AD36-E785-F41F01A50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EE7AEB3D-C2C9-9C0F-5289-87F80C0E0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52FFA9AE-491B-23D6-ACC5-17385D140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09510B86-F4E7-98B1-45E6-04FEFC8E5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55301915-49BD-2B7B-03C4-D977F107FFBB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7C2241A4-A1ED-9584-9378-6335AD61A44A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A9133BDF-8AC7-26A5-54D5-E748E8912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AC7E5E4E-203B-F2F4-57F7-A70979F840E2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5F2E5E96-38E9-E9D1-A66D-BCB436FB103A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97295978-1CBC-FDDA-20C1-2E7E515D6D27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EC442CE7-C285-3D0F-A8C9-6618ACC8BEA7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49E55E37-BCD4-9BFB-CB2D-6F890F77B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D8616C9B-0403-0DD9-E6AE-1B732E80C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0E98A9E2-8644-5505-3983-9E4794519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B4731C5B-690B-88F4-BAC7-22C3025AA207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610157CF-2DD4-6A6E-A7B5-ED542F3A9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4401772E-5F7D-E7D7-35FD-F36D3D819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2F6CFE9A-0796-9A1B-EE3F-34A3041AA188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CBFD5E83-79F9-FB83-490C-7FF52CBBA66B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CE79DBE6-1F45-761C-AC43-584945C4169E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FC3397BF-BE28-3672-9BEA-51BD46D0B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47E2CC84-02CF-E2C7-B43A-EBAFE056E7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860A289E-3B01-E1B5-063A-5605656FD7B9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81BD5480-CCE8-5036-8014-9C37A492292F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10FBD390-B364-AA34-4A37-CE662F467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23CFFF10-7C22-6861-4D66-8D98CE1A505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F659A132-5200-FAEA-4090-79B19DE5AC5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F4FFDDC1-FDBA-4AF2-3F32-DB9A869F48B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BC08628B-DF06-7547-A576-54B6DEADEA5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E700FCDF-EC50-57F1-A879-FB78C984B9F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51F9FA50-3BF9-FAB4-9BC2-4EBC0F0AA26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EB0D5B8D-0089-52C2-BCF1-9BCA7525E17B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A3D416FF-9157-1FBE-44A4-6BAF9EA8B245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922139B9-3F0A-8636-99FE-91CF2139AC08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A9CAE361-C0F6-77B1-1468-E81242D5B656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3BF1E61D-3B44-12C3-CC2B-52B518279044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0F43743D-0115-AFB3-42BF-160404A1C6FC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313E9B51-CD12-4D22-6977-DE6775E66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7206B1FC-0726-C5B6-1010-9803E87C5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B25AC889-D1C7-FCF5-D19C-42788C279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E1324A88-D040-4BB8-4FC6-667B86B73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FF3DAC3D-DBD3-67F8-EB12-296BA80DD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CBCA83F1-B6E2-3103-0E73-508EE9F69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2DB643C1-CA74-3091-136D-916A5EE5F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B08CA588-71FB-BB4A-F312-F5E810B87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95AC1930-7F7A-17CE-72C2-43DB1F784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FE2DA276-BEFA-70C3-3D48-3E889DD39AA7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7C5FCCDC-86BA-8674-1C96-E3F67875C9CF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3D56E51C-F2FD-DBB3-2B2F-384141D49F8F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528AA640-1400-DB2F-9ED9-3D1D3B81FCC2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E5266FC7-017C-B772-B112-8BABAEE2E4A9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1DD6B4EC-4A2F-B580-A66D-382635319678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1C1A1380-9FEA-60AF-6605-83660EEAD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74DC2BA5-C4C7-5E95-0BB2-06F62E332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D4CC4D9C-A9A8-BD20-8DDD-4464613FF963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C31A5D75-6770-7897-E4EA-42D6D7EA0973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564F23F2-B37E-73D9-A7A3-313665B86EA6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74B848E7-7133-0BF4-30EB-5F4C16A54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304919C5-B246-4703-F717-9EBBE5596EEC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027F80BD-7D56-76FA-4E70-4FC8B6732B09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490C3616-4F7F-6281-AEDF-AD7C91DF64BA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AC78BC90-B8DE-EC2D-FCE3-624F756CE7BF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F80E4EE8-03CC-C2E9-4202-FD0C544E7258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64F703DA-2E09-BC58-92E7-4E2E659FDACE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E3A3947A-B6B8-2847-7F4B-DA94A3C7C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45D4C85E-6F62-F39D-8C15-C4686356C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B9E710CF-6622-5D0C-5039-BF5A403439C9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8BA048A3-0A79-4F30-5821-3184897DE279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CB2B72A1-3182-2FEF-2BD5-77A92B40B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E5B3D3C9-EBA9-9DAC-6EFF-1C67E0387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663C6606-A1CB-DA7C-5C5C-DF75FD60B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BD590F77-18DA-4675-E084-34DF313431D1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AAF2864A-125D-D99C-DB9E-D1F2FDBAF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320628AA-209A-7781-A2C9-8C06E99EA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09EBD231-6084-DF59-18E4-E764F150667C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21A31564-E21F-AA47-E89B-24F522AC7BB2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BF4EE30D-21D2-26E7-0BAB-33FAB2BADA05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0D604808-5BF7-1191-A012-3157A0656F1A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5BA2B2C8-ADE2-1CE8-C3E4-30644E5EF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DF4E454F-88DD-7AA8-9205-E223E9AD5B2E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0E0F645F-567B-FDD8-60B6-23521898B4C0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216BF2A2-4387-1E2E-3D0C-C8D0F60BCA54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93330B58-7B3D-6AA1-0039-4478EB41E92E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95CA31B2-540F-B360-EB41-90B7504EAE6B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DFD766AF-B383-E691-0E60-D7C0A0434EEA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6D28C1C8-C704-DF46-1309-79A229BE3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16D714FB-DE8D-8FBF-4082-E92808F81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CC2AEAC0-23D3-F132-AF10-1B33C829E82A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C3E1F5E2-E2BB-1173-A9B4-23D63AB4C6DE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6B3333C0-CD54-25F0-DF78-8B841DE06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8F61E7CE-0C6A-EBD5-8FD2-2F03DB0C3CA4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ED498155-240A-ABD6-89EE-9FAA02AEE877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1BB51090-1DFA-C1B3-F10A-2677C33B86DF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0530B492-80D1-F3E9-DEA5-861DC3B209B2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B2653315-161C-5241-2C29-56680688F868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CDCEFC51-1A5C-0105-4E1C-6559F91BAFCC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6EA5E3CE-D897-7C82-4E18-3C94128F7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6D97EFC0-5BBD-BEC7-56E2-47C558539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F4357DB1-FCE5-A5A2-3A0D-A5014F3AF288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4A87556F-0A72-8C04-177D-A25B522DF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14867896-C59D-F19D-56C5-E56A1D386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02B3532B-B666-7445-9761-A392E7442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2A79E2FF-ACDC-060A-EF99-D133E13FBA13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6FA87C3D-E1A0-D7E4-2D65-ACDDBF664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6C7FB73A-DDA8-4939-A0D9-61A96CF2C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1DF7BCE8-FB95-18AF-3A77-701A5F9C9254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F2F515E2-BD61-81DF-4D69-E1229003E755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6682A864-8D4E-A58C-3611-014DF6D8D04A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282A1CA2-7A76-5E1C-6A00-EC27307AD0F2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C150B127-6CFD-9B58-77CC-71EBA11AC98D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E0832D62-5716-40F0-22B0-5118A7DB4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141918E3-FBF0-86DC-8422-A45FF65BD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C4FEACD6-2F67-6280-BCF3-132001D0289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ECCE47E3-F2B9-4E07-FEA7-6253F97EEB5C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BDE24BFC-658A-2B33-995D-AC5E46FE6E89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B12B6E88-0692-E60D-6F5B-49AF6E8C5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A82AC088-15F6-205C-0CDE-EA3203474F5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6BB5E5D6-0B49-A673-9ED6-0E0D652FE4F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3960C7A2-BEA5-4438-2A9A-CA2F2ACCCEC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DB681FAE-F96A-3367-749D-E084218FD76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0B2C597B-FF95-306C-404C-E09CC561087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1410FE85-6A34-D9ED-D19E-0D9A2704548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933EA502-50C3-F17D-BF18-A590FE376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CF5B33FE-52E6-060C-9906-81076C636142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7252D1D3-DB4A-62E0-99EB-692C414D0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2A7EB03E-817F-DF9F-3626-509DF9B89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F0C715FB-4DC7-50BA-7ECD-8A534F7CFC11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2B238969-4597-2740-DFA5-917CE93B238B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7A8B6CBB-9ADB-824A-388E-B7B6AE3F971F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0758775D-35BC-8E5E-E19E-7D8168644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D737A606-5D26-C8C7-AD7C-930942DDD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AEA82FCC-3907-155B-B3A3-C45E45C3795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63A37CED-F2BA-CDB6-B3EF-EE1FCA5583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ECF9B8F6-AA15-0EA8-E9FC-6BFF5997DA60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00EAE69A-02AD-B103-B10C-B3291DF34A79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712AC15E-134A-D1BA-1591-9288F0C35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44EC0DCA-8128-818C-4121-1300446CC2FE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BB2356B4-1BE9-1E00-2307-EB8AAAE84B4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D49043A9-C293-C5F4-65D6-C9C01865A13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F353355E-B992-AB0F-3A96-58456432338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9368C79B-76A2-347C-05E6-F8E7951D35F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13966748-0319-0ECE-ACC7-DA025C6B262B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FF7E0A1D-F570-7C5A-B90E-944449844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7A84CA2B-FC6A-7952-EA7D-3AE51DB53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B3DE72BA-43EC-B749-A9A3-9833CDCDA048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5A1039BE-6027-538A-74EC-7E7137F2D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AC892322-E50E-061A-AF7A-9865F24BF89B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2D3F1529-E55A-C3C3-1B86-5608F1B35C64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4AE146A9-0AE5-32DF-E764-26604DBCDD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E72AF20E-4E1D-6722-BCC3-B4EA31988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09FD940E-8DA5-0D2F-C5B3-34CC8FE568D8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43358D59-F06F-CE7C-612F-9E6A9F3E18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171A9B9F-1E1B-D8B2-4408-1EFB946E25A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B1772AB3-D2B9-3E8B-D27F-916B429603A3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323B28F4-734D-053B-7FB2-2A22FEC30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0B751A87-7306-BB95-58E0-B2DB43E4B598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77C2A677-E4D8-D1A6-3E01-A8AB5331D68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4845DAEF-966D-2612-EAEB-CF03E0BF25B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34183BF2-1F5F-0E8A-AA44-2DE25F359B9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9D7D9D89-5952-35D5-3762-0B3C060FC78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DB7DE96E-4EC9-8742-4C18-DC275231F43C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44425A90-59B8-8CCF-47CE-D03842E6B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9FC7EDD2-D4DD-2C42-DC7C-B5F49031B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C8104379-6EC0-3E0B-3B4E-B7FDCA6BF977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B1E18B51-8E49-8C04-6FCE-0074FCCA4D80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2FFB8EBA-D3E7-BB98-2FFE-4023AE7CC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2B9BEC1F-D82E-A22F-DE49-D1CFAD443E87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564CDA1B-C174-7443-A414-A84164E08C2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E3E1D640-AD13-C0E1-7790-12EBF18B345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5713527C-271E-881C-598A-60FF3D6DA91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8670A80D-91A0-0131-CDCA-3800A92B886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89EDD1D2-ACA4-75C1-65A9-42CC009AF0B7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28E6A0F6-4D08-2A37-F99F-7A6CFF37E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0C838BD3-C7FA-410D-F3BD-219E5CE85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4C1C4562-F096-2318-2D64-846C6BD79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4449812D-EEC4-BA9D-DBBA-CC3C80587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7AB27EAB-53C9-0F15-118B-044EDBB26171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4612DE6D-049A-34D3-0439-F20F7BD7A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4E56C98F-8B71-1E5B-4B3E-5364A2555386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8FA47371-F8A5-4365-745C-9C61E1AE8E8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4CDED7DD-EC04-C6EE-7015-59175A800B9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5285C662-E10F-7049-1455-0D41E40C507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87D9B0FD-EA58-895A-CA18-1088461E9C0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A2E60990-D1AC-429E-59FB-960280EE50A5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AEC79F3A-208D-3299-5591-46CCEAD546B1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EDBB01A0-5D22-BE9F-83B6-DC74B7083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63B82E08-D51D-F7B9-2371-3C4D529168F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EFC555E1-7A1E-30A2-C8BB-13BECAABC6A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B5CF75A8-E5BD-7D80-BB74-62B8BBDD0D9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FEE64292-6A60-E254-C9F5-7C6BDB08DEC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59C3B6BF-A3D1-7C58-818A-0012014C092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B1B4648B-D6EA-CBBD-4844-F8FAB2FB3C7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E5B4142F-2C59-F677-BCB5-523740019D65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600C29FE-5854-0876-763B-F144D9B18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4435382F-BA6A-38B6-1395-4A51AE0B0CB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18F44B64-38D4-01BE-1CA5-E40826BE300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5C62AD5B-B06F-31A0-8827-6D42CEE4EB1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72160A09-8DB6-E67E-023D-C5D1D0DF489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0E7CE9A1-190C-15F7-D491-1CFA70A9CEC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1449A680-46E0-7CDF-73E2-A1050CCACC1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35B3E431-7C6C-FECB-C611-5BBBBD983F03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4BCB838D-596A-B161-A026-0952BB911554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A347474B-0AC9-9237-012E-81FCFC9A066A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58A0B9C2-7787-F4A0-93EE-EC2EB3A0B1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E085336F-3A92-056D-64CF-1C80DD8E9038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BDB782F2-FE08-94A0-D40E-FE75D599B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2C8FF70B-3367-904B-B552-32F21012E676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930A86A1-CA85-6A8B-F9E4-F16B40CA2776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E668E367-0EE3-FB98-2B11-AA200DDDD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D27BADD7-E585-8EF8-170B-ADC19935B634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E71E20BE-31A2-19AC-6C62-A4AC4B68A49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51841843-B18C-A89E-EFE8-22567FF7B52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BCDCA776-2AF8-E74B-92C6-5C1EE7396E7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BB64B465-F17D-C6E3-98E0-8F3EB15DAA6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171438D9-81B5-8E07-DEC8-5C02CD4E8CC5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D13306BB-E9E3-9CF7-0685-80645F9DA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6AA60724-1CC1-F34F-C75A-41295E87D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E9B97859-AC13-80A6-8F86-1350361A8AC3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E85EBFF6-FB29-FA8C-297A-A7D83293AA21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FE1959CB-6AFE-478D-BC26-FD19222EE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F46D49A1-8510-D3E5-D539-D647D65E0AB4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60F7A268-F7C1-74AE-825D-536208F66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4E33D73B-CC57-16FA-DB1A-3847B30097C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CF308CE3-8B97-2F3D-D8A8-28AF10533236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0923948A-1D98-14C8-169E-F60A03905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1E8B32A2-009A-02A3-780E-FB681E333D92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1DEE3CAD-F2A5-5FFA-8BFC-6494DDA3F59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92A950DF-6AEC-E6A9-E761-85F6A2B8B99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304330F8-B74C-A023-7A79-317457468734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F66056B3-9917-A8E3-D109-4A58554AFD5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EC403AD7-FCE1-BE98-34C0-66FA16ED70E0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E7F63D8E-EF47-5A73-1C7C-677F25BEEF06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8BD16F47-4419-B7FB-9F75-96CA235E1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3E221A04-5322-0222-D06F-C51916E3E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997158A4-1B06-6785-DA8D-53973A4DB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3C4EFBE8-6F06-2C03-30B4-84EECDC608C4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F7E1D6EC-9093-AE7F-6EE8-25C7D4549612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1A91FE86-36D9-4261-179C-918360020B4D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660A9B1E-503C-622D-6296-D2F9A0E0C84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E4ABAB34-DA60-BE4E-46F0-53B0FA39FE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615B5233-E839-199E-6CEC-2399A74E3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6DAC1BD0-4379-FDCB-BDC8-C8C03EF1CB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4FC6515E-74C2-A992-7081-AE1719599E4F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43B728F0-9D89-6BD6-6D29-54A23C6D841D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363D46F3-3EDF-5268-5138-FDF47DEECD6F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E5E23724-C97E-BB73-4E7E-6E8057906C2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97F740B0-916B-192B-2443-B080276834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584521A1-4052-C465-D451-7E9E631237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2062FA8F-505D-94AE-CEC3-9F8246B7E6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ECAE6CCF-BDC2-A557-6CCB-819B3258EBFA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0535873B-B95B-1AC6-E0C2-DC3F26763537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2AE53B2C-A3FD-A6FA-CBB9-17406DAC622F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FF95A5F4-922C-4490-5BB8-18B45B1D7EC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03BF9DF4-2643-3F96-A620-D51A2F7A4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EB2BC9B5-76EF-4C71-A484-43A340FA16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A4E0BFFE-0074-7B0C-2611-F27FC90E4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47F07FBE-85BF-E4B7-8386-EDC211039F6F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17864E62-CFD0-E2EC-AB49-9B2A7DC53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1B9A22FF-E274-BC09-0700-C970B761FAC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78221A6B-273A-834A-78C0-5C3F1881875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5EA8ECB5-CF28-F580-AC6E-7B13D6B0219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55F331A0-A119-70BD-AA61-6E2BA62439F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9D9016AF-B810-EFA2-987C-8CD8287DD15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712486C4-3069-D028-EBBC-84BC24286AC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6E7611A4-56FB-5A2B-19DD-505AB8EF5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AEC67579-CE83-16A0-42EE-4984B26E1439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C44120CA-7FEC-5D9C-52A7-8F77F9186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B9B88A7E-804A-16AE-24A1-BE3D4BAC3D06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4F27A99D-A1C9-C8ED-B4B8-BC42D641C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DB503768-8B8C-BEDC-906C-73DFF21AF47E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958A7A38-CB9B-ACB0-E905-3C60D3B85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293A3A6F-F86E-2C86-7843-2F02034AA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541CB76C-BF3A-6A0A-1CA4-D2FEA700B151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88112DBC-CF5A-9C3A-EE2D-DE0B0338D14C}"/>
              </a:ext>
            </a:extLst>
          </p:cNvPr>
          <p:cNvCxnSpPr>
            <a:cxnSpLocks/>
            <a:stCxn id="1102" idx="3"/>
            <a:endCxn id="991" idx="0"/>
          </p:cNvCxnSpPr>
          <p:nvPr/>
        </p:nvCxnSpPr>
        <p:spPr>
          <a:xfrm flipH="1">
            <a:off x="3990712" y="3227932"/>
            <a:ext cx="1493606" cy="2717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DECC0C1C-0D35-A812-D996-EE2313BAF9A7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72897EA9-AE9B-DE7F-67EF-311B46319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970FD5FD-798E-560A-6E6C-712D23EAA36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F169A45A-F1CF-4729-2741-521B7D0A71A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8E98529F-18FD-52F0-6A97-EE27A0FB4D9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AA7A434E-7890-D333-535E-6A036504A3C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43666F46-8E2E-773E-72F0-3AC98F51A25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BD2E6024-C5F6-7713-E6D7-0556951E362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5E46C072-DBF8-555E-A04D-4384E228A665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A1A8FAF7-8B26-4965-66A9-150A7EF08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A13DEBE5-C2FD-89CD-4038-790DED0BB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1A58203C-9209-7D61-1FFF-8C626349FE0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AB340EBC-6D35-703D-845C-C3BCEA40C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7DEB14CD-CF99-3A36-7771-1482D07392D8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161290F0-B16E-4C74-4611-CA438C45D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FA97BD0B-B4EB-7947-3828-76C29018609B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CE31EA1D-C9A6-EEE9-D67E-7F3D76574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D4CD1856-A625-06CB-5435-0FD477EA7668}"/>
              </a:ext>
            </a:extLst>
          </p:cNvPr>
          <p:cNvCxnSpPr>
            <a:cxnSpLocks/>
            <a:stCxn id="1018" idx="0"/>
            <a:endCxn id="1104" idx="5"/>
          </p:cNvCxnSpPr>
          <p:nvPr/>
        </p:nvCxnSpPr>
        <p:spPr>
          <a:xfrm flipH="1" flipV="1">
            <a:off x="6756438" y="3227933"/>
            <a:ext cx="1535016" cy="2668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B81B9BEE-7497-857E-6EDA-28ED038523E0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884D7507-D98E-CA2D-86BD-C644999C1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5DB2F495-4DC2-90F2-1287-452921C17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42387FB5-53AB-FA4E-D54F-3425B65A88C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9DA62392-2A39-4DCA-FA61-0AA737E9CB9C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AE4A7177-0F49-9DF9-BA82-70788D94AE47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5DA324F5-BAF3-2B89-C725-92F5F2E26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44C8AECD-A0DC-ACF4-26A6-F429F985107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BFFB9DF6-4213-09D5-1411-8C379B2E41B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3728A327-0859-FF50-2476-AD110A38172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43272E9B-C216-5C72-E263-DD68F53CA9A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0C4C3425-133C-B877-DF83-C8E57639764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64870532-E247-F170-1BD3-A09101E84222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D6EDB91D-6E2F-49CB-AC8D-B77E35B9AF14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A60DFC0A-538F-8488-5163-B8DC9598C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A442F4EB-0DEF-991E-1F70-78953182866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EB9A30C7-A154-3255-EA63-F4C638B8FC9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537C3606-2708-A120-D087-748FAB74C33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21B4C634-6EED-D574-A0F2-D82CF1C8E66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33B8A775-E2BE-2EB6-2FDB-0F3AADEFEE0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E96745E9-87C9-7A9F-C7B0-F7F5B5819A1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09F737E9-3369-E856-47FF-DF510842E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789FD20A-887B-5B25-4E79-EA05D9C79F98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92C23791-DE1C-647B-FFA6-0600604E2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05BCE47B-77C6-8253-0833-E2D14E21131C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6D672E3A-3B01-E5DF-1EFF-99290DAE6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CC9C19F5-F9D4-1E0D-0BB1-D27D47EBF8FD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80117CD6-363F-4FB1-A9F6-F5F812906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A769BE2D-D2BF-E4FD-D073-0E0F8E9CB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406545B5-E991-42B9-0374-681DB86E7920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20" name="Rectangle 25">
            <a:extLst>
              <a:ext uri="{FF2B5EF4-FFF2-40B4-BE49-F238E27FC236}">
                <a16:creationId xmlns:a16="http://schemas.microsoft.com/office/drawing/2014/main" id="{29F2416F-33E2-69F2-BF6B-C0EDA49D1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12720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2F3991C4-FC3B-11DC-8546-BC1044B5B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CB8FBEB9-1C88-0D94-8D1C-C31249016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11252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28A90800-71D8-8924-A212-BE24F33EB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05F47388-139E-CEA5-F803-A6D3ED13A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35445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ECFB22D8-818E-47EC-1F4F-FF07D1D8B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A2A35A32-D1CC-96AA-E422-ED0458616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33977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58E32FD4-F1C4-281A-4446-8FC4729B0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0FF41989-6E51-8719-BCDC-E20A780DFF60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98EC24D5-4107-3070-6658-5DC370D8DC5C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94FF41F6-762C-5B1B-72DB-B92BA9C88EF0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02BFDD2-0B93-91B0-C955-92CCE72C25C0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01668A-1B3B-5CF4-DEE5-FA77EFAF015C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5E5794A-A3ED-8EA3-171F-1D77476768CC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254A51-9C30-D20B-4C90-905631FC49A0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7E34ED9-FC26-F42B-5B73-286793DAA17F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821A0FB-2464-531F-591D-A267B2362493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3" name="Rectangle 29">
            <a:extLst>
              <a:ext uri="{FF2B5EF4-FFF2-40B4-BE49-F238E27FC236}">
                <a16:creationId xmlns:a16="http://schemas.microsoft.com/office/drawing/2014/main" id="{E6234D43-77AF-394C-99F2-3F424BC64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4A979C78-2732-7FBE-4479-BD24E961B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F74EDD50-C393-376A-FE02-8C5A811F3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D5E4E015-A54C-E2C8-9A17-1A876EAF2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5E8DA99F-FE61-76E5-E595-A3F6B4381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D25044C6-CA11-31AA-5E1F-77B003417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7A1FE83E-A090-DDB9-5499-36C30C658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C594BB3-301F-BC53-56FD-AA1CE01DBC37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EAEC5D0-0302-6F2F-28DE-6273377DCE36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49E20DD5-3F7A-E317-5403-C46B59889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835140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94782778-A5AA-ECF2-7EF0-123A90742416}"/>
              </a:ext>
            </a:extLst>
          </p:cNvPr>
          <p:cNvCxnSpPr>
            <a:cxnSpLocks/>
            <a:stCxn id="1103" idx="0"/>
            <a:endCxn id="225" idx="2"/>
          </p:cNvCxnSpPr>
          <p:nvPr/>
        </p:nvCxnSpPr>
        <p:spPr>
          <a:xfrm flipH="1" flipV="1">
            <a:off x="6096001" y="923091"/>
            <a:ext cx="29248" cy="2224284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EB1C293E-9854-6DA1-5314-ACCA86875AA8}"/>
              </a:ext>
            </a:extLst>
          </p:cNvPr>
          <p:cNvCxnSpPr>
            <a:cxnSpLocks/>
          </p:cNvCxnSpPr>
          <p:nvPr/>
        </p:nvCxnSpPr>
        <p:spPr>
          <a:xfrm flipH="1">
            <a:off x="6522942" y="906639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A1C74776-B219-9EBE-5108-6BFDD2DD1820}"/>
              </a:ext>
            </a:extLst>
          </p:cNvPr>
          <p:cNvCxnSpPr>
            <a:cxnSpLocks/>
          </p:cNvCxnSpPr>
          <p:nvPr/>
        </p:nvCxnSpPr>
        <p:spPr>
          <a:xfrm>
            <a:off x="5666317" y="903139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48FBC121-FE7E-947D-802F-3852DB16F2A5}"/>
              </a:ext>
            </a:extLst>
          </p:cNvPr>
          <p:cNvCxnSpPr>
            <a:cxnSpLocks/>
          </p:cNvCxnSpPr>
          <p:nvPr/>
        </p:nvCxnSpPr>
        <p:spPr>
          <a:xfrm>
            <a:off x="5525858" y="289892"/>
            <a:ext cx="0" cy="56524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89FC19E7-240A-BFC8-0A42-9DEFC75E68CD}"/>
              </a:ext>
            </a:extLst>
          </p:cNvPr>
          <p:cNvCxnSpPr>
            <a:cxnSpLocks/>
          </p:cNvCxnSpPr>
          <p:nvPr/>
        </p:nvCxnSpPr>
        <p:spPr>
          <a:xfrm flipH="1">
            <a:off x="6255143" y="301603"/>
            <a:ext cx="589046" cy="2870475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305F10B3-FB37-AB26-8293-33AE8CE82EBA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953D1BE0-7C69-0DEA-41AF-7CC1850CF8B5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4E9EB3AB-9C60-68FB-78D9-08DCBDC53058}"/>
              </a:ext>
            </a:extLst>
          </p:cNvPr>
          <p:cNvCxnSpPr>
            <a:cxnSpLocks/>
            <a:stCxn id="1525" idx="2"/>
            <a:endCxn id="1252" idx="1"/>
          </p:cNvCxnSpPr>
          <p:nvPr/>
        </p:nvCxnSpPr>
        <p:spPr>
          <a:xfrm rot="10800000" flipV="1">
            <a:off x="4417265" y="1399319"/>
            <a:ext cx="777715" cy="2519936"/>
          </a:xfrm>
          <a:prstGeom prst="bentConnector3">
            <a:avLst>
              <a:gd name="adj1" fmla="val 112104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C0B2FD6F-CB84-3B4B-F103-D14998E19B79}"/>
              </a:ext>
            </a:extLst>
          </p:cNvPr>
          <p:cNvCxnSpPr>
            <a:cxnSpLocks/>
            <a:stCxn id="1524" idx="3"/>
            <a:endCxn id="1272" idx="1"/>
          </p:cNvCxnSpPr>
          <p:nvPr/>
        </p:nvCxnSpPr>
        <p:spPr>
          <a:xfrm>
            <a:off x="7093585" y="1398433"/>
            <a:ext cx="720742" cy="2538095"/>
          </a:xfrm>
          <a:prstGeom prst="bentConnector3">
            <a:avLst>
              <a:gd name="adj1" fmla="val 132679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9403D2A-1C25-FDBC-B3BE-2B9CEC3D77D3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2841486" y="2389506"/>
            <a:ext cx="262699" cy="1566628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6ECF5C96-9D4E-3AC5-6816-3EE829785872}"/>
              </a:ext>
            </a:extLst>
          </p:cNvPr>
          <p:cNvSpPr/>
          <p:nvPr/>
        </p:nvSpPr>
        <p:spPr>
          <a:xfrm>
            <a:off x="2924798" y="3956134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EA1CDA-6699-2C51-159B-769223BD3B49}"/>
              </a:ext>
            </a:extLst>
          </p:cNvPr>
          <p:cNvSpPr txBox="1"/>
          <p:nvPr/>
        </p:nvSpPr>
        <p:spPr>
          <a:xfrm>
            <a:off x="2647791" y="4036428"/>
            <a:ext cx="3834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50">
                <a:solidFill>
                  <a:srgbClr val="FF0000"/>
                </a:solidFill>
              </a:defRPr>
            </a:lvl1pPr>
          </a:lstStyle>
          <a:p>
            <a:r>
              <a:rPr lang="en-GB" dirty="0"/>
              <a:t>BRI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1428AF5-0930-E045-D69C-D7588381D2A2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3104185" y="4088204"/>
            <a:ext cx="383449" cy="1724509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C5585D6-F7AB-A7C3-4EB3-FF68A094EA7E}"/>
              </a:ext>
            </a:extLst>
          </p:cNvPr>
          <p:cNvCxnSpPr>
            <a:cxnSpLocks/>
            <a:endCxn id="256" idx="0"/>
          </p:cNvCxnSpPr>
          <p:nvPr/>
        </p:nvCxnSpPr>
        <p:spPr>
          <a:xfrm flipH="1">
            <a:off x="9204779" y="2410221"/>
            <a:ext cx="305087" cy="154591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56" name="Oval 255">
            <a:extLst>
              <a:ext uri="{FF2B5EF4-FFF2-40B4-BE49-F238E27FC236}">
                <a16:creationId xmlns:a16="http://schemas.microsoft.com/office/drawing/2014/main" id="{677DD1A6-7C68-1ECF-33D0-5EA7F36F99B3}"/>
              </a:ext>
            </a:extLst>
          </p:cNvPr>
          <p:cNvSpPr/>
          <p:nvPr/>
        </p:nvSpPr>
        <p:spPr>
          <a:xfrm>
            <a:off x="9025392" y="3956134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1CFC1E6D-E365-8A6E-E3DA-2D02FA23ACEE}"/>
              </a:ext>
            </a:extLst>
          </p:cNvPr>
          <p:cNvCxnSpPr>
            <a:cxnSpLocks/>
            <a:stCxn id="256" idx="4"/>
          </p:cNvCxnSpPr>
          <p:nvPr/>
        </p:nvCxnSpPr>
        <p:spPr>
          <a:xfrm flipH="1">
            <a:off x="8768333" y="4088204"/>
            <a:ext cx="436446" cy="1790543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TextBox 277">
            <a:extLst>
              <a:ext uri="{FF2B5EF4-FFF2-40B4-BE49-F238E27FC236}">
                <a16:creationId xmlns:a16="http://schemas.microsoft.com/office/drawing/2014/main" id="{154205A9-19FB-EDEA-F08C-FC271F90FBCD}"/>
              </a:ext>
            </a:extLst>
          </p:cNvPr>
          <p:cNvSpPr txBox="1"/>
          <p:nvPr/>
        </p:nvSpPr>
        <p:spPr>
          <a:xfrm>
            <a:off x="9187389" y="500954"/>
            <a:ext cx="267309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Super-simplified control plane…</a:t>
            </a:r>
          </a:p>
        </p:txBody>
      </p: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A1B5E6F1-9D10-0390-E680-4BFFB0281D90}"/>
              </a:ext>
            </a:extLst>
          </p:cNvPr>
          <p:cNvGrpSpPr/>
          <p:nvPr/>
        </p:nvGrpSpPr>
        <p:grpSpPr>
          <a:xfrm>
            <a:off x="4706505" y="3946349"/>
            <a:ext cx="1029166" cy="71625"/>
            <a:chOff x="3595799" y="4960156"/>
            <a:chExt cx="1012906" cy="70493"/>
          </a:xfrm>
        </p:grpSpPr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6D98DC58-43A1-2804-64BB-5C49F8C859EB}"/>
                </a:ext>
              </a:extLst>
            </p:cNvPr>
            <p:cNvCxnSpPr>
              <a:cxnSpLocks/>
              <a:endCxn id="413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7910F362-6F51-4910-A26C-B0CDAAB12DCA}"/>
                </a:ext>
              </a:extLst>
            </p:cNvPr>
            <p:cNvCxnSpPr>
              <a:cxnSpLocks/>
              <a:stCxn id="414" idx="1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0F7E918D-4768-D949-2A90-4EC7461276A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404" name="Rectangle 25">
                <a:extLst>
                  <a:ext uri="{FF2B5EF4-FFF2-40B4-BE49-F238E27FC236}">
                    <a16:creationId xmlns:a16="http://schemas.microsoft.com/office/drawing/2014/main" id="{E173BE4D-CC8E-3D37-C4ED-7BDDA4386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413" name="Rectangle 29">
                <a:extLst>
                  <a:ext uri="{FF2B5EF4-FFF2-40B4-BE49-F238E27FC236}">
                    <a16:creationId xmlns:a16="http://schemas.microsoft.com/office/drawing/2014/main" id="{F027F99C-E5AF-AF8C-D049-870BF1DED9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4" name="Rectangle 29">
                <a:extLst>
                  <a:ext uri="{FF2B5EF4-FFF2-40B4-BE49-F238E27FC236}">
                    <a16:creationId xmlns:a16="http://schemas.microsoft.com/office/drawing/2014/main" id="{2C618B07-84DF-4056-9A53-F787A37F7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E0F51BC4-4D85-FCE6-8124-B68086AB62AF}"/>
              </a:ext>
            </a:extLst>
          </p:cNvPr>
          <p:cNvGrpSpPr/>
          <p:nvPr/>
        </p:nvGrpSpPr>
        <p:grpSpPr>
          <a:xfrm>
            <a:off x="6580618" y="3935776"/>
            <a:ext cx="1049124" cy="71625"/>
            <a:chOff x="3490493" y="4960156"/>
            <a:chExt cx="1032550" cy="70493"/>
          </a:xfrm>
        </p:grpSpPr>
        <p:cxnSp>
          <p:nvCxnSpPr>
            <p:cNvPr id="419" name="Straight Arrow Connector 418">
              <a:extLst>
                <a:ext uri="{FF2B5EF4-FFF2-40B4-BE49-F238E27FC236}">
                  <a16:creationId xmlns:a16="http://schemas.microsoft.com/office/drawing/2014/main" id="{B7DDEF26-B75C-45DA-EEEB-C5F2F89EB151}"/>
                </a:ext>
              </a:extLst>
            </p:cNvPr>
            <p:cNvCxnSpPr>
              <a:cxnSpLocks/>
              <a:endCxn id="425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421" name="Straight Arrow Connector 420">
              <a:extLst>
                <a:ext uri="{FF2B5EF4-FFF2-40B4-BE49-F238E27FC236}">
                  <a16:creationId xmlns:a16="http://schemas.microsoft.com/office/drawing/2014/main" id="{0C8B0B70-97CA-DD6D-3D17-91F44ECDB1EA}"/>
                </a:ext>
              </a:extLst>
            </p:cNvPr>
            <p:cNvCxnSpPr>
              <a:cxnSpLocks/>
              <a:stCxn id="426" idx="1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CBCF24B5-C552-CCEB-97F7-19F8D0FECDA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424" name="Rectangle 25">
                <a:extLst>
                  <a:ext uri="{FF2B5EF4-FFF2-40B4-BE49-F238E27FC236}">
                    <a16:creationId xmlns:a16="http://schemas.microsoft.com/office/drawing/2014/main" id="{17AE1A67-91C4-324D-D11B-46F7F8B9C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425" name="Rectangle 29">
                <a:extLst>
                  <a:ext uri="{FF2B5EF4-FFF2-40B4-BE49-F238E27FC236}">
                    <a16:creationId xmlns:a16="http://schemas.microsoft.com/office/drawing/2014/main" id="{C5A64BD0-BFF7-3898-8C49-CC68B3145A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26" name="Rectangle 29">
                <a:extLst>
                  <a:ext uri="{FF2B5EF4-FFF2-40B4-BE49-F238E27FC236}">
                    <a16:creationId xmlns:a16="http://schemas.microsoft.com/office/drawing/2014/main" id="{FC7A2B6D-ABEB-9779-49A8-8D2D36F18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992C5422-7D0D-0E16-7715-B24B9960C5D2}"/>
              </a:ext>
            </a:extLst>
          </p:cNvPr>
          <p:cNvCxnSpPr>
            <a:cxnSpLocks/>
          </p:cNvCxnSpPr>
          <p:nvPr/>
        </p:nvCxnSpPr>
        <p:spPr>
          <a:xfrm flipH="1">
            <a:off x="5156748" y="1444960"/>
            <a:ext cx="405193" cy="2503645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30" name="Straight Connector 429">
            <a:extLst>
              <a:ext uri="{FF2B5EF4-FFF2-40B4-BE49-F238E27FC236}">
                <a16:creationId xmlns:a16="http://schemas.microsoft.com/office/drawing/2014/main" id="{987EEB4E-A5F1-1647-C35A-49E7207A4ACB}"/>
              </a:ext>
            </a:extLst>
          </p:cNvPr>
          <p:cNvCxnSpPr>
            <a:cxnSpLocks/>
            <a:endCxn id="424" idx="0"/>
          </p:cNvCxnSpPr>
          <p:nvPr/>
        </p:nvCxnSpPr>
        <p:spPr>
          <a:xfrm>
            <a:off x="6798709" y="1456359"/>
            <a:ext cx="319044" cy="247941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588652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F783E-20BB-7913-0CB9-C7E9621C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D5DB-9AEE-8C1B-954C-FC5A97E2C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168EBB-CFD2-01B8-7624-FAE3DE535659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95CEA6A-046C-28EC-4EC8-1FE7DBAC1D06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1C44A177-26E8-60DA-5591-60FE9A22A391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00BCAE52-008C-92AB-8199-0C139EE46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A2AAE41E-8B19-6840-4150-3F2F33EFDB2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7D3479B-5472-DCF4-2942-6AAC25432BA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2C4F05E4-2E2D-D23B-AC5E-5CB64F98A20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9C6DA002-95D3-F5DC-C950-3F1C493B4BA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5A9B9876-A275-AA14-F684-D937BF6047F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8CF00422-90AD-9DB3-03E2-A4540EEA32C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F3037CB-15A4-4C01-39E4-E5989D4173C7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BD325A5-40EA-4E65-A295-021D5648D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561AB82-FED9-2B77-C60E-238B31951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B5A1EE6B-B47A-4DA6-209B-00EA8F3A4F2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148F0A4-DC9D-2B03-B979-5BAE37F8B6E0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2ECC6B52-1CB1-79AD-985B-270326425376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EFCB9526-FB9D-1B97-B702-DD1215F0E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B45A2511-B854-A29A-E299-57A95AA41F4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05F3BB7D-A0DA-00D6-44EE-B268EFF02A6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64C21E8E-AE0C-E9BF-E811-225952F9C7E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D37A0AF6-8215-F785-1D60-928300FB6C2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824FEC64-DC27-05A7-090A-D25A081DC72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864C1A1A-9B37-FCB3-D791-D45CA85095F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C82A664C-714D-AA77-BA30-37FB2BC476E4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04056748-572D-23CC-63E8-172582CFF549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351788EE-2D0E-B084-F2FE-D0A16AB90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4D88F0C0-AD00-DAB8-4A0D-51A1F78FD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9522229F-9568-11C7-CF87-6A7F64CA6E5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5E87D26F-38C3-FF21-16F6-745E079E0EEA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080A8D9E-A688-CD04-3F9E-BBE92A521866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A1C5BFDE-3C35-2644-BAB0-A8CEE85C0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75D3A845-B261-A4D2-B033-FF25C34C3B5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E4AD3D3D-C538-E5F3-8DC7-6D0CE4BA2D9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5D9082C9-6018-F333-2958-E2C55136A49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6480FCB4-6C21-69A9-A588-5B8527FC787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74F42A92-503C-1C9D-7983-3F105CC164A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7DFF30ED-C32B-8DF7-95F7-A4ED9F448EA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02A5714-59BB-5910-5D17-637C541FEFE6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53C46D5E-948D-6CB4-4703-D44DC7B4B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D478926F-CC02-967D-A18C-74C8EEEB0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3053A444-7F7A-C936-961D-3F43AE485FB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4CD3CFAF-9C67-E148-9D87-64D26E822F7B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C62CCF73-C053-0A30-020E-77AF4C7FDB8B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B459F24B-00E1-BBD7-49EB-0455FBEB1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198B1A24-8D54-901E-7F48-06031CF9064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F05A03A1-E6A3-0A3B-C33C-8D11ED5028F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5D055F8F-EF7F-8133-B93B-179A8515EA9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3729D544-9929-D50D-03F2-BCC9ED731EA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B95205FA-FA43-6B01-10EE-4274D4B5D49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3DED9FA5-CF83-F216-5E03-78D11A55516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59125F70-266E-BE3B-9838-C48E04A60928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BAB92144-247B-F794-612B-67B61E2AD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1FE26EC6-A81D-2B7F-39CA-3E70C7B1C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9504CEF2-9A3A-AA78-907F-CABDD70DB9D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6A2A3F5F-9BB6-34A0-10C1-DD523850BE8F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8F3317E7-7C9A-F55D-BDD0-BC675F307F73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EECA3578-F399-3C81-7B10-D2CA83C1B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AB31BCED-995A-3836-794E-EB52BA5527E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86DA3D31-35CD-1E71-A719-730E791331D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6F82E3EF-554A-7204-135A-7F1622F1E6F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3979C4AE-3F5F-5C2B-A4A5-620EC26DE92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DDC62A98-AA8F-B0E9-4783-170EEFCA550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CCBD4D7C-C625-4069-769A-58FEA90DB9D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D6FC2E92-CBA7-72A4-256C-EBB14935C6B5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F175C7D2-67F8-3E14-9312-E1D557434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32612F56-BCE3-9793-12B4-9924F9566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9D7064E2-A31C-703B-11F5-002BDC26ECAB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EEC99BC7-5D0C-19B0-D360-C7C71D34381F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78EDA98F-870D-B8BB-53DF-27597F3CA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4FD77E7C-B904-E315-C6B1-2BAE5BA14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67BAD722-D839-5AF5-2BC3-EDF988997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DB155B20-FEE0-06E4-0CE5-365671DC291D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46166450-4A8E-3791-42CB-9DD97437FC4B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AB9FC5DD-32DA-952A-6C23-00C1B480E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DCB59D3B-D7BB-8417-0B34-C37BF6AD3F06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5D07C81C-6B96-581D-A0AE-15AAFD354C93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D4960F96-F261-9928-948B-661A67A2C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831534F8-FC4A-665F-82DF-8E9D044C5DE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2011FC4F-FEE0-A4FB-AABF-BCED5694371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D4141750-3C09-9912-4EAE-720D65F4B7D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ED91E43C-0E78-F22B-A81B-2AD67F4318E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15EED8D6-0A89-546E-8E59-48E21A9CDCD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431B1D64-2899-C194-DAA2-F8C4858342D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A680B6FE-D005-5427-705E-5238CF51E134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04424932-EB09-E4B4-85F1-9212D3B7E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E6C7649D-0AD1-48AC-B169-C9E509DCC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73717B4B-610C-32DF-63A3-16748DC145B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937AB2F1-0D2D-A8C3-7D71-DBFF28BBB9FB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3EFD93E7-6DEB-A00A-8247-1594E0F68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0D5E78AC-E8F3-595A-AE55-5BBF95585F7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53879AFB-6D96-B1BC-17A8-B5DFC96BF18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9D01C71C-DCCA-BC35-7D3E-885C46B3270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0F676769-2FE9-A96F-9636-3956E4AFCDD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7F1CFEA0-6A58-7D8D-BE07-2893C5BB58B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C4795E94-4123-BBFB-D266-04E4538D405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5CE3BF66-9D4D-7380-8884-8B4ED91E1771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C1E571E4-7B2D-1294-CA67-60676CEB8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BF0AD15C-5D8C-AD20-8FE8-4DCAA323D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67A65D1F-8BA6-9405-C16D-85AF9BE6213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59CE56EA-2BF2-4FBF-534E-8FF32F25931C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9AD99B9A-99F2-FF14-0781-ADFED0104BEA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8540A4A9-37A3-48F8-F0BC-12F603B7E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17D706C3-FD2E-58B5-633A-0D10B0DB605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4BCF3685-5F18-65AB-FA0A-220C4DD60E1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3A46DEC2-C1F4-0D4C-83C1-E1F690526E2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C10080DB-606B-72D0-E6EA-E122BD250EE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4BC70C30-1E8E-8FB7-414F-86521663357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543D5861-1CC8-6FB3-AF74-C8A6BD07E01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E5DF033E-158C-64E9-A2BE-D96F326B38F1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EE6EF6DE-0C16-B148-30CC-4ACF05CE5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7594B7B0-3451-35F5-F3F3-8574C2D5C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29BD47BE-13C8-ADDD-F3E0-D5C8F59DA5FD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A28ADD1E-C06D-18B2-F89E-EDCDD7165055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6954EE5E-A8FB-11AB-9DEE-2A4CF87BE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CC05BB65-1E38-9F16-F6F6-F6F526DD6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41C3997E-D50A-F813-ECBF-86D58E09F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36737CEE-0246-DD22-F7C6-4E908652C690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AFD2696F-1020-2A41-0B8F-B7EF9A91439E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60905939-3F40-00D6-D865-78E63E72A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3562801B-8CE6-159A-75E2-F128BE0C6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A0D1CE93-9265-2D84-7DBB-7A6C28202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3A2FBA3B-1043-9033-5B22-C50DF8599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9DAAC5E3-D6DD-B955-FB45-4F3FAB46B380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922E92D6-85CE-98C7-A65C-A319ACBDCC52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A9784391-75C9-BDB2-86D5-862DE0402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38A24DE2-6A66-13A6-4750-66B312CE4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C2E7073A-4D16-6105-10C9-CAECD9112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A4009200-F163-7347-65FA-D82200D3F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F6F47945-50D5-1313-6B04-5219E083446A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DF42A2E5-FAF1-13F6-4368-76890B718E16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730B4B7B-90D4-246E-292C-DD0E45589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CA6DC221-3401-D8B7-C04B-565480E6D55C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C39DDBF7-B84D-A28C-A18C-7CEA825BC104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0F11AF12-3256-9CE5-B41E-C426348795DD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3EE97481-D5BD-C391-8CD4-4686063374A9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0AF92C5E-1F34-364A-71FE-D13EDBA31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A8B785EA-EE87-3C8F-80EF-805427F18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546F01B4-5708-2F37-87AA-54F342BF9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2176DB1A-7FD4-4D0C-C90D-2053CAA4558D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C84B9550-895A-D22A-1327-D01C16855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84EBAD93-6DDD-1555-CC24-25FAA9DE3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CC2EF04D-C85F-0EF2-96E5-36783AC634DE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D00E47B6-3762-1176-D5CD-5F2B2C65CB04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1DB33B90-6C22-82B7-D8E4-D94A29BA85E0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47691EBE-F051-B78E-13FB-232974E59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9874DDF4-4A45-DAA8-1836-CBBACA1E6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D4375AA8-7F71-0A71-7B1E-A028192F380B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96009F22-ED0B-877A-0998-E9396D935EF1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85C91ACF-EBB2-0051-4FC4-BD3DE178D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6B574439-D8D5-5A48-4900-50CE1B95BBE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4F5FA6CA-5950-987B-6531-13AFCD89757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C30710E5-7C09-1D04-32D8-80B8FB7F177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EBE86A30-0C65-0FC9-D563-D6904D2209F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619B7435-90E2-F4B2-7E2D-99B46B32A9D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C9069299-346C-D536-0B74-ADB1250C343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0A29E6FA-705C-EFF0-6369-73BB3C041CB7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93D19E34-ACDA-F1AD-887A-7CE95ABEFAD3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93E19B54-5DBE-F348-38D8-ACB8C3CD2759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41B106A9-095D-D6F6-9FC0-AADC63C8E833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0AF0653E-6580-273C-F874-543ADC74B306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82AABBCF-194F-D540-D16C-9F7D078610E6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DA38B887-309A-47FF-D207-F6539AD40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DFFE021D-88E2-39AB-0345-D657C369C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D2BE9FDF-1D80-6A50-1B96-AB1D7E769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EEC65DEB-8265-1193-E2B4-1F8E37CDB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911115A0-20DF-DB98-08EA-0A1841F9B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1EBD343F-6A5D-43E5-C761-B5790E154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2C4DE9F2-9E28-F1EE-8762-33FE4568A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1DE284E6-2FDF-5E86-7C27-8C5F94ECF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E6CBA05B-7643-4D91-900F-C4FA85FEE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459263F2-B994-CC72-6CF5-FCF230906AAD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B37F4953-D529-E114-009E-ADB9D2C82F9B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B45CFBA6-E180-1558-2A00-78E38895BBCB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1081AFA1-40EF-9FD3-F376-C28BB97BE3E1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B5FEDE34-CF9F-3D56-8290-6D339886BD8D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E80254C8-359E-04F1-CBB1-6306562A31EB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ED626E4F-8C9E-0AC1-2E78-4E95B0011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D92A7BCA-007C-1F41-C37F-3E5398D8E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24B827BB-8612-AA08-73C1-1A02F9D28A7F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C07EDC4D-2F86-905D-314F-E61BFF481506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95577E63-8501-A29D-514B-6DD1B5619F42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D80F9820-C685-7E3A-2F91-B798CECA7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3ADC505E-1D3D-4289-BB1A-A60B86C2B49E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CAC4976F-C379-9D17-FAD0-0C0364B7F0C9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80A5F784-98EF-80A5-AFE8-3EAC8E30AC36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707F461B-0CF2-3E9F-3E91-9424B23C197C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0EEE9679-C784-4A19-A396-25DDE1BD86B1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ECCC938A-83F6-5EF7-51BF-693C30A27F55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8C62D05B-C33F-B93B-7BC3-0E947CFFC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281CFBF5-5E23-8276-C71A-D8BCC7B8F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B4FD1F7F-CA36-B104-C049-F1C401396E85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D33235D6-028F-6F7E-8722-BCE81FBEF2A5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240ED248-492C-83F7-21A9-03DE6C1A1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3AA57285-67F2-8356-B92B-FDF134507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65277127-7974-80B0-5887-0094FBE7F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242A7024-52E6-389E-7EC9-4A8477CDFB0B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B44CD36E-655D-B98D-A0C4-1FF771365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BEAA15F8-8185-37B3-4D0B-3231CC233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A12A5ADA-419F-233D-E52A-DC5FA3815072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F07E0D00-B4BE-AE1A-ED44-31BFC23E8ED8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B704DC-C260-5E5A-AAF6-FC0ADBA414CE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3A0F0F19-DE2D-99A9-0926-B4D1DEC91CB4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F7CA9F58-3D97-CFED-95CC-74679F99D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21C96FD1-62F1-5735-2BA1-2DBC41B4EA44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EA5FDD0B-785A-EEF6-CD59-E659C49BA9C8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B183D3E7-AE4C-B959-20D9-95BE18AD66AE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27FB5565-9A91-C97B-25A2-7501C94335C2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E18BAF07-59CF-9F5F-8B2B-7B97FDC956E5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F59E842D-4986-E089-880E-D73896ED468C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442997C7-D380-842A-5790-2D1391A7D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8BA53E3C-BBA5-D902-540F-F2BDB6C70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7382E76B-4802-1D67-D855-F838D1892AAD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A685201D-C80D-0DB3-CEE7-D6D137E112C4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D54A4B1F-0528-3AE7-E32D-0BC6BC360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51D55A0F-9C28-BC6C-51BE-4A205BBF21E2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1E80172F-9F2D-606A-F5F1-CD26DFCDE273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9C46F736-8D29-93B8-A959-BD18DAB4B846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1D8241C1-E857-E9B3-EAEE-A1A8BBAFB2C4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8878894A-ADF8-81E6-E81B-FCABA32C77E8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9D0AE832-A3D9-2391-7AA8-CF443BEDCDF6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D6289FD9-93AC-2FDD-E945-ED9D242C5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486482E2-7995-B136-F772-970E8D475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7E86FB0E-10AD-D3E9-6783-3927FF1CF878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9CA4DFD9-9F7F-742F-DA33-F402DEB2D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EAB18E03-F41B-81BB-B053-C55E81E6E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FB001EC9-F7EE-5B27-08D4-B18E94103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CF9D3576-CEB7-D52E-4501-DDD7244CA5AE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513E9E0E-2B32-F0C0-5850-5864736ED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A4EF1FAD-AF3D-060E-95EF-9C4786096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491653C8-5C42-CE5F-FF89-E6EB9F7EBDF9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3BB5CF13-B9F2-9974-8372-7DEC8F03884E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C701048D-9BCA-9B0A-D502-DC6561A57436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9DA1EE29-5340-443E-E5AD-59EF9E0F23BF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D7FD5DDF-4E32-4016-8FAC-1AED332829D7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A3B351EB-F6F7-8D52-035F-FEA3EFD4D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018A0AFC-2A22-F5DE-34D9-6DA3E17EE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B936CF79-A641-2EDD-0C6C-710805B90C5E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28C538C6-54F0-393F-5C85-FC5702677403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FC935597-7931-48A2-69B1-E860F6AEEB6F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5B886A13-4072-3716-9C47-6F06DD41D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22D3559A-8367-D27C-FCE3-4104E87F1D3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F0831CAC-AC52-9068-FB74-46464E9B31D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20C8B70C-B69A-3B0C-5E57-489A1C7926D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48AB66FD-818F-3701-68A9-1655ED45257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5E8B38D6-CAB7-0222-C789-93A2A2928B9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7720DC34-F548-906D-BFEA-A1C6E2E9A4A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D17DA0E7-9992-71F0-D7A4-B1CBFA66C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3790E617-8F8E-C813-66F3-4EFFA8168DF9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7509F6FE-E05A-E093-5F18-B1EF16C4E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746C9F15-43B6-C022-FF44-594B0F25C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B72080A9-02C3-B89D-8F18-D14D4DA9002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D460D450-4F25-CB1E-ABF9-5D18FEB8D13A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001AB9C7-231D-DD91-E2E2-8351F44DD62C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E9B9DD40-C817-B2FD-5A76-E82AB205C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F53D5375-3C0B-5AE3-C422-5592DD4217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A93203B8-EAFB-7D72-DFF0-C47D5818948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01B42298-299C-A5EF-6584-D99CF015E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A845FD17-A56A-E8BC-3245-0E67D946E83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5E703F36-5AEC-FA5C-5B66-923D0A2203C8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9D3C1255-9E31-31C6-2B87-9A8CA325F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E6C4A7BD-B5BC-CE55-CB5D-23BB467262B4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2038A5FE-F65F-597C-572F-BA43E55724E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AB340D6C-B848-0510-A4D9-501E7917E84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3DC24B56-6DE1-2635-BD08-B50A3595CF1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33657D20-9D5C-3ABA-7D48-E119B477E24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CEF37BEA-3694-0B51-8490-5418D4A5FEC6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AA8CF79-18E0-8E6D-89E5-12B8C09E6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03FC405A-8E55-8ACF-E263-356B2F5FC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E0D4D12D-2B64-2D93-40D4-7505E0BD2B18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71053C17-FCE0-EDEE-5EF5-88F4894A8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19F2F854-4245-48E5-CCB5-ED8329487FFC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4319B68B-1FF8-E272-244C-E93B01F4ECB1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2CA6C50D-FD0C-DE73-883D-9266A27969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DEDF3163-E0DF-2801-0FB0-B3B7D0514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ADD0327E-D657-4BC1-8783-5C85DEED094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9B940106-176C-468B-9B3B-68F14E26D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4634B053-7E91-7C46-28D8-73628DDBD11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4C510203-7D15-C2D6-A1C3-B6BAE54B4AF2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14402896-B359-C986-43D1-496A66F92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C458FC12-3751-1BB3-EC5E-B52F9F127BA5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E59E3C12-DD41-20CB-AB67-1CDE72750C3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DFFA9429-0118-8072-A11A-503E9EA609D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361EFB82-8F86-0147-CBCA-237E1FD891D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BF33511C-074D-A60E-EB18-441714C6B69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7D5B6C93-2199-05DE-426C-30E0135795D8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E31221B-0CA0-665C-C6A9-A6036B50D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3A055907-F6FA-FF83-FB96-155F8B6CA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6904B0CA-6A43-38F5-BA1D-E396CC9A6E6B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9D25E745-B302-A3AD-2269-D2316A046B52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CB1B0FF1-E957-DEB1-DCEC-D6601ADA6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D130D027-1359-87A9-8BED-09E81ADE788E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028EC72D-10E9-416E-F804-1892CC1EFB9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9F4C3AA4-9C70-4F1E-5971-68077AB33FE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73D8D84B-1468-82F7-3A2A-56EF326B26C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3643ADF0-82FA-96F0-8B82-4D82FE5BEA7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D5CE6655-F3C1-DE89-8BB9-EE83A5DDC136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AACA1484-EE2B-85C4-936A-263BFB887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F74F297D-A10A-12C2-3EC6-A8BC0003A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798186A9-8DD0-6D5E-CE1F-73B5FCE09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A27C417A-391E-C9B9-242C-E6BAD12C5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DB62FDBB-0072-26B7-1607-96D68EEE8820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89BB311B-DF91-A445-B413-B0276B81F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676CA10C-2B6A-3FAE-35B0-C76722FE04C5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E2EA5126-1E37-B1FB-81B0-ECC97543557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C110D4F5-2265-ABEE-3F2F-111C518B94C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0F5B458D-C297-0FDB-3980-8A22038D662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4ADDC3C5-4E73-4FAC-6F88-7A4201672EE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2D97CCC1-0DF4-5364-6DDF-A88B0BEB0037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97E2015A-60CF-5EBC-473E-BD29CAE55215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8C5EC353-B99C-E35E-D2A4-C5300F729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EE8C9EAE-99B5-05CD-A861-84C23DF75BC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2CF24782-FA32-E0CF-3DB0-2416E8D28EC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C7ED196F-7684-F6FE-1509-2F4304B1FF3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B7339296-2DEA-C515-34E7-EE813B80AFF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DB08FA76-F002-0391-38FD-D2B838635EB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0BC97AEF-9833-D1F2-C983-E451BC247AC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B9F10997-E62C-7734-08D9-7BC2DFE5F45E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9E4583CD-0E9D-1E79-713E-0E3911E58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CE9A2187-51A9-2C1E-7D66-AD801C7060B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AC112698-E4FB-7020-6657-0982D666A76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4312920D-568C-79C3-E04D-B6F08583EF6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0001DE0A-6234-9212-47B0-BA975D862E1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80476EF9-56C6-51A4-AE4F-D602F82111A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55A35706-B6AF-B9AD-65EA-B1D2E8E2770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D1771769-A0C0-E0D9-196B-F4E401904A97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CB42E1F1-5BC7-3D7F-AFEB-077BBAC463DC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1AFF239E-EDD5-7122-C637-49703500D981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45A901DB-322A-571A-90B3-897FC7D731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B6D4FA60-007D-9D83-08CA-E2B16212BC1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E4BAAAAD-1E01-85B1-B6C5-6A4D292074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84EE95C6-B309-1FC2-43E2-DB857DBD0D94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D601EC1B-2917-6DB4-2DE3-7E462FA14059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703C843A-3D12-7B42-32A1-597EBB8FD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72F84EE3-9E00-B086-19DD-19D05949836C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63536C25-C136-3D5B-7ADE-CA94C47A55F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73452E65-3921-FC9A-B162-F50062AFB65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438D4B86-03D8-F825-1145-ABF410F3520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9CF35CF5-7E3E-9ED8-4AC0-99A14C6FF24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084C6B96-6586-3AF3-807C-242A15A18257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794178DF-A33A-2559-53FE-F4D250731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C3C16676-B2E2-4266-1954-E91D8EBFA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43FE4C08-8298-DF63-EAD7-D2E7FC6D54A7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1C798A90-090F-01C7-11BC-608030173BDF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5D3EF1FE-0D13-AB61-CAB0-96F91A4E3D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44905450-92F6-8BE7-9CEF-EF36554A0F1B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27687643-1B45-3A76-59B2-45982FA05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20211429-DF04-9196-3F84-22C063B46082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C0A48DDD-02E2-F946-8E74-9771E5658D11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A85302FE-9595-3188-5427-616521E26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246FC2A9-017D-5D9C-5711-ABD7A90215D0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5A8F7EEA-6FC6-959E-C956-C0103290B86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38D7CD71-635C-44C7-D2C6-4A9601EB280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577CBAE1-B232-A412-03D6-23A26FE8A51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DE811020-9183-8CBA-9515-CF4D0E31AFA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2C233663-290E-F01A-4E61-5A914347D6C2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4E5A2049-3B4D-EF10-5893-3D00D157EB22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8DA9A2CB-D20B-766C-3556-070A15B87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AD95E92B-2C88-7012-12C4-875BE6C4A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27CAA469-241D-7FBB-FEF3-B0C4A64A5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C2AB7CE4-AEC5-5FA4-7A21-6BAE6E34DDE3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E0641404-32D6-82D2-7E1F-7031288B8318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307CA00F-4E65-30E8-910C-F99D4C2D2532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15E169BB-098D-8790-F690-6C0B341F51F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D5F7AEC9-B002-0C35-DD17-846B8FE554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18DE7D5F-C4DD-39E0-8C5A-83EC8F8D6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6AEBC1E2-7B43-540C-2C71-2E2286BB3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C8C5CD24-A424-C26F-4F8D-14A7D8CF2F32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2EFF4F69-0256-362E-C1E1-4D049C6DB618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2244C57B-0696-4B2C-EB37-9A037087F74F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60AE1073-7B2F-CDBF-5009-9E7E043B1CA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D734E285-4AA8-4367-ACB3-5F3D53D77B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52071621-A78D-06FE-C104-941BD1B63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F71B11D4-6A16-661F-69AD-9C8E352D33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ACC210A8-2458-4ED4-5228-701CCAB66D14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5292B2A5-0B5E-E985-4DA4-DF961103AE54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EF5A84FA-3C14-A0CE-13CB-4F552D7B1A40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EC42E24C-2894-D994-C0E0-F857329BB5E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F16DF81B-455F-86CC-F087-03562AD60C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57A6618A-245B-23A6-8B3D-A6F78B0247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AA30BAAC-EF5A-2174-A891-F83DAC247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A3279E30-1049-6B7D-FFFA-DC73123E185D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38774AA8-AF40-4B2A-E513-4A8AEBB05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C34F66B3-EC56-1D2C-2B64-DC00541E316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63F3708A-E4AA-5373-2225-771069A42F8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C0043F03-B982-87C2-0ADA-BFCC3F0D345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5574FBC1-2376-9618-F1A0-F0AACE96E2C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9EF8E07F-061C-7B5C-E1B3-4F94047510A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2AC025F9-AE6B-40D7-009A-131FBAAFC9C2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F7B3907B-D39A-F297-D7E6-657045F3E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D244F0D6-22A5-C0C7-9F86-F87C7CF34A16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005D9C62-264E-29F8-8F01-48F3D23B1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104F5664-63B2-1463-2793-78DAD5117876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DDEFDC7A-1604-F91C-A408-9E221DE69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0BAED52E-059E-B7FF-11D7-FEC73435337A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CF132667-F967-AD83-57DF-8D2827B93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37136AAE-C61B-2102-9CBE-75BE4D0A9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7F15B5DA-022F-03B2-9FE8-DCF00766D57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BE560728-1C05-3C62-3D94-7CB5ECCC8BC6}"/>
              </a:ext>
            </a:extLst>
          </p:cNvPr>
          <p:cNvCxnSpPr>
            <a:cxnSpLocks/>
            <a:stCxn id="1102" idx="3"/>
            <a:endCxn id="1039" idx="3"/>
          </p:cNvCxnSpPr>
          <p:nvPr/>
        </p:nvCxnSpPr>
        <p:spPr>
          <a:xfrm flipH="1">
            <a:off x="2421268" y="3227932"/>
            <a:ext cx="3063051" cy="37573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F12CFC1D-2417-AA29-9290-8DFCC0171C6D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7425BBC4-2D30-D7D5-B618-BEDD798E9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935513A8-B390-00AF-9096-654E689C5C1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9043F129-8C2C-BA56-FA9C-4AAB4B7B37C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5CD9F6B5-DAE4-9567-8850-F3129A3AE54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7FBFBDEE-01DD-3233-9900-F4E551536D0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A37273A8-AA3D-CE5E-CE63-B100D415F87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FAF64E46-53C2-E0C3-C38C-2F7A4F51FE9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E30F09A4-E694-F2E5-2CAE-147CD0564D48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75410DB6-B030-7326-015F-8F348B206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672E8E18-3EA5-94ED-C520-05E100967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AE2F1F5C-B993-CCAC-B33B-9EB2D3D58B9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3C803B6D-EE53-77A3-D39F-5252F5C92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C78E012B-7AC2-EA3F-3F21-3FC4E80841CB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A4A76154-BAAD-EC69-3990-F0B483912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7CB382F4-FCB6-0076-6BB5-812BCFC57834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477D955A-AF9F-AB3A-8EBB-820D3F33F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8DBA7960-9E52-EEA3-870D-342A57698B05}"/>
              </a:ext>
            </a:extLst>
          </p:cNvPr>
          <p:cNvCxnSpPr>
            <a:cxnSpLocks/>
            <a:stCxn id="1067" idx="1"/>
            <a:endCxn id="1104" idx="5"/>
          </p:cNvCxnSpPr>
          <p:nvPr/>
        </p:nvCxnSpPr>
        <p:spPr>
          <a:xfrm flipH="1" flipV="1">
            <a:off x="6756438" y="3227932"/>
            <a:ext cx="3246147" cy="39320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62FB585A-6B4F-D989-9EF6-93E700E30BF6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D2418D93-85A0-A511-F4AD-3A059717F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9676685F-1EEE-1DEA-0280-C2023A5D9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7AB6EE61-32B7-C5FC-3EF0-0F375FF5784A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038247F1-2FE8-3250-EA76-0CF94F5FAF71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974DA11E-04EF-A0D7-F10D-5B72A4BEBE4A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678F6FBF-D0BE-AB17-2CF2-E6FA87AE3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15D3115E-BCF3-9312-D3BF-8986CA71D8C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CEA5D817-8705-9C4D-7346-9B6C2640DEA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8B05595F-A4A3-C052-800E-713B7CAB791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3C2AE0CC-50E1-75E6-430B-7FDF27A326D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05C03CCF-60A7-BFBA-9E10-6C683F7BA36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EC56F5F4-7F35-DE91-F8BA-ED9ECCCEB4B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360E601A-42F5-9888-0667-2CA75C24FBCB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39BF2C0B-C583-C138-016B-FB766CC3C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9000BE2A-4532-5381-69AB-F0FE3DAF4DF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C6039682-722F-AB42-863D-463650FC8BF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1C128395-01BB-9900-E7D8-C9F220A7CBC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C2CD984A-CB76-1A90-700E-B6271612917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3A15DDE6-D68B-0DAA-61A0-FEA4B8CB188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36603231-DAD6-C867-4EA5-7B0804A56AD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B6159962-5963-5500-5421-BC7EB186E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5C835ADD-A207-67FC-8561-1B157EA43A24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B3FAA925-5D6E-BEA4-1238-E5022F03F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1877C8DB-4CD0-CA93-C139-8C4C088F87A6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B1388087-F9D6-C2B9-2D9C-729FC6A6B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EAA9964D-28C6-A213-7EFD-3F51B15A8E82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2FD1098D-7266-CE95-555F-9FFBC8B93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DC881218-2D68-34F2-A27E-54A4F052C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AD90C620-2019-7533-EAF8-C7CDF02F7B9B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30" name="Group 254">
            <a:extLst>
              <a:ext uri="{FF2B5EF4-FFF2-40B4-BE49-F238E27FC236}">
                <a16:creationId xmlns:a16="http://schemas.microsoft.com/office/drawing/2014/main" id="{A8663B25-D5D3-BF53-1461-634CC450C8EB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2422880"/>
            <a:ext cx="280226" cy="161260"/>
            <a:chOff x="8421867" y="1904979"/>
            <a:chExt cx="347879" cy="255573"/>
          </a:xfrm>
        </p:grpSpPr>
        <p:sp>
          <p:nvSpPr>
            <p:cNvPr id="1331" name="Rectangle 60">
              <a:extLst>
                <a:ext uri="{FF2B5EF4-FFF2-40B4-BE49-F238E27FC236}">
                  <a16:creationId xmlns:a16="http://schemas.microsoft.com/office/drawing/2014/main" id="{A0C2DC8F-35C8-F59F-33CC-E5B5882D8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32" name="Group 719">
              <a:extLst>
                <a:ext uri="{FF2B5EF4-FFF2-40B4-BE49-F238E27FC236}">
                  <a16:creationId xmlns:a16="http://schemas.microsoft.com/office/drawing/2014/main" id="{FC0F788D-601A-531A-846B-12625CB8EAD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34" name="Straight Connector 1333">
                <a:extLst>
                  <a:ext uri="{FF2B5EF4-FFF2-40B4-BE49-F238E27FC236}">
                    <a16:creationId xmlns:a16="http://schemas.microsoft.com/office/drawing/2014/main" id="{1A2E6BA7-EE1E-0C09-8537-6DA3084A55A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5" name="Straight Connector 1334">
                <a:extLst>
                  <a:ext uri="{FF2B5EF4-FFF2-40B4-BE49-F238E27FC236}">
                    <a16:creationId xmlns:a16="http://schemas.microsoft.com/office/drawing/2014/main" id="{23D11ECA-14B5-3476-EB21-10018AF60FD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6" name="Straight Connector 1335">
                <a:extLst>
                  <a:ext uri="{FF2B5EF4-FFF2-40B4-BE49-F238E27FC236}">
                    <a16:creationId xmlns:a16="http://schemas.microsoft.com/office/drawing/2014/main" id="{A8B231A2-A65E-167C-E85D-02506029148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7" name="Straight Connector 1336">
                <a:extLst>
                  <a:ext uri="{FF2B5EF4-FFF2-40B4-BE49-F238E27FC236}">
                    <a16:creationId xmlns:a16="http://schemas.microsoft.com/office/drawing/2014/main" id="{7708A741-782B-7FFD-CDEC-BB3B841D85B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33" name="Trapezoid 136">
              <a:extLst>
                <a:ext uri="{FF2B5EF4-FFF2-40B4-BE49-F238E27FC236}">
                  <a16:creationId xmlns:a16="http://schemas.microsoft.com/office/drawing/2014/main" id="{29C762A3-C757-6134-4513-510D1C23347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52" name="Rectangle 135">
            <a:extLst>
              <a:ext uri="{FF2B5EF4-FFF2-40B4-BE49-F238E27FC236}">
                <a16:creationId xmlns:a16="http://schemas.microsoft.com/office/drawing/2014/main" id="{BE296846-1B48-E77D-28A6-F39E6F433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131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353" name="Rectangle 127">
            <a:extLst>
              <a:ext uri="{FF2B5EF4-FFF2-40B4-BE49-F238E27FC236}">
                <a16:creationId xmlns:a16="http://schemas.microsoft.com/office/drawing/2014/main" id="{D02205BB-EA2E-B6A0-97B7-D55C22282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222" y="469981"/>
            <a:ext cx="3093175" cy="97606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356" name="Rectangle 135">
            <a:extLst>
              <a:ext uri="{FF2B5EF4-FFF2-40B4-BE49-F238E27FC236}">
                <a16:creationId xmlns:a16="http://schemas.microsoft.com/office/drawing/2014/main" id="{EB49C091-4C9D-4972-7367-73F2D46BD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895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1357" name="Straight Arrow Connector 1356">
            <a:extLst>
              <a:ext uri="{FF2B5EF4-FFF2-40B4-BE49-F238E27FC236}">
                <a16:creationId xmlns:a16="http://schemas.microsoft.com/office/drawing/2014/main" id="{D17D41A3-5E5B-ACAE-39BB-B9219DD9CE2A}"/>
              </a:ext>
            </a:extLst>
          </p:cNvPr>
          <p:cNvCxnSpPr>
            <a:cxnSpLocks/>
            <a:stCxn id="1351" idx="5"/>
            <a:endCxn id="1468" idx="0"/>
          </p:cNvCxnSpPr>
          <p:nvPr/>
        </p:nvCxnSpPr>
        <p:spPr>
          <a:xfrm>
            <a:off x="7660892" y="539794"/>
            <a:ext cx="812045" cy="412341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1359" name="Group 254">
            <a:extLst>
              <a:ext uri="{FF2B5EF4-FFF2-40B4-BE49-F238E27FC236}">
                <a16:creationId xmlns:a16="http://schemas.microsoft.com/office/drawing/2014/main" id="{84E036D7-1401-CDC9-B1FB-01B1732542B9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2428964"/>
            <a:ext cx="280226" cy="161260"/>
            <a:chOff x="8421867" y="1904979"/>
            <a:chExt cx="347879" cy="255573"/>
          </a:xfrm>
        </p:grpSpPr>
        <p:sp>
          <p:nvSpPr>
            <p:cNvPr id="1360" name="Rectangle 60">
              <a:extLst>
                <a:ext uri="{FF2B5EF4-FFF2-40B4-BE49-F238E27FC236}">
                  <a16:creationId xmlns:a16="http://schemas.microsoft.com/office/drawing/2014/main" id="{5992E2F6-6018-52AF-CFC8-5392EAC80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61" name="Group 719">
              <a:extLst>
                <a:ext uri="{FF2B5EF4-FFF2-40B4-BE49-F238E27FC236}">
                  <a16:creationId xmlns:a16="http://schemas.microsoft.com/office/drawing/2014/main" id="{417119B7-D1D7-D9F4-B068-42853A59A21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63" name="Straight Connector 1362">
                <a:extLst>
                  <a:ext uri="{FF2B5EF4-FFF2-40B4-BE49-F238E27FC236}">
                    <a16:creationId xmlns:a16="http://schemas.microsoft.com/office/drawing/2014/main" id="{002923F9-2F9A-B4C4-F3A1-F0D2D12D4B2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4" name="Straight Connector 1363">
                <a:extLst>
                  <a:ext uri="{FF2B5EF4-FFF2-40B4-BE49-F238E27FC236}">
                    <a16:creationId xmlns:a16="http://schemas.microsoft.com/office/drawing/2014/main" id="{5FD986FD-3E91-391F-7676-9AB09C827A3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5" name="Straight Connector 1364">
                <a:extLst>
                  <a:ext uri="{FF2B5EF4-FFF2-40B4-BE49-F238E27FC236}">
                    <a16:creationId xmlns:a16="http://schemas.microsoft.com/office/drawing/2014/main" id="{24A64C42-FE9C-55F8-61E1-B3DE0ADCF84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6" name="Straight Connector 1365">
                <a:extLst>
                  <a:ext uri="{FF2B5EF4-FFF2-40B4-BE49-F238E27FC236}">
                    <a16:creationId xmlns:a16="http://schemas.microsoft.com/office/drawing/2014/main" id="{E84A1A87-B781-D4A8-E80B-2DBE45847F7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62" name="Trapezoid 494">
              <a:extLst>
                <a:ext uri="{FF2B5EF4-FFF2-40B4-BE49-F238E27FC236}">
                  <a16:creationId xmlns:a16="http://schemas.microsoft.com/office/drawing/2014/main" id="{82E5CD75-95A2-608E-A3EC-959002EAA47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67" name="Group 1466">
            <a:extLst>
              <a:ext uri="{FF2B5EF4-FFF2-40B4-BE49-F238E27FC236}">
                <a16:creationId xmlns:a16="http://schemas.microsoft.com/office/drawing/2014/main" id="{0235E2D9-342D-D417-DBB8-8A25BF9A8549}"/>
              </a:ext>
            </a:extLst>
          </p:cNvPr>
          <p:cNvGrpSpPr/>
          <p:nvPr/>
        </p:nvGrpSpPr>
        <p:grpSpPr>
          <a:xfrm>
            <a:off x="8334796" y="952135"/>
            <a:ext cx="276281" cy="173735"/>
            <a:chOff x="3417117" y="2447654"/>
            <a:chExt cx="362556" cy="227987"/>
          </a:xfrm>
        </p:grpSpPr>
        <p:sp>
          <p:nvSpPr>
            <p:cNvPr id="1468" name="Rectangle 1467">
              <a:extLst>
                <a:ext uri="{FF2B5EF4-FFF2-40B4-BE49-F238E27FC236}">
                  <a16:creationId xmlns:a16="http://schemas.microsoft.com/office/drawing/2014/main" id="{32002CCC-3899-5672-05D2-B51B41383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469" name="Oval 1468">
              <a:extLst>
                <a:ext uri="{FF2B5EF4-FFF2-40B4-BE49-F238E27FC236}">
                  <a16:creationId xmlns:a16="http://schemas.microsoft.com/office/drawing/2014/main" id="{91A2C4C1-36B3-9845-4C4B-4C6CCCBD5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0" name="Trapezoid 613">
              <a:extLst>
                <a:ext uri="{FF2B5EF4-FFF2-40B4-BE49-F238E27FC236}">
                  <a16:creationId xmlns:a16="http://schemas.microsoft.com/office/drawing/2014/main" id="{30429015-FAC9-AAE9-A7FB-3DF83B5D034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476" name="Straight Connector 1475">
            <a:extLst>
              <a:ext uri="{FF2B5EF4-FFF2-40B4-BE49-F238E27FC236}">
                <a16:creationId xmlns:a16="http://schemas.microsoft.com/office/drawing/2014/main" id="{6C6EA0DC-1012-BACA-88E1-8B7667ACBCBE}"/>
              </a:ext>
            </a:extLst>
          </p:cNvPr>
          <p:cNvCxnSpPr>
            <a:stCxn id="1360" idx="0"/>
            <a:endCxn id="1468" idx="2"/>
          </p:cNvCxnSpPr>
          <p:nvPr/>
        </p:nvCxnSpPr>
        <p:spPr>
          <a:xfrm flipV="1">
            <a:off x="8279427" y="1125870"/>
            <a:ext cx="193510" cy="1303094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20" name="Rectangle 25">
            <a:extLst>
              <a:ext uri="{FF2B5EF4-FFF2-40B4-BE49-F238E27FC236}">
                <a16:creationId xmlns:a16="http://schemas.microsoft.com/office/drawing/2014/main" id="{F28B8A43-CEA1-1D18-F61E-B0B6688BC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12720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3CDEFF71-6F55-9D88-4F99-DFAD5FB03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A7AB205F-A81E-18CD-E9CC-2648BA0E8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11252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949A91F0-2B68-CF6D-E2CD-49CFCF815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1E0E4A88-733D-7EAF-F799-C8D01AE29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35445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799473D1-6D92-E924-84EA-1A510E581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DDCE2493-AB71-CB0A-F7C1-383DFF01C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33977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4B4D2228-ED7B-FD05-0B07-B945AD349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42" name="Connector: Elbow 1541">
            <a:extLst>
              <a:ext uri="{FF2B5EF4-FFF2-40B4-BE49-F238E27FC236}">
                <a16:creationId xmlns:a16="http://schemas.microsoft.com/office/drawing/2014/main" id="{B20DBCCE-F8AB-6FDB-DE38-B0C2C6F94393}"/>
              </a:ext>
            </a:extLst>
          </p:cNvPr>
          <p:cNvCxnSpPr>
            <a:cxnSpLocks/>
            <a:stCxn id="1331" idx="1"/>
            <a:endCxn id="996" idx="1"/>
          </p:cNvCxnSpPr>
          <p:nvPr/>
        </p:nvCxnSpPr>
        <p:spPr>
          <a:xfrm rot="10800000" flipV="1">
            <a:off x="3849256" y="2503510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88DA9E99-F869-2D74-ACCC-094A5B0B092D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2ADB4F97-A472-8C9D-C27D-5D7AF2C9F160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47010861-FE70-222C-EA7C-C32077DEC48E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72" name="TextBox 1571">
            <a:extLst>
              <a:ext uri="{FF2B5EF4-FFF2-40B4-BE49-F238E27FC236}">
                <a16:creationId xmlns:a16="http://schemas.microsoft.com/office/drawing/2014/main" id="{D14B815D-E384-2CF2-0E82-DAAC2926B4B4}"/>
              </a:ext>
            </a:extLst>
          </p:cNvPr>
          <p:cNvSpPr txBox="1"/>
          <p:nvPr/>
        </p:nvSpPr>
        <p:spPr>
          <a:xfrm>
            <a:off x="10239757" y="135202"/>
            <a:ext cx="85953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5846"/>
            <a:r>
              <a:rPr lang="en-GB" sz="914" dirty="0">
                <a:solidFill>
                  <a:srgbClr val="000000"/>
                </a:solidFill>
                <a:latin typeface="Arial"/>
              </a:rPr>
              <a:t>View change</a:t>
            </a:r>
          </a:p>
        </p:txBody>
      </p: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297AA9CB-14BF-786B-A1AF-66242936AC89}"/>
              </a:ext>
            </a:extLst>
          </p:cNvPr>
          <p:cNvCxnSpPr>
            <a:cxnSpLocks/>
          </p:cNvCxnSpPr>
          <p:nvPr/>
        </p:nvCxnSpPr>
        <p:spPr>
          <a:xfrm flipH="1" flipV="1">
            <a:off x="9802951" y="239203"/>
            <a:ext cx="395205" cy="154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562F0C5-3735-C0A8-7D42-C62CB5D9CADC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D271FD-F4E9-0483-A471-154D2AD8DBDF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AF5F45BA-EEB7-07DB-0201-4A247A323505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CAA52F-CC9A-DE90-5986-D983ADE3BF4B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25C64AC-D416-55F0-4FC1-2F9441AF3030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00CED80-3ED5-876F-2661-C4805E98C9FC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3" name="Rectangle 29">
            <a:extLst>
              <a:ext uri="{FF2B5EF4-FFF2-40B4-BE49-F238E27FC236}">
                <a16:creationId xmlns:a16="http://schemas.microsoft.com/office/drawing/2014/main" id="{40E47F98-C4D6-329B-AEFD-D340C56B7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4AFD2319-C938-DAD7-F6D6-18214B747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67B5640B-570B-D3AD-A76E-58771A44B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B12411A8-4A75-99BA-BD4C-F40ADD1BF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C639FE28-501F-3BB0-FB6A-259AC979E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E02F8950-7260-487B-2862-FE642500F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A4329319-7C6C-AF42-7BFD-7C836065B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E3A830C-B5CA-47A6-0813-D904C76A5CAF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4283DF-00F1-9F49-8591-95653762B044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3771D19E-AD28-D52C-A53B-F74D384BE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835140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7714A809-4FE2-0933-7749-7E363363C965}"/>
              </a:ext>
            </a:extLst>
          </p:cNvPr>
          <p:cNvCxnSpPr>
            <a:cxnSpLocks/>
          </p:cNvCxnSpPr>
          <p:nvPr/>
        </p:nvCxnSpPr>
        <p:spPr>
          <a:xfrm>
            <a:off x="5398559" y="541645"/>
            <a:ext cx="0" cy="832589"/>
          </a:xfrm>
          <a:prstGeom prst="line">
            <a:avLst/>
          </a:prstGeom>
          <a:ln w="28575">
            <a:solidFill>
              <a:srgbClr val="00B050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71679354-CB06-722D-791B-EFFC038B1A22}"/>
              </a:ext>
            </a:extLst>
          </p:cNvPr>
          <p:cNvCxnSpPr>
            <a:cxnSpLocks/>
            <a:stCxn id="1350" idx="2"/>
            <a:endCxn id="279" idx="0"/>
          </p:cNvCxnSpPr>
          <p:nvPr/>
        </p:nvCxnSpPr>
        <p:spPr>
          <a:xfrm flipH="1">
            <a:off x="3876566" y="518783"/>
            <a:ext cx="783076" cy="206495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CFCF36CD-8E34-2C0C-6FB5-58E5CB3CC85E}"/>
              </a:ext>
            </a:extLst>
          </p:cNvPr>
          <p:cNvGrpSpPr/>
          <p:nvPr/>
        </p:nvGrpSpPr>
        <p:grpSpPr>
          <a:xfrm>
            <a:off x="3738425" y="725278"/>
            <a:ext cx="276281" cy="173735"/>
            <a:chOff x="3417117" y="2447654"/>
            <a:chExt cx="362556" cy="227987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58A0358A-5DC1-5B29-F9B0-81F81A6CC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7B19D0A5-3875-3309-6D43-2DC59D121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1" name="Trapezoid 613">
              <a:extLst>
                <a:ext uri="{FF2B5EF4-FFF2-40B4-BE49-F238E27FC236}">
                  <a16:creationId xmlns:a16="http://schemas.microsoft.com/office/drawing/2014/main" id="{ABD4CFC8-3BBB-664D-2A2D-AD8F5E8C342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8AB8EC3E-C476-DB91-57F8-69975431BD33}"/>
              </a:ext>
            </a:extLst>
          </p:cNvPr>
          <p:cNvCxnSpPr>
            <a:cxnSpLocks/>
            <a:stCxn id="1331" idx="0"/>
            <a:endCxn id="279" idx="2"/>
          </p:cNvCxnSpPr>
          <p:nvPr/>
        </p:nvCxnSpPr>
        <p:spPr>
          <a:xfrm flipH="1" flipV="1">
            <a:off x="3876566" y="899013"/>
            <a:ext cx="112803" cy="152386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51B72DDE-E938-3AE6-E945-05F86D565F1C}"/>
              </a:ext>
            </a:extLst>
          </p:cNvPr>
          <p:cNvCxnSpPr>
            <a:cxnSpLocks/>
            <a:stCxn id="1356" idx="2"/>
            <a:endCxn id="225" idx="0"/>
          </p:cNvCxnSpPr>
          <p:nvPr/>
        </p:nvCxnSpPr>
        <p:spPr>
          <a:xfrm flipH="1">
            <a:off x="6096001" y="577021"/>
            <a:ext cx="16148" cy="258119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996FF3DF-F006-142D-B720-2365494A9863}"/>
              </a:ext>
            </a:extLst>
          </p:cNvPr>
          <p:cNvCxnSpPr>
            <a:cxnSpLocks/>
            <a:stCxn id="210" idx="2"/>
            <a:endCxn id="339" idx="0"/>
          </p:cNvCxnSpPr>
          <p:nvPr/>
        </p:nvCxnSpPr>
        <p:spPr>
          <a:xfrm flipH="1">
            <a:off x="5202557" y="2773822"/>
            <a:ext cx="15524" cy="2036447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1820F3F7-56F3-466C-12F5-813714B12F8B}"/>
              </a:ext>
            </a:extLst>
          </p:cNvPr>
          <p:cNvCxnSpPr>
            <a:cxnSpLocks/>
            <a:stCxn id="58" idx="2"/>
            <a:endCxn id="252" idx="0"/>
          </p:cNvCxnSpPr>
          <p:nvPr/>
        </p:nvCxnSpPr>
        <p:spPr>
          <a:xfrm flipH="1">
            <a:off x="4559601" y="3047078"/>
            <a:ext cx="192075" cy="189930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88E1A7CF-96AF-A1F1-986A-EC8CA0D1BD0A}"/>
              </a:ext>
            </a:extLst>
          </p:cNvPr>
          <p:cNvCxnSpPr>
            <a:cxnSpLocks/>
            <a:stCxn id="197" idx="2"/>
            <a:endCxn id="317" idx="0"/>
          </p:cNvCxnSpPr>
          <p:nvPr/>
        </p:nvCxnSpPr>
        <p:spPr>
          <a:xfrm>
            <a:off x="5685068" y="3047078"/>
            <a:ext cx="183925" cy="1895703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8FEA19F-530E-26B4-0E64-EB8E3AF04AD1}"/>
              </a:ext>
            </a:extLst>
          </p:cNvPr>
          <p:cNvCxnSpPr>
            <a:stCxn id="281" idx="3"/>
            <a:endCxn id="991" idx="1"/>
          </p:cNvCxnSpPr>
          <p:nvPr/>
        </p:nvCxnSpPr>
        <p:spPr>
          <a:xfrm rot="10800000" flipH="1" flipV="1">
            <a:off x="3782614" y="845166"/>
            <a:ext cx="69958" cy="2741360"/>
          </a:xfrm>
          <a:prstGeom prst="bentConnector3">
            <a:avLst>
              <a:gd name="adj1" fmla="val -338736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4D307223-6503-7259-DA9E-C90FD1545EA3}"/>
              </a:ext>
            </a:extLst>
          </p:cNvPr>
          <p:cNvCxnSpPr>
            <a:cxnSpLocks/>
            <a:stCxn id="1360" idx="3"/>
            <a:endCxn id="1146" idx="3"/>
          </p:cNvCxnSpPr>
          <p:nvPr/>
        </p:nvCxnSpPr>
        <p:spPr>
          <a:xfrm>
            <a:off x="8419540" y="2509595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F8A2F44-82C2-84EF-6814-398509F3E960}"/>
              </a:ext>
            </a:extLst>
          </p:cNvPr>
          <p:cNvCxnSpPr>
            <a:cxnSpLocks/>
            <a:stCxn id="1468" idx="3"/>
            <a:endCxn id="1018" idx="3"/>
          </p:cNvCxnSpPr>
          <p:nvPr/>
        </p:nvCxnSpPr>
        <p:spPr>
          <a:xfrm flipH="1">
            <a:off x="8429594" y="1039003"/>
            <a:ext cx="181483" cy="2542671"/>
          </a:xfrm>
          <a:prstGeom prst="bentConnector3">
            <a:avLst>
              <a:gd name="adj1" fmla="val -125962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254">
            <a:extLst>
              <a:ext uri="{FF2B5EF4-FFF2-40B4-BE49-F238E27FC236}">
                <a16:creationId xmlns:a16="http://schemas.microsoft.com/office/drawing/2014/main" id="{7A5C3BCD-E090-061F-F47A-CF4BF8520230}"/>
              </a:ext>
            </a:extLst>
          </p:cNvPr>
          <p:cNvGrpSpPr>
            <a:grpSpLocks noChangeAspect="1"/>
          </p:cNvGrpSpPr>
          <p:nvPr/>
        </p:nvGrpSpPr>
        <p:grpSpPr>
          <a:xfrm>
            <a:off x="4611563" y="2885818"/>
            <a:ext cx="280226" cy="161260"/>
            <a:chOff x="8421867" y="1904979"/>
            <a:chExt cx="347879" cy="255573"/>
          </a:xfrm>
        </p:grpSpPr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A146872F-D1A5-79D6-11C3-A4F13BA59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9" name="Group 719">
              <a:extLst>
                <a:ext uri="{FF2B5EF4-FFF2-40B4-BE49-F238E27FC236}">
                  <a16:creationId xmlns:a16="http://schemas.microsoft.com/office/drawing/2014/main" id="{C753AD73-292D-3E18-BD9B-33FEA2AA341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27A17C82-9526-E607-F5D9-FCEFC33F897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51760D77-9D7C-CE10-FDC6-2AC769581C6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386E20A-E04D-2AE4-086D-42D55C28E79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108031E8-F8EA-BCEB-D091-8DF5B0D7F50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0" name="Trapezoid 136">
              <a:extLst>
                <a:ext uri="{FF2B5EF4-FFF2-40B4-BE49-F238E27FC236}">
                  <a16:creationId xmlns:a16="http://schemas.microsoft.com/office/drawing/2014/main" id="{DB3E387C-C32C-F5AD-88B5-563E3784150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254">
            <a:extLst>
              <a:ext uri="{FF2B5EF4-FFF2-40B4-BE49-F238E27FC236}">
                <a16:creationId xmlns:a16="http://schemas.microsoft.com/office/drawing/2014/main" id="{1F2B0139-A4EF-D459-3F8F-9E16776461CB}"/>
              </a:ext>
            </a:extLst>
          </p:cNvPr>
          <p:cNvGrpSpPr>
            <a:grpSpLocks noChangeAspect="1"/>
          </p:cNvGrpSpPr>
          <p:nvPr/>
        </p:nvGrpSpPr>
        <p:grpSpPr>
          <a:xfrm>
            <a:off x="5544955" y="2885818"/>
            <a:ext cx="280226" cy="161260"/>
            <a:chOff x="8421867" y="1904979"/>
            <a:chExt cx="347879" cy="255573"/>
          </a:xfrm>
        </p:grpSpPr>
        <p:sp>
          <p:nvSpPr>
            <p:cNvPr id="197" name="Rectangle 60">
              <a:extLst>
                <a:ext uri="{FF2B5EF4-FFF2-40B4-BE49-F238E27FC236}">
                  <a16:creationId xmlns:a16="http://schemas.microsoft.com/office/drawing/2014/main" id="{3A440E69-23E4-E71F-2BF9-31152ED07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98" name="Group 719">
              <a:extLst>
                <a:ext uri="{FF2B5EF4-FFF2-40B4-BE49-F238E27FC236}">
                  <a16:creationId xmlns:a16="http://schemas.microsoft.com/office/drawing/2014/main" id="{D3B8F5D6-ECA3-C4EC-E0B2-091B8C48B85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FEEA5941-D5F0-B360-9D96-E3FA93F2CFB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5B300E2B-2FD8-FC3B-5346-1473C261F2F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85108E5A-591D-8CB8-9680-058E1B91F6E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51F7119B-FEFA-279E-E177-07DBC471E45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99" name="Trapezoid 136">
              <a:extLst>
                <a:ext uri="{FF2B5EF4-FFF2-40B4-BE49-F238E27FC236}">
                  <a16:creationId xmlns:a16="http://schemas.microsoft.com/office/drawing/2014/main" id="{01188A09-4693-84C6-7CA2-DDF911A5B16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FC20791-5BE4-EB4E-DE55-31A9D5B1A41D}"/>
              </a:ext>
            </a:extLst>
          </p:cNvPr>
          <p:cNvGrpSpPr/>
          <p:nvPr/>
        </p:nvGrpSpPr>
        <p:grpSpPr>
          <a:xfrm>
            <a:off x="4751676" y="2622607"/>
            <a:ext cx="933392" cy="271678"/>
            <a:chOff x="3560105" y="4920983"/>
            <a:chExt cx="918646" cy="267385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B8C2132E-68C0-C793-35BD-87EF5875BF2E}"/>
                </a:ext>
              </a:extLst>
            </p:cNvPr>
            <p:cNvCxnSpPr>
              <a:cxnSpLocks/>
              <a:stCxn id="211" idx="0"/>
              <a:endCxn id="197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721B6C81-5183-D9ED-E5D8-E1220391CBA7}"/>
                </a:ext>
              </a:extLst>
            </p:cNvPr>
            <p:cNvCxnSpPr>
              <a:cxnSpLocks/>
              <a:stCxn id="212" idx="1"/>
              <a:endCxn id="58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E09D7C1F-E9AA-39D7-12D0-C30E5DC88C4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10" name="Rectangle 25">
                <a:extLst>
                  <a:ext uri="{FF2B5EF4-FFF2-40B4-BE49-F238E27FC236}">
                    <a16:creationId xmlns:a16="http://schemas.microsoft.com/office/drawing/2014/main" id="{F509A682-7BE3-23E7-0BEB-415E13A52D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1" name="Rectangle 29">
                <a:extLst>
                  <a:ext uri="{FF2B5EF4-FFF2-40B4-BE49-F238E27FC236}">
                    <a16:creationId xmlns:a16="http://schemas.microsoft.com/office/drawing/2014/main" id="{AA5E7C98-174C-497A-253C-34644AACB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2" name="Rectangle 29">
                <a:extLst>
                  <a:ext uri="{FF2B5EF4-FFF2-40B4-BE49-F238E27FC236}">
                    <a16:creationId xmlns:a16="http://schemas.microsoft.com/office/drawing/2014/main" id="{BAC99A72-C1F6-9A7D-988A-36E343952C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sp>
        <p:nvSpPr>
          <p:cNvPr id="1350" name="Rectangle 29">
            <a:extLst>
              <a:ext uri="{FF2B5EF4-FFF2-40B4-BE49-F238E27FC236}">
                <a16:creationId xmlns:a16="http://schemas.microsoft.com/office/drawing/2014/main" id="{80F756A9-F55B-BEAB-B34A-30123992B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642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351" name="Rectangle 29">
            <a:extLst>
              <a:ext uri="{FF2B5EF4-FFF2-40B4-BE49-F238E27FC236}">
                <a16:creationId xmlns:a16="http://schemas.microsoft.com/office/drawing/2014/main" id="{A38CCB7C-6920-0C93-1E26-7BF3FE73D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341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64C5F941-8838-500B-2B11-B85D9E16AD3B}"/>
              </a:ext>
            </a:extLst>
          </p:cNvPr>
          <p:cNvCxnSpPr>
            <a:cxnSpLocks/>
            <a:stCxn id="322" idx="2"/>
            <a:endCxn id="500" idx="0"/>
          </p:cNvCxnSpPr>
          <p:nvPr/>
        </p:nvCxnSpPr>
        <p:spPr>
          <a:xfrm flipH="1">
            <a:off x="7077682" y="2773822"/>
            <a:ext cx="15070" cy="2046820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B761D6A1-FC70-91F9-8BCA-3E87CD4A08BB}"/>
              </a:ext>
            </a:extLst>
          </p:cNvPr>
          <p:cNvCxnSpPr>
            <a:cxnSpLocks/>
            <a:stCxn id="275" idx="2"/>
            <a:endCxn id="475" idx="0"/>
          </p:cNvCxnSpPr>
          <p:nvPr/>
        </p:nvCxnSpPr>
        <p:spPr>
          <a:xfrm flipH="1">
            <a:off x="6434997" y="3047078"/>
            <a:ext cx="191349" cy="1909675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27EE4F03-5804-F190-32A7-305A47FC02ED}"/>
              </a:ext>
            </a:extLst>
          </p:cNvPr>
          <p:cNvCxnSpPr>
            <a:cxnSpLocks/>
            <a:stCxn id="300" idx="2"/>
            <a:endCxn id="355" idx="0"/>
          </p:cNvCxnSpPr>
          <p:nvPr/>
        </p:nvCxnSpPr>
        <p:spPr>
          <a:xfrm>
            <a:off x="7559739" y="3047078"/>
            <a:ext cx="161825" cy="1896720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54">
            <a:extLst>
              <a:ext uri="{FF2B5EF4-FFF2-40B4-BE49-F238E27FC236}">
                <a16:creationId xmlns:a16="http://schemas.microsoft.com/office/drawing/2014/main" id="{6E475E9C-F86E-778C-BE5D-5F05544BBE14}"/>
              </a:ext>
            </a:extLst>
          </p:cNvPr>
          <p:cNvGrpSpPr>
            <a:grpSpLocks noChangeAspect="1"/>
          </p:cNvGrpSpPr>
          <p:nvPr/>
        </p:nvGrpSpPr>
        <p:grpSpPr>
          <a:xfrm>
            <a:off x="6486233" y="2885818"/>
            <a:ext cx="280226" cy="161260"/>
            <a:chOff x="8421867" y="1904979"/>
            <a:chExt cx="347879" cy="255573"/>
          </a:xfrm>
        </p:grpSpPr>
        <p:sp>
          <p:nvSpPr>
            <p:cNvPr id="275" name="Rectangle 60">
              <a:extLst>
                <a:ext uri="{FF2B5EF4-FFF2-40B4-BE49-F238E27FC236}">
                  <a16:creationId xmlns:a16="http://schemas.microsoft.com/office/drawing/2014/main" id="{B45B7447-7A85-CFF9-DE0E-A833B6DE0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77" name="Group 719">
              <a:extLst>
                <a:ext uri="{FF2B5EF4-FFF2-40B4-BE49-F238E27FC236}">
                  <a16:creationId xmlns:a16="http://schemas.microsoft.com/office/drawing/2014/main" id="{5531A5F1-DCD9-3FB3-C6EE-6E516E0E654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FFC32D84-DA73-2EDC-1EB9-1EE6373B1FC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990C3085-BA1A-9586-EA2D-D7364F9FA7E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BB7951E2-F795-B59C-5F0E-3CF3D7ABEAC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299C78FC-A5C4-696C-4F7A-4A7407D8F8D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83" name="Trapezoid 136">
              <a:extLst>
                <a:ext uri="{FF2B5EF4-FFF2-40B4-BE49-F238E27FC236}">
                  <a16:creationId xmlns:a16="http://schemas.microsoft.com/office/drawing/2014/main" id="{89364262-1D31-34E7-C06E-189319E32B7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roup 254">
            <a:extLst>
              <a:ext uri="{FF2B5EF4-FFF2-40B4-BE49-F238E27FC236}">
                <a16:creationId xmlns:a16="http://schemas.microsoft.com/office/drawing/2014/main" id="{310B7A8F-A821-18DC-E8B0-0DB9A410FDFB}"/>
              </a:ext>
            </a:extLst>
          </p:cNvPr>
          <p:cNvGrpSpPr>
            <a:grpSpLocks noChangeAspect="1"/>
          </p:cNvGrpSpPr>
          <p:nvPr/>
        </p:nvGrpSpPr>
        <p:grpSpPr>
          <a:xfrm>
            <a:off x="7419626" y="2885818"/>
            <a:ext cx="280226" cy="161260"/>
            <a:chOff x="8421867" y="1904979"/>
            <a:chExt cx="347879" cy="255573"/>
          </a:xfrm>
        </p:grpSpPr>
        <p:sp>
          <p:nvSpPr>
            <p:cNvPr id="300" name="Rectangle 60">
              <a:extLst>
                <a:ext uri="{FF2B5EF4-FFF2-40B4-BE49-F238E27FC236}">
                  <a16:creationId xmlns:a16="http://schemas.microsoft.com/office/drawing/2014/main" id="{0FA94B6D-73E4-5654-64FF-23A736DA6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2E3AFBF0-5177-0AB1-1D25-6C58207C240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E9FDBFE5-5F02-B635-DF0B-061623E61EF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9DF5E64D-B6DD-1797-5BF4-32865555CA0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14BE13F4-C747-AE70-3D0E-07363D406F74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670A1EB0-C9BF-AA04-6A77-14353C3DFC5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136">
              <a:extLst>
                <a:ext uri="{FF2B5EF4-FFF2-40B4-BE49-F238E27FC236}">
                  <a16:creationId xmlns:a16="http://schemas.microsoft.com/office/drawing/2014/main" id="{8343B6F5-3476-6AA7-3973-90E162CCF4A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025E4187-19F7-5638-11AB-5ECCC36CF9C3}"/>
              </a:ext>
            </a:extLst>
          </p:cNvPr>
          <p:cNvGrpSpPr/>
          <p:nvPr/>
        </p:nvGrpSpPr>
        <p:grpSpPr>
          <a:xfrm>
            <a:off x="6626346" y="2622607"/>
            <a:ext cx="933393" cy="271678"/>
            <a:chOff x="3560104" y="4920983"/>
            <a:chExt cx="918647" cy="267385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C92A4006-890E-0683-CC59-F371AFF53A07}"/>
                </a:ext>
              </a:extLst>
            </p:cNvPr>
            <p:cNvCxnSpPr>
              <a:cxnSpLocks/>
              <a:stCxn id="322" idx="1"/>
              <a:endCxn id="300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271FE13F-2258-C16C-77AD-005D44A5868A}"/>
                </a:ext>
              </a:extLst>
            </p:cNvPr>
            <p:cNvCxnSpPr>
              <a:cxnSpLocks/>
              <a:stCxn id="365" idx="1"/>
              <a:endCxn id="275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30B74F21-2EF8-4562-67A1-98E509F2A50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22" name="Rectangle 25">
                <a:extLst>
                  <a:ext uri="{FF2B5EF4-FFF2-40B4-BE49-F238E27FC236}">
                    <a16:creationId xmlns:a16="http://schemas.microsoft.com/office/drawing/2014/main" id="{46F94236-3DF7-14AF-DA2D-3B5A5041F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62" name="Rectangle 29">
                <a:extLst>
                  <a:ext uri="{FF2B5EF4-FFF2-40B4-BE49-F238E27FC236}">
                    <a16:creationId xmlns:a16="http://schemas.microsoft.com/office/drawing/2014/main" id="{9EEED2E8-8412-1255-1E59-EFF08F396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65" name="Rectangle 29">
                <a:extLst>
                  <a:ext uri="{FF2B5EF4-FFF2-40B4-BE49-F238E27FC236}">
                    <a16:creationId xmlns:a16="http://schemas.microsoft.com/office/drawing/2014/main" id="{72ECBFC2-58C3-6B4F-35C3-0D9D60078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67469544-5C54-E3B6-AB5F-C4961E461F3B}"/>
              </a:ext>
            </a:extLst>
          </p:cNvPr>
          <p:cNvCxnSpPr>
            <a:cxnSpLocks/>
            <a:stCxn id="1526" idx="2"/>
            <a:endCxn id="376" idx="0"/>
          </p:cNvCxnSpPr>
          <p:nvPr/>
        </p:nvCxnSpPr>
        <p:spPr>
          <a:xfrm flipH="1">
            <a:off x="5161977" y="1457050"/>
            <a:ext cx="963272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B35B1881-E830-B967-F7A4-F465E423DC18}"/>
              </a:ext>
            </a:extLst>
          </p:cNvPr>
          <p:cNvCxnSpPr>
            <a:cxnSpLocks/>
            <a:stCxn id="1526" idx="2"/>
            <a:endCxn id="409" idx="0"/>
          </p:cNvCxnSpPr>
          <p:nvPr/>
        </p:nvCxnSpPr>
        <p:spPr>
          <a:xfrm>
            <a:off x="6125249" y="1457050"/>
            <a:ext cx="911399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8300839C-C039-2077-4507-9289496B4112}"/>
              </a:ext>
            </a:extLst>
          </p:cNvPr>
          <p:cNvCxnSpPr>
            <a:cxnSpLocks/>
          </p:cNvCxnSpPr>
          <p:nvPr/>
        </p:nvCxnSpPr>
        <p:spPr>
          <a:xfrm flipH="1">
            <a:off x="6522942" y="906639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C0E33F96-40A7-E52A-C26A-A82AB1D34105}"/>
              </a:ext>
            </a:extLst>
          </p:cNvPr>
          <p:cNvCxnSpPr>
            <a:cxnSpLocks/>
          </p:cNvCxnSpPr>
          <p:nvPr/>
        </p:nvCxnSpPr>
        <p:spPr>
          <a:xfrm>
            <a:off x="5666317" y="903139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5CBB67DB-C0B1-2B7A-734E-F34DF2257172}"/>
              </a:ext>
            </a:extLst>
          </p:cNvPr>
          <p:cNvCxnSpPr>
            <a:cxnSpLocks/>
          </p:cNvCxnSpPr>
          <p:nvPr/>
        </p:nvCxnSpPr>
        <p:spPr>
          <a:xfrm>
            <a:off x="5525858" y="289892"/>
            <a:ext cx="0" cy="56524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7D3800EA-1DA7-FEA1-3DF6-07D8A6D7527A}"/>
              </a:ext>
            </a:extLst>
          </p:cNvPr>
          <p:cNvCxnSpPr>
            <a:cxnSpLocks/>
          </p:cNvCxnSpPr>
          <p:nvPr/>
        </p:nvCxnSpPr>
        <p:spPr>
          <a:xfrm>
            <a:off x="6844189" y="301603"/>
            <a:ext cx="32541" cy="20639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FC98E17B-D71F-08BC-2029-6AA30B51FA71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493D8592-EBD2-32DD-6E1E-8EFB2285867C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4" name="Group 254">
            <a:extLst>
              <a:ext uri="{FF2B5EF4-FFF2-40B4-BE49-F238E27FC236}">
                <a16:creationId xmlns:a16="http://schemas.microsoft.com/office/drawing/2014/main" id="{1DA00239-CDB4-29AA-59B5-42079C30F739}"/>
              </a:ext>
            </a:extLst>
          </p:cNvPr>
          <p:cNvGrpSpPr>
            <a:grpSpLocks noChangeAspect="1"/>
          </p:cNvGrpSpPr>
          <p:nvPr/>
        </p:nvGrpSpPr>
        <p:grpSpPr>
          <a:xfrm>
            <a:off x="4587124" y="2461803"/>
            <a:ext cx="280226" cy="161260"/>
            <a:chOff x="8421867" y="1904979"/>
            <a:chExt cx="347879" cy="255573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D09D4C89-1A32-20C1-FFD1-9E4533706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B40C2A1E-9272-36E8-911E-27C630D5A6B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01725B28-DC60-E250-EF57-9510A75A6F1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03B8B33-E600-435A-B9F9-2DF010F1630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4809250-A6B0-6571-4340-4BF8CE0C118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48B7348-62D3-BA8F-7A31-5AEF4D2DF02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136">
              <a:extLst>
                <a:ext uri="{FF2B5EF4-FFF2-40B4-BE49-F238E27FC236}">
                  <a16:creationId xmlns:a16="http://schemas.microsoft.com/office/drawing/2014/main" id="{A8C8F56F-37A8-E1F7-8ACC-E568403E0F8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254">
            <a:extLst>
              <a:ext uri="{FF2B5EF4-FFF2-40B4-BE49-F238E27FC236}">
                <a16:creationId xmlns:a16="http://schemas.microsoft.com/office/drawing/2014/main" id="{A3DAADF6-F288-40C5-852A-B21BA017E1D8}"/>
              </a:ext>
            </a:extLst>
          </p:cNvPr>
          <p:cNvGrpSpPr>
            <a:grpSpLocks noChangeAspect="1"/>
          </p:cNvGrpSpPr>
          <p:nvPr/>
        </p:nvGrpSpPr>
        <p:grpSpPr>
          <a:xfrm>
            <a:off x="5520516" y="2461803"/>
            <a:ext cx="280226" cy="161260"/>
            <a:chOff x="8421867" y="1904979"/>
            <a:chExt cx="347879" cy="255573"/>
          </a:xfrm>
        </p:grpSpPr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88D2F12E-BE4D-F82C-6539-579E37330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1" name="Group 719">
              <a:extLst>
                <a:ext uri="{FF2B5EF4-FFF2-40B4-BE49-F238E27FC236}">
                  <a16:creationId xmlns:a16="http://schemas.microsoft.com/office/drawing/2014/main" id="{FBBE9D1E-0E52-7567-A50F-08187EB5CEE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6B8FC09-5AE8-9614-62A7-A8DD6F0395C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E94A2A45-867C-6715-39DF-EEBADA51CF7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77F791A9-D324-2502-1ADA-37A8A172E05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603C6FE8-5639-2A8C-6458-6DDD793815A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52" name="Trapezoid 136">
              <a:extLst>
                <a:ext uri="{FF2B5EF4-FFF2-40B4-BE49-F238E27FC236}">
                  <a16:creationId xmlns:a16="http://schemas.microsoft.com/office/drawing/2014/main" id="{5F12DEBB-6280-FD3C-1300-ADFC62B40AE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DED386EC-7C5D-17CF-A93D-3C57C08662B0}"/>
              </a:ext>
            </a:extLst>
          </p:cNvPr>
          <p:cNvGrpSpPr/>
          <p:nvPr/>
        </p:nvGrpSpPr>
        <p:grpSpPr>
          <a:xfrm>
            <a:off x="4727237" y="2198592"/>
            <a:ext cx="933392" cy="271678"/>
            <a:chOff x="3560105" y="4920983"/>
            <a:chExt cx="918646" cy="267385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72ECCBA8-426D-0C07-CB0A-51B1C0F95A1B}"/>
                </a:ext>
              </a:extLst>
            </p:cNvPr>
            <p:cNvCxnSpPr>
              <a:cxnSpLocks/>
              <a:stCxn id="213" idx="0"/>
              <a:endCxn id="34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B0333189-D9BC-7431-B5CC-2F5EC8ADDF49}"/>
                </a:ext>
              </a:extLst>
            </p:cNvPr>
            <p:cNvCxnSpPr>
              <a:cxnSpLocks/>
              <a:stCxn id="214" idx="1"/>
              <a:endCxn id="22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AEFB4674-CD33-63B1-37D0-D64446C78E4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05" name="Rectangle 25">
                <a:extLst>
                  <a:ext uri="{FF2B5EF4-FFF2-40B4-BE49-F238E27FC236}">
                    <a16:creationId xmlns:a16="http://schemas.microsoft.com/office/drawing/2014/main" id="{1ED52E19-254E-CA83-D22C-9EE89488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3" name="Rectangle 29">
                <a:extLst>
                  <a:ext uri="{FF2B5EF4-FFF2-40B4-BE49-F238E27FC236}">
                    <a16:creationId xmlns:a16="http://schemas.microsoft.com/office/drawing/2014/main" id="{2E2FA685-7066-99A7-62CF-6C0ED12580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4" name="Rectangle 29">
                <a:extLst>
                  <a:ext uri="{FF2B5EF4-FFF2-40B4-BE49-F238E27FC236}">
                    <a16:creationId xmlns:a16="http://schemas.microsoft.com/office/drawing/2014/main" id="{09A7BB2D-696A-61C5-CF11-E3CBE3B22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15" name="Group 254">
            <a:extLst>
              <a:ext uri="{FF2B5EF4-FFF2-40B4-BE49-F238E27FC236}">
                <a16:creationId xmlns:a16="http://schemas.microsoft.com/office/drawing/2014/main" id="{1C9BA6D4-6E44-8E6C-E4B6-79A495C520D2}"/>
              </a:ext>
            </a:extLst>
          </p:cNvPr>
          <p:cNvGrpSpPr>
            <a:grpSpLocks noChangeAspect="1"/>
          </p:cNvGrpSpPr>
          <p:nvPr/>
        </p:nvGrpSpPr>
        <p:grpSpPr>
          <a:xfrm>
            <a:off x="6461794" y="2461803"/>
            <a:ext cx="280226" cy="161260"/>
            <a:chOff x="8421867" y="1904979"/>
            <a:chExt cx="347879" cy="255573"/>
          </a:xfrm>
        </p:grpSpPr>
        <p:sp>
          <p:nvSpPr>
            <p:cNvPr id="216" name="Rectangle 60">
              <a:extLst>
                <a:ext uri="{FF2B5EF4-FFF2-40B4-BE49-F238E27FC236}">
                  <a16:creationId xmlns:a16="http://schemas.microsoft.com/office/drawing/2014/main" id="{27672B71-CF91-9790-6A84-42931C3D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17" name="Group 719">
              <a:extLst>
                <a:ext uri="{FF2B5EF4-FFF2-40B4-BE49-F238E27FC236}">
                  <a16:creationId xmlns:a16="http://schemas.microsoft.com/office/drawing/2014/main" id="{056EECF0-E59B-27D3-38FA-DC90DBFE8AC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3B837154-414F-6212-5DCD-B5314E8D64F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31C37E15-0722-59D2-BBA9-015E8B2CB0B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92536B33-2E25-C747-8703-D045CD799E8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B019D75F-9B76-C728-4FF2-C8A9548CEE0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18" name="Trapezoid 136">
              <a:extLst>
                <a:ext uri="{FF2B5EF4-FFF2-40B4-BE49-F238E27FC236}">
                  <a16:creationId xmlns:a16="http://schemas.microsoft.com/office/drawing/2014/main" id="{4284D379-FD53-A3C4-DA1F-5180D2E53DC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3" name="Group 254">
            <a:extLst>
              <a:ext uri="{FF2B5EF4-FFF2-40B4-BE49-F238E27FC236}">
                <a16:creationId xmlns:a16="http://schemas.microsoft.com/office/drawing/2014/main" id="{E1C6758D-33D5-B6DF-7EA7-86FEE4BF2AD8}"/>
              </a:ext>
            </a:extLst>
          </p:cNvPr>
          <p:cNvGrpSpPr>
            <a:grpSpLocks noChangeAspect="1"/>
          </p:cNvGrpSpPr>
          <p:nvPr/>
        </p:nvGrpSpPr>
        <p:grpSpPr>
          <a:xfrm>
            <a:off x="7395187" y="2461803"/>
            <a:ext cx="280226" cy="161260"/>
            <a:chOff x="8421867" y="1904979"/>
            <a:chExt cx="347879" cy="255573"/>
          </a:xfrm>
        </p:grpSpPr>
        <p:sp>
          <p:nvSpPr>
            <p:cNvPr id="224" name="Rectangle 60">
              <a:extLst>
                <a:ext uri="{FF2B5EF4-FFF2-40B4-BE49-F238E27FC236}">
                  <a16:creationId xmlns:a16="http://schemas.microsoft.com/office/drawing/2014/main" id="{E62EB108-EDF5-9363-BD8D-9E02FD503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26" name="Group 719">
              <a:extLst>
                <a:ext uri="{FF2B5EF4-FFF2-40B4-BE49-F238E27FC236}">
                  <a16:creationId xmlns:a16="http://schemas.microsoft.com/office/drawing/2014/main" id="{086ED3F8-C9E4-B3D3-AF97-1D986F83622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C376F5AC-BDA2-BB18-1A21-9550CA644EB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38F57EB0-1FE0-1AE3-EF9B-20BAC6D63E7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6CDD311C-CFB1-E100-EB61-4A38C8A2E7F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A98D5EB3-9710-C42E-F1A4-BA67D385E35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27" name="Trapezoid 136">
              <a:extLst>
                <a:ext uri="{FF2B5EF4-FFF2-40B4-BE49-F238E27FC236}">
                  <a16:creationId xmlns:a16="http://schemas.microsoft.com/office/drawing/2014/main" id="{F091657A-6BA8-580D-A74F-7992ED0D5DC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479299FE-D6C6-4215-FB58-988DC15FF8F3}"/>
              </a:ext>
            </a:extLst>
          </p:cNvPr>
          <p:cNvGrpSpPr/>
          <p:nvPr/>
        </p:nvGrpSpPr>
        <p:grpSpPr>
          <a:xfrm>
            <a:off x="6601907" y="2198592"/>
            <a:ext cx="933393" cy="271678"/>
            <a:chOff x="3560104" y="4920983"/>
            <a:chExt cx="918647" cy="267385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95031878-60E2-3A92-FE1E-AE778712869A}"/>
                </a:ext>
              </a:extLst>
            </p:cNvPr>
            <p:cNvCxnSpPr>
              <a:cxnSpLocks/>
              <a:stCxn id="243" idx="1"/>
              <a:endCxn id="224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1D36B186-7DF7-4F58-A384-7B3149007EEB}"/>
                </a:ext>
              </a:extLst>
            </p:cNvPr>
            <p:cNvCxnSpPr>
              <a:cxnSpLocks/>
              <a:stCxn id="245" idx="1"/>
              <a:endCxn id="216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6628EEF1-4CD9-3858-7BA9-242E8EF39E7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43" name="Rectangle 25">
                <a:extLst>
                  <a:ext uri="{FF2B5EF4-FFF2-40B4-BE49-F238E27FC236}">
                    <a16:creationId xmlns:a16="http://schemas.microsoft.com/office/drawing/2014/main" id="{CEBD472E-89C7-CEF0-8B53-185A4D54F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FFB66B6F-99D5-7F6B-9E87-2544E3824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51F728A4-5A15-95C2-6AC2-B60D36F07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46" name="Group 254">
            <a:extLst>
              <a:ext uri="{FF2B5EF4-FFF2-40B4-BE49-F238E27FC236}">
                <a16:creationId xmlns:a16="http://schemas.microsoft.com/office/drawing/2014/main" id="{87629504-DD13-73ED-B6C9-53705D199868}"/>
              </a:ext>
            </a:extLst>
          </p:cNvPr>
          <p:cNvGrpSpPr>
            <a:grpSpLocks noChangeAspect="1"/>
          </p:cNvGrpSpPr>
          <p:nvPr/>
        </p:nvGrpSpPr>
        <p:grpSpPr>
          <a:xfrm>
            <a:off x="4555459" y="1945406"/>
            <a:ext cx="280226" cy="161260"/>
            <a:chOff x="8421867" y="1904979"/>
            <a:chExt cx="347879" cy="255573"/>
          </a:xfrm>
        </p:grpSpPr>
        <p:sp>
          <p:nvSpPr>
            <p:cNvPr id="250" name="Rectangle 60">
              <a:extLst>
                <a:ext uri="{FF2B5EF4-FFF2-40B4-BE49-F238E27FC236}">
                  <a16:creationId xmlns:a16="http://schemas.microsoft.com/office/drawing/2014/main" id="{17583FCC-83EC-CDB8-EE73-BDC8EAFD5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3" name="Group 719">
              <a:extLst>
                <a:ext uri="{FF2B5EF4-FFF2-40B4-BE49-F238E27FC236}">
                  <a16:creationId xmlns:a16="http://schemas.microsoft.com/office/drawing/2014/main" id="{850D52F7-BBB5-4D36-5944-E37FAE72E7A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97CF2D30-CD1C-BB88-4080-88AA597D301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74AEB70E-779E-571C-8F9D-81046BBCEA0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F8835BED-72D3-11DD-AA0A-DFE26E79BE8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31D8F460-76F2-B644-A2C9-3B57C0AED59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54" name="Trapezoid 136">
              <a:extLst>
                <a:ext uri="{FF2B5EF4-FFF2-40B4-BE49-F238E27FC236}">
                  <a16:creationId xmlns:a16="http://schemas.microsoft.com/office/drawing/2014/main" id="{E7790F59-F2A4-47A1-F4D1-9CCACACA4D6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Group 254">
            <a:extLst>
              <a:ext uri="{FF2B5EF4-FFF2-40B4-BE49-F238E27FC236}">
                <a16:creationId xmlns:a16="http://schemas.microsoft.com/office/drawing/2014/main" id="{C6361B6E-ADCF-163A-1BEF-8962F91254ED}"/>
              </a:ext>
            </a:extLst>
          </p:cNvPr>
          <p:cNvGrpSpPr>
            <a:grpSpLocks noChangeAspect="1"/>
          </p:cNvGrpSpPr>
          <p:nvPr/>
        </p:nvGrpSpPr>
        <p:grpSpPr>
          <a:xfrm>
            <a:off x="5488851" y="1945406"/>
            <a:ext cx="280226" cy="161260"/>
            <a:chOff x="8421867" y="1904979"/>
            <a:chExt cx="347879" cy="255573"/>
          </a:xfrm>
        </p:grpSpPr>
        <p:sp>
          <p:nvSpPr>
            <p:cNvPr id="262" name="Rectangle 60">
              <a:extLst>
                <a:ext uri="{FF2B5EF4-FFF2-40B4-BE49-F238E27FC236}">
                  <a16:creationId xmlns:a16="http://schemas.microsoft.com/office/drawing/2014/main" id="{751C87F5-32A9-93E4-1418-85FF273C2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63" name="Group 719">
              <a:extLst>
                <a:ext uri="{FF2B5EF4-FFF2-40B4-BE49-F238E27FC236}">
                  <a16:creationId xmlns:a16="http://schemas.microsoft.com/office/drawing/2014/main" id="{C1C16156-05DA-6DCE-3CFD-F50B3692489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3826AE2A-62A7-4102-FB02-CB5D5B862B3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EDC754A2-115B-AACF-9430-65A713A3749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91FD8F2F-63A9-F813-0F06-3598E5492BE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E676FF65-D098-7456-D1FB-AE64EA6784E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4" name="Trapezoid 136">
              <a:extLst>
                <a:ext uri="{FF2B5EF4-FFF2-40B4-BE49-F238E27FC236}">
                  <a16:creationId xmlns:a16="http://schemas.microsoft.com/office/drawing/2014/main" id="{9F51A0C9-2EDC-9B64-4782-D8536F5EDDE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BA2E6770-D9BC-59BB-7AF5-452198F82DEA}"/>
              </a:ext>
            </a:extLst>
          </p:cNvPr>
          <p:cNvGrpSpPr/>
          <p:nvPr/>
        </p:nvGrpSpPr>
        <p:grpSpPr>
          <a:xfrm>
            <a:off x="4695572" y="1682190"/>
            <a:ext cx="933392" cy="263216"/>
            <a:chOff x="3560105" y="4920983"/>
            <a:chExt cx="918646" cy="259057"/>
          </a:xfrm>
        </p:grpSpPr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49B18709-9376-016E-6F91-748D53AAA691}"/>
                </a:ext>
              </a:extLst>
            </p:cNvPr>
            <p:cNvCxnSpPr>
              <a:cxnSpLocks/>
              <a:stCxn id="377" idx="0"/>
              <a:endCxn id="262" idx="0"/>
            </p:cNvCxnSpPr>
            <p:nvPr/>
          </p:nvCxnSpPr>
          <p:spPr>
            <a:xfrm>
              <a:off x="4288158" y="4974136"/>
              <a:ext cx="190593" cy="20590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69A9DB42-3B8A-6788-5142-59D72CE7D167}"/>
                </a:ext>
              </a:extLst>
            </p:cNvPr>
            <p:cNvCxnSpPr>
              <a:cxnSpLocks/>
              <a:stCxn id="379" idx="1"/>
              <a:endCxn id="250" idx="0"/>
            </p:cNvCxnSpPr>
            <p:nvPr/>
          </p:nvCxnSpPr>
          <p:spPr>
            <a:xfrm flipH="1">
              <a:off x="3560105" y="4994613"/>
              <a:ext cx="175856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91A5F49A-E81D-67A9-7984-667403B7043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76" name="Rectangle 25">
                <a:extLst>
                  <a:ext uri="{FF2B5EF4-FFF2-40B4-BE49-F238E27FC236}">
                    <a16:creationId xmlns:a16="http://schemas.microsoft.com/office/drawing/2014/main" id="{D43D7628-D811-5BD1-38CE-3AE75CE65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77" name="Rectangle 29">
                <a:extLst>
                  <a:ext uri="{FF2B5EF4-FFF2-40B4-BE49-F238E27FC236}">
                    <a16:creationId xmlns:a16="http://schemas.microsoft.com/office/drawing/2014/main" id="{ABA6D291-9F53-6DC4-D5B7-CBE6EDED2A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79" name="Rectangle 29">
                <a:extLst>
                  <a:ext uri="{FF2B5EF4-FFF2-40B4-BE49-F238E27FC236}">
                    <a16:creationId xmlns:a16="http://schemas.microsoft.com/office/drawing/2014/main" id="{E5A8C23D-4BA8-D948-AB02-93716813DF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381" name="Group 254">
            <a:extLst>
              <a:ext uri="{FF2B5EF4-FFF2-40B4-BE49-F238E27FC236}">
                <a16:creationId xmlns:a16="http://schemas.microsoft.com/office/drawing/2014/main" id="{347080F3-7CCB-F0E8-FE69-05803283A577}"/>
              </a:ext>
            </a:extLst>
          </p:cNvPr>
          <p:cNvGrpSpPr>
            <a:grpSpLocks noChangeAspect="1"/>
          </p:cNvGrpSpPr>
          <p:nvPr/>
        </p:nvGrpSpPr>
        <p:grpSpPr>
          <a:xfrm>
            <a:off x="6430129" y="1945406"/>
            <a:ext cx="280226" cy="161260"/>
            <a:chOff x="8421867" y="1904979"/>
            <a:chExt cx="347879" cy="255573"/>
          </a:xfrm>
        </p:grpSpPr>
        <p:sp>
          <p:nvSpPr>
            <p:cNvPr id="382" name="Rectangle 60">
              <a:extLst>
                <a:ext uri="{FF2B5EF4-FFF2-40B4-BE49-F238E27FC236}">
                  <a16:creationId xmlns:a16="http://schemas.microsoft.com/office/drawing/2014/main" id="{B1CE27AD-8EF0-FFE8-4545-BB1E270AA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3" name="Group 719">
              <a:extLst>
                <a:ext uri="{FF2B5EF4-FFF2-40B4-BE49-F238E27FC236}">
                  <a16:creationId xmlns:a16="http://schemas.microsoft.com/office/drawing/2014/main" id="{FDAE86AF-96D7-2EAC-42F0-57356C76552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5AFB8F30-A353-7D15-C33D-273C88C14E6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2236C20C-618F-B637-B4A6-2A277D91869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8FC34CB7-7320-78C3-F2E3-A9025FB25F3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CA9806AA-D012-B481-63E9-4341335F3E3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4" name="Trapezoid 136">
              <a:extLst>
                <a:ext uri="{FF2B5EF4-FFF2-40B4-BE49-F238E27FC236}">
                  <a16:creationId xmlns:a16="http://schemas.microsoft.com/office/drawing/2014/main" id="{9092D42F-AE1E-B6DB-26A9-A89B44D3989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74BC4B31-2D81-8BF4-4248-F4D046CB9656}"/>
              </a:ext>
            </a:extLst>
          </p:cNvPr>
          <p:cNvGrpSpPr>
            <a:grpSpLocks noChangeAspect="1"/>
          </p:cNvGrpSpPr>
          <p:nvPr/>
        </p:nvGrpSpPr>
        <p:grpSpPr>
          <a:xfrm>
            <a:off x="7363522" y="1945406"/>
            <a:ext cx="280226" cy="161260"/>
            <a:chOff x="8421867" y="1904979"/>
            <a:chExt cx="347879" cy="255573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23A89E66-224A-6E2E-2069-3B3D33AE6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EF75A1DF-2D72-DF21-057B-F7EC7713740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B763F1F9-8F5F-8AB2-88B3-96688B7546C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9186DA6D-294D-AA74-CB27-1BD91F51529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36EB4A14-CA49-079D-181F-8B404EE96F1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DA79AA34-1E1C-5CB2-124C-30938290967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136">
              <a:extLst>
                <a:ext uri="{FF2B5EF4-FFF2-40B4-BE49-F238E27FC236}">
                  <a16:creationId xmlns:a16="http://schemas.microsoft.com/office/drawing/2014/main" id="{2812650C-B06E-4F38-4F67-8CE7BDA3E3C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D7396898-3BB8-9DAB-1E13-DA1816CFA66C}"/>
              </a:ext>
            </a:extLst>
          </p:cNvPr>
          <p:cNvGrpSpPr/>
          <p:nvPr/>
        </p:nvGrpSpPr>
        <p:grpSpPr>
          <a:xfrm>
            <a:off x="6570242" y="1682190"/>
            <a:ext cx="933393" cy="263216"/>
            <a:chOff x="3560104" y="4920983"/>
            <a:chExt cx="918647" cy="259057"/>
          </a:xfrm>
        </p:grpSpPr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9B2A9378-8F57-480C-5112-62B63E81CE2F}"/>
                </a:ext>
              </a:extLst>
            </p:cNvPr>
            <p:cNvCxnSpPr>
              <a:cxnSpLocks/>
              <a:stCxn id="409" idx="1"/>
              <a:endCxn id="395" idx="0"/>
            </p:cNvCxnSpPr>
            <p:nvPr/>
          </p:nvCxnSpPr>
          <p:spPr>
            <a:xfrm>
              <a:off x="4334752" y="4995396"/>
              <a:ext cx="143999" cy="18464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03C8EBB2-B09C-0B2D-62EE-18791A0F21D6}"/>
                </a:ext>
              </a:extLst>
            </p:cNvPr>
            <p:cNvCxnSpPr>
              <a:cxnSpLocks/>
              <a:stCxn id="411" idx="1"/>
              <a:endCxn id="382" idx="0"/>
            </p:cNvCxnSpPr>
            <p:nvPr/>
          </p:nvCxnSpPr>
          <p:spPr>
            <a:xfrm flipH="1">
              <a:off x="3560104" y="4994613"/>
              <a:ext cx="175857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4F07651D-599D-9106-D21D-DDC14E14AD6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409" name="Rectangle 25">
                <a:extLst>
                  <a:ext uri="{FF2B5EF4-FFF2-40B4-BE49-F238E27FC236}">
                    <a16:creationId xmlns:a16="http://schemas.microsoft.com/office/drawing/2014/main" id="{1113CE72-8A7E-6F64-52E3-B186F19C40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410" name="Rectangle 29">
                <a:extLst>
                  <a:ext uri="{FF2B5EF4-FFF2-40B4-BE49-F238E27FC236}">
                    <a16:creationId xmlns:a16="http://schemas.microsoft.com/office/drawing/2014/main" id="{E986AB5E-904A-4EAA-0436-055B5AFA2F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1" name="Rectangle 29">
                <a:extLst>
                  <a:ext uri="{FF2B5EF4-FFF2-40B4-BE49-F238E27FC236}">
                    <a16:creationId xmlns:a16="http://schemas.microsoft.com/office/drawing/2014/main" id="{29350E56-0BEF-F73A-5152-73A850848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8FBB88F5-FA27-3ED0-239C-A204AC57988B}"/>
              </a:ext>
            </a:extLst>
          </p:cNvPr>
          <p:cNvCxnSpPr>
            <a:stCxn id="1525" idx="2"/>
            <a:endCxn id="250" idx="1"/>
          </p:cNvCxnSpPr>
          <p:nvPr/>
        </p:nvCxnSpPr>
        <p:spPr>
          <a:xfrm rot="10800000" flipV="1">
            <a:off x="4555459" y="1399318"/>
            <a:ext cx="639520" cy="626717"/>
          </a:xfrm>
          <a:prstGeom prst="bentConnector3">
            <a:avLst>
              <a:gd name="adj1" fmla="val 135746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236E4EC8-A4EF-16C9-9741-AF78B6AD9862}"/>
              </a:ext>
            </a:extLst>
          </p:cNvPr>
          <p:cNvCxnSpPr>
            <a:cxnSpLocks/>
            <a:stCxn id="1524" idx="3"/>
            <a:endCxn id="395" idx="3"/>
          </p:cNvCxnSpPr>
          <p:nvPr/>
        </p:nvCxnSpPr>
        <p:spPr>
          <a:xfrm>
            <a:off x="7093585" y="1398433"/>
            <a:ext cx="550163" cy="627603"/>
          </a:xfrm>
          <a:prstGeom prst="bentConnector3">
            <a:avLst>
              <a:gd name="adj1" fmla="val 141551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D62620FA-8E57-577A-29E6-2C58559F7C26}"/>
              </a:ext>
            </a:extLst>
          </p:cNvPr>
          <p:cNvCxnSpPr>
            <a:stCxn id="376" idx="2"/>
            <a:endCxn id="205" idx="0"/>
          </p:cNvCxnSpPr>
          <p:nvPr/>
        </p:nvCxnSpPr>
        <p:spPr>
          <a:xfrm>
            <a:off x="51619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61A2A0BD-E77A-4F2C-D428-3F32544A4E37}"/>
              </a:ext>
            </a:extLst>
          </p:cNvPr>
          <p:cNvCxnSpPr>
            <a:stCxn id="205" idx="2"/>
            <a:endCxn id="210" idx="0"/>
          </p:cNvCxnSpPr>
          <p:nvPr/>
        </p:nvCxnSpPr>
        <p:spPr>
          <a:xfrm>
            <a:off x="51936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1355AA61-D221-D826-A9A5-207509CD9748}"/>
              </a:ext>
            </a:extLst>
          </p:cNvPr>
          <p:cNvSpPr txBox="1"/>
          <p:nvPr/>
        </p:nvSpPr>
        <p:spPr>
          <a:xfrm>
            <a:off x="4056656" y="2620690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aggregation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98C3C723-9061-98CC-E43C-2711DFFB6A0A}"/>
              </a:ext>
            </a:extLst>
          </p:cNvPr>
          <p:cNvSpPr txBox="1"/>
          <p:nvPr/>
        </p:nvSpPr>
        <p:spPr>
          <a:xfrm>
            <a:off x="5556364" y="2105977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Partition parallel</a:t>
            </a:r>
          </a:p>
          <a:p>
            <a:r>
              <a:rPr lang="en-GB" sz="800" dirty="0"/>
              <a:t>(decomposition)</a:t>
            </a: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CFDBDDD7-E489-2750-E8E3-BF0273DEC69F}"/>
              </a:ext>
            </a:extLst>
          </p:cNvPr>
          <p:cNvCxnSpPr/>
          <p:nvPr/>
        </p:nvCxnSpPr>
        <p:spPr>
          <a:xfrm>
            <a:off x="70415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2662A632-E2E3-1D82-4486-52494E10BF4B}"/>
              </a:ext>
            </a:extLst>
          </p:cNvPr>
          <p:cNvCxnSpPr/>
          <p:nvPr/>
        </p:nvCxnSpPr>
        <p:spPr>
          <a:xfrm>
            <a:off x="70732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9" name="Straight Connector 1568">
            <a:extLst>
              <a:ext uri="{FF2B5EF4-FFF2-40B4-BE49-F238E27FC236}">
                <a16:creationId xmlns:a16="http://schemas.microsoft.com/office/drawing/2014/main" id="{102F36FA-5B88-255F-7544-1ADBB855ED9C}"/>
              </a:ext>
            </a:extLst>
          </p:cNvPr>
          <p:cNvCxnSpPr>
            <a:cxnSpLocks/>
          </p:cNvCxnSpPr>
          <p:nvPr/>
        </p:nvCxnSpPr>
        <p:spPr>
          <a:xfrm flipH="1">
            <a:off x="6412505" y="584200"/>
            <a:ext cx="22492" cy="2576576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TextBox 412">
            <a:extLst>
              <a:ext uri="{FF2B5EF4-FFF2-40B4-BE49-F238E27FC236}">
                <a16:creationId xmlns:a16="http://schemas.microsoft.com/office/drawing/2014/main" id="{7D23D4BC-02A2-6203-DCDC-96B970974AF9}"/>
              </a:ext>
            </a:extLst>
          </p:cNvPr>
          <p:cNvSpPr txBox="1"/>
          <p:nvPr/>
        </p:nvSpPr>
        <p:spPr>
          <a:xfrm>
            <a:off x="3935608" y="2218716"/>
            <a:ext cx="7626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SNPP</a:t>
            </a: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2C3248F6-7B41-6B76-63AA-6CD046250926}"/>
              </a:ext>
            </a:extLst>
          </p:cNvPr>
          <p:cNvSpPr txBox="1"/>
          <p:nvPr/>
        </p:nvSpPr>
        <p:spPr>
          <a:xfrm>
            <a:off x="3935608" y="880853"/>
            <a:ext cx="7626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SNP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A9AA734-AC68-A4F2-13E1-CCE32A0117A2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2841486" y="2389506"/>
            <a:ext cx="262699" cy="1566628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3F0E4759-09A5-1011-0ABB-DEE961B01701}"/>
              </a:ext>
            </a:extLst>
          </p:cNvPr>
          <p:cNvSpPr/>
          <p:nvPr/>
        </p:nvSpPr>
        <p:spPr>
          <a:xfrm>
            <a:off x="2924798" y="3956134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DA646761-34B7-6650-638C-DF9F0F2E5474}"/>
              </a:ext>
            </a:extLst>
          </p:cNvPr>
          <p:cNvSpPr txBox="1"/>
          <p:nvPr/>
        </p:nvSpPr>
        <p:spPr>
          <a:xfrm>
            <a:off x="2647791" y="4036428"/>
            <a:ext cx="3834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>
                <a:solidFill>
                  <a:srgbClr val="FF0000"/>
                </a:solidFill>
              </a:defRPr>
            </a:lvl1pPr>
          </a:lstStyle>
          <a:p>
            <a:r>
              <a:rPr lang="en-GB" dirty="0"/>
              <a:t>BRI</a:t>
            </a:r>
          </a:p>
        </p:txBody>
      </p: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68428443-E5ED-030B-8B0C-747F3EB56CF9}"/>
              </a:ext>
            </a:extLst>
          </p:cNvPr>
          <p:cNvCxnSpPr>
            <a:cxnSpLocks/>
            <a:stCxn id="27" idx="4"/>
            <a:endCxn id="923" idx="0"/>
          </p:cNvCxnSpPr>
          <p:nvPr/>
        </p:nvCxnSpPr>
        <p:spPr>
          <a:xfrm flipH="1">
            <a:off x="2836924" y="4088204"/>
            <a:ext cx="267261" cy="1749008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Arrow Connector 403">
            <a:extLst>
              <a:ext uri="{FF2B5EF4-FFF2-40B4-BE49-F238E27FC236}">
                <a16:creationId xmlns:a16="http://schemas.microsoft.com/office/drawing/2014/main" id="{98206B56-6CCB-DE97-0E6B-3C9586838105}"/>
              </a:ext>
            </a:extLst>
          </p:cNvPr>
          <p:cNvCxnSpPr>
            <a:cxnSpLocks/>
            <a:endCxn id="418" idx="0"/>
          </p:cNvCxnSpPr>
          <p:nvPr/>
        </p:nvCxnSpPr>
        <p:spPr>
          <a:xfrm flipH="1">
            <a:off x="9204779" y="2410221"/>
            <a:ext cx="305087" cy="154591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418" name="Oval 417">
            <a:extLst>
              <a:ext uri="{FF2B5EF4-FFF2-40B4-BE49-F238E27FC236}">
                <a16:creationId xmlns:a16="http://schemas.microsoft.com/office/drawing/2014/main" id="{37AE431E-C147-8283-299A-C8FA63E24E99}"/>
              </a:ext>
            </a:extLst>
          </p:cNvPr>
          <p:cNvSpPr/>
          <p:nvPr/>
        </p:nvSpPr>
        <p:spPr>
          <a:xfrm>
            <a:off x="9025392" y="3956134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419" name="Straight Arrow Connector 418">
            <a:extLst>
              <a:ext uri="{FF2B5EF4-FFF2-40B4-BE49-F238E27FC236}">
                <a16:creationId xmlns:a16="http://schemas.microsoft.com/office/drawing/2014/main" id="{9AF1B05A-F3B0-9CDD-CD28-3D0B0C9A9121}"/>
              </a:ext>
            </a:extLst>
          </p:cNvPr>
          <p:cNvCxnSpPr>
            <a:cxnSpLocks/>
            <a:stCxn id="418" idx="4"/>
            <a:endCxn id="956" idx="0"/>
          </p:cNvCxnSpPr>
          <p:nvPr/>
        </p:nvCxnSpPr>
        <p:spPr>
          <a:xfrm>
            <a:off x="9204779" y="4088204"/>
            <a:ext cx="300257" cy="1748834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>
            <a:extLst>
              <a:ext uri="{FF2B5EF4-FFF2-40B4-BE49-F238E27FC236}">
                <a16:creationId xmlns:a16="http://schemas.microsoft.com/office/drawing/2014/main" id="{D6734591-0472-4E9A-6FAA-7866F4A1763C}"/>
              </a:ext>
            </a:extLst>
          </p:cNvPr>
          <p:cNvSpPr txBox="1"/>
          <p:nvPr/>
        </p:nvSpPr>
        <p:spPr>
          <a:xfrm>
            <a:off x="9187389" y="500954"/>
            <a:ext cx="2673096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ConnectivityService</a:t>
            </a:r>
            <a:r>
              <a:rPr lang="en-GB" sz="1200" dirty="0"/>
              <a:t> extends beyond control plane space. Connectivity Service includes control plane connection and ordinary connection.</a:t>
            </a:r>
          </a:p>
        </p:txBody>
      </p:sp>
      <p:cxnSp>
        <p:nvCxnSpPr>
          <p:cNvPr id="425" name="Straight Connector 424">
            <a:extLst>
              <a:ext uri="{FF2B5EF4-FFF2-40B4-BE49-F238E27FC236}">
                <a16:creationId xmlns:a16="http://schemas.microsoft.com/office/drawing/2014/main" id="{FCB5D093-E39A-989B-4AB0-271CD35E263C}"/>
              </a:ext>
            </a:extLst>
          </p:cNvPr>
          <p:cNvCxnSpPr>
            <a:cxnSpLocks/>
            <a:endCxn id="1103" idx="0"/>
          </p:cNvCxnSpPr>
          <p:nvPr/>
        </p:nvCxnSpPr>
        <p:spPr>
          <a:xfrm>
            <a:off x="5750495" y="283912"/>
            <a:ext cx="374754" cy="2863463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163132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F707F-8ACC-9A22-02A4-CEEC300AE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DF118-94E1-A6BD-E4E5-47D4A6A16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1B7B56-DC70-246D-8B41-6BF8D8F94E9F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1E7C29F-483C-DBB0-2E1B-5B0959EF4E84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79154216-7838-A91F-B1BA-C01631C5E216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4471F9BE-F299-8507-6A0A-62D1BA757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4713DF6B-BB47-1521-B8D7-4B04D175323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1FE311CA-6798-691A-0DBC-59377A137E1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A35F2B4-21C5-6921-5CC0-128D5095917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9F602FD-EF82-2ACD-8072-85C6AB93933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8D8F1BA2-B1A2-F165-D898-86E07D3AEFC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2401A74B-4438-F1D0-4632-EC320F4CA13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082DB2A-5424-A551-8B04-0A2D835FCBAF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CE937FC-35E1-C237-9BEC-16FBA64C1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B74A46B-4C0F-9D03-321E-DA07A7F94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FE3FD935-9938-83BC-DA01-14B08BF243D8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AD84334-F2AD-37FC-E30E-17AA7F75CA73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A34C26A1-977A-1105-89AE-1B09DC293179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D547F38B-4104-A93F-3127-94BB161A9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5A484633-1DB4-5970-3267-745133E2576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89059F7F-1595-8519-7202-A757615FC51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57BFC85E-BB36-857D-D025-62973C51EC1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CF5E0E38-5AF8-79EE-C184-04E1C99940D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CD007C9D-CF52-460C-7370-A2A535EDF02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C1C844F9-DFFE-30D0-1EA2-B2D894C58C6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2BF071CA-0560-A604-ABAB-345DCDB6BBB9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DAE9F954-0B91-A404-F8C7-B19C1106A257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BA4C9634-E926-0A30-3C31-E65687A23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E526EEB2-4FC7-3324-2D0D-97019452C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77576053-F3A9-00A9-EDD5-563AE685293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4AE989D4-DFB1-2410-E8DB-2A0B6D9AFF46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8947C12A-EFE7-9598-B3B1-F8F29B9CA1CD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CA69B877-74BE-1AA2-986E-2759C03B5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DC463679-4A78-9379-8520-07BBD9D3C9C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B2772EB2-1DBC-03D6-3B8B-99A9DDB9582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674E2DD0-098D-05DB-9F4F-14E78F5DBF8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52AC962C-BAAD-1C32-7163-6D1F1D82325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790A3766-95EC-E0AA-346B-48E1699820E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DB412CD4-A02D-EB6D-CC8D-16F346830E8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D4DD5AC0-E225-2D2E-929C-2C6B753CCC38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8CE060D7-E6DB-C633-CE62-B37C3DFA2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34DDFA1C-9355-3F08-DAB4-A4A95118A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D106153C-BFD0-D711-7CBB-FC55246150B8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F030C501-BDEF-ACF6-DE98-4EF26A3CC86E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1764E900-0429-4D56-BF2F-20B8A98722F2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75DC3BC9-6F0C-EA3E-C6D3-2FDA7D445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A7F18429-3168-25B9-AA25-0561F3606D3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50C63017-D62C-7642-3975-CC46D157CC8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5773E0EA-17FB-AD9A-0C83-789636DF1FB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992E087E-5055-E21D-4852-F86D98E13B7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A1C94727-7048-3599-72A7-B350A3A1805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FC162DFC-4683-055E-DAD8-40329FCF4D1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95AE112F-93C5-C996-8EC1-1E26EAEA1F45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AE8699EE-7288-0541-8DA9-E4F50B53B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7FBCDFF0-08BE-5AC9-3B0C-57B0C9B11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935D4D51-868B-744D-B94B-D1A16368DD6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551D4BA7-818C-EBB3-7447-FFCBBF96EF6A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0D9CD8E6-6C8E-CC0D-BA8F-0657CA16E21D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C839645D-FBA5-BED6-4FD0-A40215374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2562D3C9-1A86-A01D-8E3D-6B4F22A5BC5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7AA0C41B-2EAD-B9B5-7096-520DDD623A7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AC23B4F7-A7AC-079E-997D-A837DEDB957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95B6FF92-57A4-54B4-8488-11F9EFC4F5E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84120C8A-C2B2-6CB0-70E1-03EEBF84CAB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6534ED06-50A9-A803-56D1-6407119CFF2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0ABFBB6D-4D95-B8F2-1D5C-570376D355ED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A04B4A05-3CAA-0B23-E3E5-E3240503C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E8C49160-B479-FED2-4C1A-FDA258E58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2B09581D-990C-4B6A-E292-3B2D1D12071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2E017425-6506-C6D2-BDE1-5DDD435962DE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F7ABB983-B4F8-06BC-B6E1-9CD1CEA27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6FB34EC1-F500-8F9C-9CB0-EFBD92F67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2FDE0996-A30C-7439-DF56-F780666F3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B5CD7BF6-69C9-18E5-F635-4289DC3F63B2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BFBA4D37-905F-4C19-7455-F2E964F6470A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580661F3-6D88-6750-29C1-6A5D2356B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5F81F6B3-26FF-8AF3-6480-7AE4B8EBBF79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03FC516D-72BA-D1AF-F3A5-756F5D56BA18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BC5B3A47-F2C3-F68E-7E37-88E43E2A8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86BAC931-EAFE-D965-F5E6-3B5126A134D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F2DB0694-989B-747A-B0F4-1436C67AFE9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B3C10E50-CED6-98A8-469E-08E0ECAE569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E2FCE099-51AA-CAC2-6D8F-81EAF4A0CF74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771206CB-CA1E-C5AF-22D9-1269EC11381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190870C8-AD94-5C17-F9C7-0BD9C8CF0DD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0E39FC44-5375-2C21-C847-CD24AED659B4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545B6B3F-3411-41B4-FDBE-B40AD165C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CEB01779-3BF4-DAB4-FAB6-8C8C1F964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59834BBB-5BB1-3399-C1B8-146398413EA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BACC8F67-3D65-ABE6-8C18-6C13734EA60E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088FB1DC-7D06-525C-4550-B2B53FD2E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792021AB-1F26-0603-4235-A8FA4BF814F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E8840C71-2482-2382-ACA7-7374DC8639A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09EE565D-47B0-8203-5643-12877BCDDED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14B2A6D1-582C-43A5-8594-81851BC1D32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2EE8B4A2-4390-EED0-49EA-D78BB341FF3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B573762B-1215-FDDD-5018-4B15A8B1925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09914CCD-47F1-39B4-DBB3-D3C66440C9BA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D40FD5DC-4869-16E8-B57F-7B1933871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2B8C59F4-5956-A3D0-049E-AF0FF8CEA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3282E004-CA73-2732-0D19-677651BDC34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0375066D-1CDD-E108-D806-1C2DB1F64FA1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ED149336-6206-9457-83DA-0B2462493663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656703DA-0DD0-FF69-D2F1-837D8A844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6253EA1E-7901-F433-3E54-99FA3138931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FB678363-6942-75A8-196E-6FEE2CE4214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80BF9562-D4FD-D18E-599B-789A864E0CB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AA7F7BF8-DB94-F5AE-6C31-C3DD81044B5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81D5995C-827C-26F6-D989-20233390D0B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7A112666-B6B9-0910-AC77-B06E9E0B7AD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65BCC48B-3EB2-880B-3E83-FA7473481CAC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681A162B-8C57-3020-6B3E-047405346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3BE8E3DD-490E-1726-7B88-4BB49415F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1272F962-7508-6440-2977-74A4471D9A9E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81B7DF54-5A53-A081-C28D-2EB90EFB4AA0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D81B1C5A-B83D-C69F-8E5A-15A5D4D21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B841C5B1-E9C3-E412-5C17-41C22058F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CDBCDB9D-02EF-4364-A2F3-C6B94D9E7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DA7E5978-CBF0-4EAD-281F-A00120F2446E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BBD981CF-C9AE-09D0-C58B-8EDEE23EDDEA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F18056C7-5301-9B2F-4F02-AAB747569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6D4BDF17-D557-8DA4-4517-5C9857207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71BDD1F5-689C-8249-2417-70705E6DD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B3D2AB8E-CDB9-E620-1518-C355A7819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FC5AED15-452F-DD0C-65F9-F653C2DDFFB6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0A742BE4-3700-19A1-5323-F6D62B0095C2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26305D9C-8555-7E6D-B989-7238AE2A2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6B223373-8589-AD55-26FB-04F569AE2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8C80A828-5E80-2622-6DFB-82FFA671D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63E6D84E-2E5E-B282-5BCA-4A3C49A92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A171406D-CD25-0358-985E-E9DB2B3CF55F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DA1BA58E-8244-D812-2130-7C6EEC59CAFA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12A3F4E3-32F7-4B38-6960-B670B3C54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60846D1E-6C9A-E878-6117-79F5ABF605D8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C5A32797-921D-0F92-CC09-75EDFFA9D6E2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16C4046D-0857-F782-C065-5470F90178E4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BE4A9796-5717-B0B9-22DF-2A5C57ECE67C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0316F787-BED9-51A0-D300-EB2C85AD6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A3627E39-020F-292D-4B76-BCB819AD7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1872A151-7909-A7C7-5F25-BD775BCD7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16DB2187-6A01-D37E-FDA1-6BA02D55B5C6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50F9DC8B-A71C-FE25-9723-C9E755B2F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110D7561-1031-7F5C-932D-D5EAE7D1F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02D3DA54-61ED-ADE0-1AED-B14F628992DE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42D4688B-E28D-A688-9FBE-47E596460126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BF64B472-424E-040A-C3E7-1E66B8D6C5A2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A65B5702-E2DD-2FBA-B020-635755FD7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0A807E62-2066-5B9A-1F88-53B3F9D21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955A2DD1-B2B5-7928-6EDF-137EBC96648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65DA7A3A-CBE2-C90A-FB39-0B779D6DA773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CD1F0A5C-C2A7-8F15-4BD3-58D2A0C84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C3858342-81B1-C2AA-9E42-8595F991088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C519B420-119B-77FC-C0CD-6545628DDD5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08951632-AF02-AB7D-D895-F4DF97DDCE0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80560EE9-4FF9-A36E-C547-11C84891889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8D3B0517-0F68-4652-8FB4-BC373D35761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AD800549-0EFE-9843-C9DE-3F177BADB32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F90A1888-11F8-9E59-2C27-B67EC16E23AE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46941594-0057-7776-335B-19DD3B7AA1F7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EECB7AE3-35E5-D74F-A3BB-4783316EDBA2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9F1B8216-364B-62F2-4D91-129EA4AAD53B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B752B353-9968-1741-8FE5-8E2C0CB275AC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F317C66F-9AAF-86AA-35A1-A194966C0292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53F4FD72-80A2-A85C-23C2-1FB205E56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7C456686-6B14-23D6-3602-7C30E0A99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014ABB26-BD96-5FCC-CDFA-53C291CA8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9F1EA4F9-C8B0-0BB8-6E2F-2F2EAF1F1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129E0FBA-E9F7-6C62-7F8C-66A627E71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671E4786-3D80-4EDF-692E-331E51D22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BC74D22C-FC6E-DB57-C42A-0AEFA8EEF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7169A87F-FF86-8FFE-F75E-EDD8EA7CB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C6E5E234-F059-FF61-C267-1A185CAA6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0BBC72AC-67E5-D56E-5C6F-0B5AE666343D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89E664E5-653C-E98B-3E96-CEBD86848D22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0C0DC6F4-B752-425F-D843-CDE1366B7A37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4E9B991E-D093-75A1-15AD-0508861E5D8A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21437E80-EBFB-F9CA-23BD-D54AF77B9A8C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599F54FF-522F-6DE4-5048-F601406EF328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8986A9B1-BDED-727F-A12F-0AF2FB809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85BE3014-3070-5AA4-C364-54496222D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2BBE5FD8-1435-FB34-7B74-185743F2AD6D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EB72D43A-87D2-9DFE-E832-5D5A1F6FE3B4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49C1FB7F-D55A-C960-B6F6-A606B09E504E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E72C6EC6-239F-B13E-CDB3-4C194FB7A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30232DF4-F296-7B54-3A98-E27C9445B6B9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94F9AB84-18E0-D4C5-7960-2D602A22ABFF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7EBA6735-5F44-58C1-336E-48597EF62EFA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909603FA-EE4C-A54D-3847-AC967DD32EAA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D38BDDB1-18DA-E202-A9A7-227501B63E5B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97356028-2950-2251-B669-EAF25B7EFD5E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A8C09D6C-FF60-41BB-DCEB-B535D4E7C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EBD09EFA-2F7F-3EFE-ADB0-D96EB64AF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5C1ADA3E-0E4F-3275-6281-1A58ACAB37E7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47B47BA4-28E4-E1F8-2C19-E3AD5B4B7EC5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96F58D11-4591-E977-5F86-C051E4B0F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89E5D633-07B8-3EFD-67E9-AA8358F3A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581F6210-2994-6149-B666-87830AA57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58411F0A-6DCB-B11F-307F-D80882E984B6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E586D28F-CC69-F566-CF39-1F2C05361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45DFEF4D-E607-150B-4A1D-5E0A93247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06DC29FC-48A7-30A9-FED1-73CCA1AB6B74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62235825-F769-AFAE-491C-25B9C3DAC28B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6F0C589E-4447-EB24-B9E1-13422BEAA761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ABFAD47E-44DF-E942-D893-8F297A6FB8B9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BEDBCE3E-6EA8-27D4-4ACE-0D95D556C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AE147DCA-6D49-2BE7-2980-FB02CD7A3901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9676189F-05F6-27CE-427B-2560791D19E5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E2949036-D741-52F7-C6BA-405D749E8670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CC897007-87BC-D826-9471-204948A6F8BF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56321FD5-D482-058A-A5D4-5F35E21B1CED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EB600E1A-85B5-AF89-3917-DB4057EC720D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DA115764-41E7-9E4C-1DA4-D8C50774F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448468CE-B951-5380-9BED-F48AF878C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1E7CDCD4-D44F-3518-28F5-D7960CD513C0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530EF8D4-D616-0949-AF42-745279C7E31A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D4987E89-B596-81A4-563A-26F5D5908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540755B5-7C69-2398-9330-41374E727A8B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06B8B453-0CF8-498A-EF40-BB00DE68488D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3B5891F7-776A-1D83-5017-8D474C431501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2F4ECB80-C75C-4238-91EF-FE47DA1DE84B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BB7CE745-E6C4-52BF-B1AA-457394C1ABC0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6D253D48-7391-10CA-2044-32D6A83F64E6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CCC4BBB0-C948-9FB8-DCB8-A4C34946B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E30BA0D2-97C5-B048-5690-005DE86F5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3E649753-16C5-8B69-1EF2-9F23BE876F4A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54A046F8-3063-4480-3C25-B0B852C4C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21B16F2E-272D-BC74-3406-9DF358E93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A3EF7F12-0C2E-D2D9-69A2-3D4631972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0D6CF91C-F260-8834-1BBE-FD9AF6F39B2A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B4366531-2A88-9600-2AFE-2BA32453D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E1D7921A-CBA2-DEF2-D81A-AB5B8BC33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573E71B6-FDFE-4D2E-0781-0258B7D41A4C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FCEC0DC3-8E74-D62D-278A-3C4C14397B2F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527A172E-9DBD-C4C4-8843-B91F8C2B161B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BCF60C5D-3D87-B091-A186-D925B7BF3743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08503D46-993A-8EF4-5989-E2D1CE6977FA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1543F6C3-89C7-8540-E94F-F7C4732AB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6BBBDB2E-174C-82A4-B760-98F7B5A36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45A43F2A-D9B8-A735-614C-A92FADC01BE1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5746935D-CF20-D6B2-89E9-D5921607C515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F77D5CF5-12FD-E9F1-42EE-4D7B39776208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3C1D573A-9A0A-F4C0-F51C-2AE4C8911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8DB942EF-E159-01F7-7663-25B03E5B7BC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00F093E9-9FFA-A4A2-628E-130D8E34274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20437415-70EA-943C-C21C-ACD5779611B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5F943FD2-DFE3-551A-002D-92A5F172EB1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42E5D5AD-676B-10A9-47EB-7BA2B2601A4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D2427A35-4A0B-B37C-2F29-FB7F63E290E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8EF70787-C1B7-135E-9C8C-E7FFD86A1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C9D5EECE-2B42-A132-1BCF-EF769E1822A1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4C937C11-1460-7693-6189-385A580AC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905FC250-1A97-8975-68C6-A889F3380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51A981AC-0000-2591-1F71-78AD362FC1AA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DF6BA078-79B1-3121-46AA-ACAAE7DDA3DB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F4C98956-1ED7-CA27-CDC5-D55E65F2F373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C890AC63-D9B0-6BE2-6818-4D62DFC2E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236B390F-177E-6752-57C9-E6084CEBCA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825D85A5-D288-4098-76EC-2802896A839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26632270-A436-F9F6-212A-AB21A2107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077B8D19-D195-3918-C239-9AF5F675036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94F8809B-39D3-94EC-2855-A4B0986EB3B3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DA5378A2-D0AA-C221-32F3-D1C0472FA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0CA55C17-3028-3AD4-6B2A-44EACA01C0CE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4A54415D-45AF-8D7C-C51C-6F00078F76D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E5469BEC-350C-DFBD-F137-758FF7EC791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95D65B33-9E48-94AD-D956-0D3F85C4D55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D1F15350-6D85-FC03-2089-52009280D70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AB3D16D8-428A-D26A-A453-6948CCE28C84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446CB9D9-F217-4844-916E-00330B161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D6A4A150-E9D7-10C8-A833-26CC33907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0E7C7715-E7AA-F9B3-2F35-A94F33872675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9C9E795B-2C79-8EEA-B7FC-46865E979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254BA005-D2B3-0970-EA3A-A1A179FD51B5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3E4E9D6B-334F-1351-D07E-110BD1CF28F2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F8483C31-DC65-A8A7-1786-9B9299401A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37FDA98B-8F3D-0306-A933-91097822D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77B1B409-E012-F84F-CE06-CAD5EC0CACD2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0428C708-FEEE-2DB4-E167-5375FEF7DD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99855994-06D2-225B-769F-93020D65D48D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11074A21-764F-97E8-4F48-3C2D7A08E707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BCE255C0-864D-2DD2-9C0E-81AFDAD1B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05F83129-691C-5817-C143-5CF06DEA5704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F9B6C5F6-2E5B-3BFB-9019-882C7DE7397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3FBE1635-5DAD-53CB-BBDA-FD2C6274613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879326CB-55EF-565D-BAA4-B3F3DF61BD5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30BC7EDF-CFAD-0F1E-7802-6D596814825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EF43A3F4-FFF3-806D-A9B2-C671E66657BD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E095F095-1561-137B-7184-8615A8607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A6444FC6-9131-F4AC-F453-02E79823D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6B2EE199-9E78-A42C-5056-683FD11BFBD5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839E367A-8ADD-D08A-1FEB-E16DFB17513B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F029693E-0544-B2B0-BF3C-43ABC9518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0DE483C0-7E1C-5C1E-C28C-37900939A8A3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AA70F77F-88F6-AA08-2CEF-BAF37B79EE5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7339B0F6-0F55-642D-3A73-BEE19AC3C9A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C4B841B4-36F0-ECEE-0827-2FCB9680C2F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CE2C52DD-04C0-2937-1321-1E1BC963D06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57154505-BC3A-8E06-9CAF-569A4C770EC1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99A736DA-DF2A-428C-E764-A3CB042E9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B0C3F2F2-66B1-B342-EDC6-9F9B297A5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469A8AA5-5592-68B9-08C6-A3338C6B9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77A78888-32E8-B5C9-3B80-4B1B080EA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7CE748F6-BD59-E579-FD7D-32C8A6AAAC00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F37FA7A8-D853-2354-D0B3-8B974F0AA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57CAFB70-926D-B3CC-752F-3A6522C12408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6AB672AF-D5AC-137E-EED8-23433D29641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17FF2C43-B70A-8E61-BA73-885ADF54E03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77BDAC72-6320-0C71-F4AC-095620F8751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954A5C05-023D-7637-5F47-9744A164F2B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9D40FAE1-3589-25C9-C2B6-1DECF4EA2456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776E05F0-E1EF-F83B-41CA-5C6C76E8918C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650C860C-E94D-2407-891E-A2675661E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517597B6-71DF-36B3-3818-9D79985BCCA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AD708640-7C85-0455-25CB-C31E55FE21A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6965821E-BC46-6243-056C-4736F9C4226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6879F253-EFD5-2944-46F1-11DE40D8D86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6DF1932C-BD5A-CF87-D78C-14425AB227F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29108C7E-E780-6FB8-E8C3-2D13D63ECE3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1984683A-A24E-D1BE-A2C0-8E3BE7B922CC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97BB2F1B-38BE-0F17-FFE9-525748AFA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B17CC51A-056B-6058-7C81-673FF398572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BD918B48-A58A-96C2-DA1E-81BC6D45C81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AE353F94-0660-06A4-66A3-B10C00B0A6B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29B83A30-976B-0689-125E-3234C838886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9A7A62E9-A281-7BFF-2331-A406BEDED3D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CEC585CA-5A89-A284-04E3-5EF24420AA4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F36CD67C-4032-290D-F4BF-4029296CC2C5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A9D6DE04-6706-B6B7-5E30-D1E7DE76362C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D65B31DB-4723-E20E-D241-86F48725BC7F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38D0F613-DD22-EF50-057B-CFCD785435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65541A1D-2809-0FF8-2794-AC42C9F849E8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3788F145-61C2-370F-BE81-D39EE0804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7801E62B-5CDE-CDD3-5CC5-6502C4E8788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DCFE3628-9F54-046F-3F0E-280A1D3BEFB7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88BBD7FF-6DD6-01C7-04F8-00FC00E79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C2B62117-45F4-02DB-BF2D-9EF507C9BFCA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A00303B6-7C55-5695-E7E1-ADB85332471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7BE975F5-8E98-B0A5-8EA5-3A0872C712C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1F200E46-DA51-6B97-11D6-77A74F489FB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EF4473D5-033E-2A7D-C4FE-BC9F86085CC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508CEFC4-E9D9-62C1-BF66-69A6C8062772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6C6903DF-47AB-CEB9-E530-55AF9848B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EEB7A603-CB8B-EA22-843F-2A2310E47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EA2DA111-47E2-49A8-1324-A8E5172B4C55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0A577AFB-63A3-CA52-BA1C-85BF1B052E2A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2F5B9605-1C7B-4E0C-EA3F-51B8D7E2BC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A2B20D07-30CE-9598-1DF3-9F2FD636188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822D07AF-3E92-5FA0-5F2D-FF6747717D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70B455CC-D941-A1B9-64A5-D502E6331AB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79646EC4-08FE-5764-C20E-AF512113B86D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A31E2BB6-FABD-A169-7983-E130C79FB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EAE66F27-B354-1D31-6A43-C3A171973324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EB73C590-70DF-327B-74E6-B40F187262C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E792B66E-A7C4-E1BE-07E4-E3D3E76DD39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055F075C-8816-232A-2780-4881F7EFC1C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5EC9A98D-33A4-0CE2-FECA-8A2CD158051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DAE7241B-B6B0-7B0D-780A-053C1AE8B567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736F233A-61FE-9C3C-C490-851CA6C7A289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2C46DD9E-A88C-7192-42DD-3E2EE1924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079BCDD3-7C1F-FC0C-96D1-128BF98CD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C9342FE1-5FD3-5DCF-5002-AB2EFEC1C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EA4F6E27-373E-FD3F-D9C5-974D88ED4CC6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26812BD9-D419-C697-234D-41051D7657C7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0DDCEDF0-4FA8-76DA-976F-836401E8868A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F474FED4-8893-8503-7284-EDF2AA1A340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8E9A6D1D-DF32-CC46-95E3-5639B3E20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3108AD9B-15A5-C245-5C67-8998585D97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9B80C337-80C6-CD00-7419-1F0BF3C4A5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99BC3332-53E9-B4D0-49D8-3F39AC62B14B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EF35D1EB-7D0D-04B7-4A06-35AC0F921ED0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5ED576FA-F614-3561-1DCF-ACEAEE21D5E2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C924E8D2-5187-E3A1-9214-ED7E293C342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0DCF1796-FFBE-7BF5-E447-EBF135896C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9685798A-6BAB-D984-F18B-59E857AC80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21BDB00A-7CC3-81DC-A7C4-CBBE89B3AE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4A8F30EE-E405-424F-9AD9-8143FFF2867F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7195088A-75A8-C753-4B25-C39A13859CFC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9F98F5BD-534F-DD04-B9FA-0568C0528F2A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8C524D44-0A12-29AF-E547-B53C995A9DB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5BDD2AE3-ECA4-09F2-5F3B-408B304594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C4889504-FECD-10DA-A45F-E1037C008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44E33188-4FDC-5679-9FD9-42CD5ACC2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78AC1EE9-8136-C2CF-0E61-707B8353DEF4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6D599907-5198-CB38-A4C0-A30B3C45D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4AAD686D-29C9-E88F-A5D2-4884E5FC481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13205997-3604-E351-2DC1-A576BBA62CF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43A26E8F-1F3C-236A-AA81-7D1D030E902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34243646-6B9C-1C86-CEA5-F4F0D5D2F11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39312F4E-C229-C8B2-301D-D31C4E7D997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B8DA5888-04AE-18C9-3286-72A66E67508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F4C461BB-B655-09B1-FAB3-9A2B44318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249018B0-ADE5-ECEA-E2D9-43D478FE7E7B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248AD5CA-7F2C-48B5-3447-AFB082B1F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F3417919-CF8E-D8F3-F6BA-E405FEE1574C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67F883AE-31E1-C3A9-69EC-225CDE2A1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FE14B96C-C405-6341-1D1F-861798D0A55D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8E0D10C7-8D27-3E5C-7D26-A5E4B824F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F255728E-3470-D46D-E602-BA2B81472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8C588805-035F-D301-7864-E4BDEB6425D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40DF881B-D5D4-B3AA-3F0A-E7D714A5FE04}"/>
              </a:ext>
            </a:extLst>
          </p:cNvPr>
          <p:cNvCxnSpPr>
            <a:cxnSpLocks/>
            <a:stCxn id="1102" idx="3"/>
            <a:endCxn id="1039" idx="3"/>
          </p:cNvCxnSpPr>
          <p:nvPr/>
        </p:nvCxnSpPr>
        <p:spPr>
          <a:xfrm flipH="1">
            <a:off x="2421268" y="3227932"/>
            <a:ext cx="3063051" cy="37573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5B62D208-E2F7-A158-3DB3-4FAA4B877DB8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A471840C-8947-8915-D6CD-DBC540B7C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51A4E834-FC5D-DC99-CE7A-2FF7DEEDFE0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8C2529DA-4F3A-04C5-EACD-860427FE00D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F09064CC-DC9A-A921-A221-E951FFB5AB7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A9EFF59F-FCB6-BCDD-F6C0-45DCE4F86D1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2F137F7B-61A3-D4CC-2E2A-8952D5FBC84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BC9526F1-7903-8C35-E6E1-84DB0A79371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C132BF9A-BD3C-EFC5-FB82-C0275018099B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8DFF89BB-0383-90A3-4B08-60504B356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ADDE2A89-4EC9-FFBA-A9A0-CB0CD71F9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343A67EB-8C33-8DC9-72EB-76FEA898647A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2719F85E-19CB-3193-40BC-D70122269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95A0FDF6-A968-8780-1033-9340DA7911D6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C7E9989D-CB18-8596-0858-88219ACE4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0321A682-190C-9F41-17A9-8268C5DE7410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642EAC0A-C1FB-C5CD-1C0F-F667267F4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4F27CB88-ECA2-BCA8-2344-3E484C1B7B0F}"/>
              </a:ext>
            </a:extLst>
          </p:cNvPr>
          <p:cNvCxnSpPr>
            <a:cxnSpLocks/>
            <a:stCxn id="1067" idx="1"/>
            <a:endCxn id="1104" idx="5"/>
          </p:cNvCxnSpPr>
          <p:nvPr/>
        </p:nvCxnSpPr>
        <p:spPr>
          <a:xfrm flipH="1" flipV="1">
            <a:off x="6756438" y="3227932"/>
            <a:ext cx="3246147" cy="39320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F9512E40-EDD4-0AF0-3351-94271B97480C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485A1787-4641-46AF-F756-D9DCA69C9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E304B108-CCD9-497C-6D30-2F8801AAF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5CAE6BB5-6BAE-3E35-DD4C-17FE4A294BC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A423E144-8B75-D0B9-4FD1-110DAAB84ADA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1E752EAF-D871-81D9-DFDF-4436338CC77E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0999AA46-1DD3-73B6-C190-B6D9F9ED0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AC42C891-377E-4AB1-FC38-5177890A829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5E941FB1-095E-1676-22B6-2C586B70AB9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2F85CD99-DD98-E21E-F8C8-8D5593DA296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B5A0621E-FF04-F26F-8B19-B1F1E32F842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67564173-F9CA-6C86-741F-DD1B7FB10AF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76EC6F58-419D-1B68-A786-E0367707337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0CD788AD-082C-C440-A129-E037A06D991E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91C06406-F77C-CBD7-58B0-C5254DBEB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00BAAAB8-D20A-01E9-EB34-17DF3EA1500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A9A6E709-081B-E096-CFBF-5F93D758997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2EF71185-7E27-FAF6-5679-FEAEFB19601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D63CDFBF-9102-E7F3-D7BA-4B963B0804E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8AEACC5C-EE02-A98F-BC10-F8A0D93E4BA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0336479E-C34D-8E2F-AC33-D6D6ED869FF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66E131D3-7396-F799-624C-E7EFB3D2D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A50AF6FE-DC67-1F5B-443D-AB30EB35DDBD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15DB3E7C-6540-6844-FC18-ABC408293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96134F66-7F02-C65C-AC7B-9F6B76505347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141ECB62-797A-D1EF-2439-2424E881E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C6C43349-BB34-9660-BDA8-08A23B5F2E62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CCB33935-7CAA-3C93-CC24-FE0CE702B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42D097A4-D78F-487C-C933-0897237B6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DFAC8D52-06D8-1D9E-6131-E78A901C3BD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30" name="Group 254">
            <a:extLst>
              <a:ext uri="{FF2B5EF4-FFF2-40B4-BE49-F238E27FC236}">
                <a16:creationId xmlns:a16="http://schemas.microsoft.com/office/drawing/2014/main" id="{8E1B03BE-8557-0BC0-F062-76923B9A1B21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2422880"/>
            <a:ext cx="280226" cy="161260"/>
            <a:chOff x="8421867" y="1904979"/>
            <a:chExt cx="347879" cy="255573"/>
          </a:xfrm>
        </p:grpSpPr>
        <p:sp>
          <p:nvSpPr>
            <p:cNvPr id="1331" name="Rectangle 60">
              <a:extLst>
                <a:ext uri="{FF2B5EF4-FFF2-40B4-BE49-F238E27FC236}">
                  <a16:creationId xmlns:a16="http://schemas.microsoft.com/office/drawing/2014/main" id="{7A98C92E-F2D2-7B61-056F-CE1F996BA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32" name="Group 719">
              <a:extLst>
                <a:ext uri="{FF2B5EF4-FFF2-40B4-BE49-F238E27FC236}">
                  <a16:creationId xmlns:a16="http://schemas.microsoft.com/office/drawing/2014/main" id="{08594BB7-CD72-148B-0AF4-8642EE9776A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34" name="Straight Connector 1333">
                <a:extLst>
                  <a:ext uri="{FF2B5EF4-FFF2-40B4-BE49-F238E27FC236}">
                    <a16:creationId xmlns:a16="http://schemas.microsoft.com/office/drawing/2014/main" id="{F602B301-4D87-F9F4-51BD-BDEBC5C1641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5" name="Straight Connector 1334">
                <a:extLst>
                  <a:ext uri="{FF2B5EF4-FFF2-40B4-BE49-F238E27FC236}">
                    <a16:creationId xmlns:a16="http://schemas.microsoft.com/office/drawing/2014/main" id="{19D203DC-FECC-7F9A-255B-65A7428E05E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6" name="Straight Connector 1335">
                <a:extLst>
                  <a:ext uri="{FF2B5EF4-FFF2-40B4-BE49-F238E27FC236}">
                    <a16:creationId xmlns:a16="http://schemas.microsoft.com/office/drawing/2014/main" id="{4159F047-4496-C4D4-7B0F-2FCABA160F2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7" name="Straight Connector 1336">
                <a:extLst>
                  <a:ext uri="{FF2B5EF4-FFF2-40B4-BE49-F238E27FC236}">
                    <a16:creationId xmlns:a16="http://schemas.microsoft.com/office/drawing/2014/main" id="{98751818-ECB2-E8E0-9BFC-02DBF8602D7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33" name="Trapezoid 136">
              <a:extLst>
                <a:ext uri="{FF2B5EF4-FFF2-40B4-BE49-F238E27FC236}">
                  <a16:creationId xmlns:a16="http://schemas.microsoft.com/office/drawing/2014/main" id="{F32B21F2-2C63-83DB-4BDD-D5897D1BCD5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52" name="Rectangle 135">
            <a:extLst>
              <a:ext uri="{FF2B5EF4-FFF2-40B4-BE49-F238E27FC236}">
                <a16:creationId xmlns:a16="http://schemas.microsoft.com/office/drawing/2014/main" id="{9E55A711-0EB0-5DAB-DB8A-F8CE5FF74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131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353" name="Rectangle 127">
            <a:extLst>
              <a:ext uri="{FF2B5EF4-FFF2-40B4-BE49-F238E27FC236}">
                <a16:creationId xmlns:a16="http://schemas.microsoft.com/office/drawing/2014/main" id="{8A36AEA5-EF00-571C-B44D-FE219357C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222" y="469981"/>
            <a:ext cx="3093175" cy="97606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356" name="Rectangle 135">
            <a:extLst>
              <a:ext uri="{FF2B5EF4-FFF2-40B4-BE49-F238E27FC236}">
                <a16:creationId xmlns:a16="http://schemas.microsoft.com/office/drawing/2014/main" id="{48B04433-A3FF-DFC7-715E-6BC9C570D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895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1357" name="Straight Arrow Connector 1356">
            <a:extLst>
              <a:ext uri="{FF2B5EF4-FFF2-40B4-BE49-F238E27FC236}">
                <a16:creationId xmlns:a16="http://schemas.microsoft.com/office/drawing/2014/main" id="{FD66C2E7-EDE9-0734-3AB3-E3904A9BDDE1}"/>
              </a:ext>
            </a:extLst>
          </p:cNvPr>
          <p:cNvCxnSpPr>
            <a:cxnSpLocks/>
            <a:stCxn id="1351" idx="5"/>
            <a:endCxn id="1468" idx="0"/>
          </p:cNvCxnSpPr>
          <p:nvPr/>
        </p:nvCxnSpPr>
        <p:spPr>
          <a:xfrm>
            <a:off x="7660892" y="539794"/>
            <a:ext cx="812045" cy="412341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1359" name="Group 254">
            <a:extLst>
              <a:ext uri="{FF2B5EF4-FFF2-40B4-BE49-F238E27FC236}">
                <a16:creationId xmlns:a16="http://schemas.microsoft.com/office/drawing/2014/main" id="{AB9E2936-AD72-FC86-B6E8-DB8831B205C6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2428964"/>
            <a:ext cx="280226" cy="161260"/>
            <a:chOff x="8421867" y="1904979"/>
            <a:chExt cx="347879" cy="255573"/>
          </a:xfrm>
        </p:grpSpPr>
        <p:sp>
          <p:nvSpPr>
            <p:cNvPr id="1360" name="Rectangle 60">
              <a:extLst>
                <a:ext uri="{FF2B5EF4-FFF2-40B4-BE49-F238E27FC236}">
                  <a16:creationId xmlns:a16="http://schemas.microsoft.com/office/drawing/2014/main" id="{E4CF8394-FFC7-C4E2-08BD-0244FD301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61" name="Group 719">
              <a:extLst>
                <a:ext uri="{FF2B5EF4-FFF2-40B4-BE49-F238E27FC236}">
                  <a16:creationId xmlns:a16="http://schemas.microsoft.com/office/drawing/2014/main" id="{A60849E3-A831-80DA-540A-70A83E02A4D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63" name="Straight Connector 1362">
                <a:extLst>
                  <a:ext uri="{FF2B5EF4-FFF2-40B4-BE49-F238E27FC236}">
                    <a16:creationId xmlns:a16="http://schemas.microsoft.com/office/drawing/2014/main" id="{9156AEC7-EB37-D427-4A5B-2C7D22206F8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4" name="Straight Connector 1363">
                <a:extLst>
                  <a:ext uri="{FF2B5EF4-FFF2-40B4-BE49-F238E27FC236}">
                    <a16:creationId xmlns:a16="http://schemas.microsoft.com/office/drawing/2014/main" id="{960B2D75-4365-0B83-6AE8-A2C5CE1B48C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5" name="Straight Connector 1364">
                <a:extLst>
                  <a:ext uri="{FF2B5EF4-FFF2-40B4-BE49-F238E27FC236}">
                    <a16:creationId xmlns:a16="http://schemas.microsoft.com/office/drawing/2014/main" id="{F55BE3F3-87F4-9CB3-5CD5-5325C3021BA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6" name="Straight Connector 1365">
                <a:extLst>
                  <a:ext uri="{FF2B5EF4-FFF2-40B4-BE49-F238E27FC236}">
                    <a16:creationId xmlns:a16="http://schemas.microsoft.com/office/drawing/2014/main" id="{D701AAAC-F6FB-53BF-C913-4ED77965BCE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62" name="Trapezoid 494">
              <a:extLst>
                <a:ext uri="{FF2B5EF4-FFF2-40B4-BE49-F238E27FC236}">
                  <a16:creationId xmlns:a16="http://schemas.microsoft.com/office/drawing/2014/main" id="{B9683E7E-678A-217E-99BC-ADB6DDDE37A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67" name="Group 1466">
            <a:extLst>
              <a:ext uri="{FF2B5EF4-FFF2-40B4-BE49-F238E27FC236}">
                <a16:creationId xmlns:a16="http://schemas.microsoft.com/office/drawing/2014/main" id="{1B7B5EF6-9C0C-7D05-9F95-04DCC36AA09E}"/>
              </a:ext>
            </a:extLst>
          </p:cNvPr>
          <p:cNvGrpSpPr/>
          <p:nvPr/>
        </p:nvGrpSpPr>
        <p:grpSpPr>
          <a:xfrm>
            <a:off x="8334796" y="952135"/>
            <a:ext cx="276281" cy="173735"/>
            <a:chOff x="3417117" y="2447654"/>
            <a:chExt cx="362556" cy="227987"/>
          </a:xfrm>
        </p:grpSpPr>
        <p:sp>
          <p:nvSpPr>
            <p:cNvPr id="1468" name="Rectangle 1467">
              <a:extLst>
                <a:ext uri="{FF2B5EF4-FFF2-40B4-BE49-F238E27FC236}">
                  <a16:creationId xmlns:a16="http://schemas.microsoft.com/office/drawing/2014/main" id="{C98BFADC-B4B2-8F13-EDE7-68386DF7C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469" name="Oval 1468">
              <a:extLst>
                <a:ext uri="{FF2B5EF4-FFF2-40B4-BE49-F238E27FC236}">
                  <a16:creationId xmlns:a16="http://schemas.microsoft.com/office/drawing/2014/main" id="{858B24ED-0785-B575-D421-F682F8611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0" name="Trapezoid 613">
              <a:extLst>
                <a:ext uri="{FF2B5EF4-FFF2-40B4-BE49-F238E27FC236}">
                  <a16:creationId xmlns:a16="http://schemas.microsoft.com/office/drawing/2014/main" id="{93E66898-AECC-722B-4111-3BD42E3DE98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476" name="Straight Connector 1475">
            <a:extLst>
              <a:ext uri="{FF2B5EF4-FFF2-40B4-BE49-F238E27FC236}">
                <a16:creationId xmlns:a16="http://schemas.microsoft.com/office/drawing/2014/main" id="{E50992A2-9EF7-BDB4-EFDF-E14B4BEBFF7B}"/>
              </a:ext>
            </a:extLst>
          </p:cNvPr>
          <p:cNvCxnSpPr>
            <a:stCxn id="1360" idx="0"/>
            <a:endCxn id="1468" idx="2"/>
          </p:cNvCxnSpPr>
          <p:nvPr/>
        </p:nvCxnSpPr>
        <p:spPr>
          <a:xfrm flipV="1">
            <a:off x="8279427" y="1125870"/>
            <a:ext cx="193510" cy="1303094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20" name="Rectangle 25">
            <a:extLst>
              <a:ext uri="{FF2B5EF4-FFF2-40B4-BE49-F238E27FC236}">
                <a16:creationId xmlns:a16="http://schemas.microsoft.com/office/drawing/2014/main" id="{96BA18EB-9F14-60A9-C041-DA52C2608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12720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1C90A10C-3896-354F-C8E1-EC776A759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6EE3B373-B32A-E439-4FE0-30D58899C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11252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43276B0B-053F-2352-3FC8-2553601A2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1AAC5EEA-D91A-3585-D4D0-6C550A3A3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35445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D26CEA56-450B-EB9C-B910-05A34B5C9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6A734755-6C70-1456-A662-7E73616CA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33977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662228A6-D074-4A8C-6179-10AA25685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42" name="Connector: Elbow 1541">
            <a:extLst>
              <a:ext uri="{FF2B5EF4-FFF2-40B4-BE49-F238E27FC236}">
                <a16:creationId xmlns:a16="http://schemas.microsoft.com/office/drawing/2014/main" id="{4C993C8C-7EEF-75AE-BC86-550D406A13D5}"/>
              </a:ext>
            </a:extLst>
          </p:cNvPr>
          <p:cNvCxnSpPr>
            <a:cxnSpLocks/>
            <a:stCxn id="1331" idx="1"/>
            <a:endCxn id="996" idx="1"/>
          </p:cNvCxnSpPr>
          <p:nvPr/>
        </p:nvCxnSpPr>
        <p:spPr>
          <a:xfrm rot="10800000" flipV="1">
            <a:off x="3849256" y="2503510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9EC98D10-7001-B55B-A4DE-4014BE7C115A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93CAE054-5592-C710-8552-B729C0FBFF84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CBC4D7FD-FC38-F85B-B8E1-75D8BD0A12A5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72" name="TextBox 1571">
            <a:extLst>
              <a:ext uri="{FF2B5EF4-FFF2-40B4-BE49-F238E27FC236}">
                <a16:creationId xmlns:a16="http://schemas.microsoft.com/office/drawing/2014/main" id="{4FBF6314-F1FC-03B4-A16E-52AC202345F8}"/>
              </a:ext>
            </a:extLst>
          </p:cNvPr>
          <p:cNvSpPr txBox="1"/>
          <p:nvPr/>
        </p:nvSpPr>
        <p:spPr>
          <a:xfrm>
            <a:off x="10239757" y="135202"/>
            <a:ext cx="85953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5846"/>
            <a:r>
              <a:rPr lang="en-GB" sz="914" dirty="0">
                <a:solidFill>
                  <a:srgbClr val="000000"/>
                </a:solidFill>
                <a:latin typeface="Arial"/>
              </a:rPr>
              <a:t>View change</a:t>
            </a:r>
          </a:p>
        </p:txBody>
      </p: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A52A71B1-F2FC-DA34-A515-9F37D250B747}"/>
              </a:ext>
            </a:extLst>
          </p:cNvPr>
          <p:cNvCxnSpPr>
            <a:cxnSpLocks/>
          </p:cNvCxnSpPr>
          <p:nvPr/>
        </p:nvCxnSpPr>
        <p:spPr>
          <a:xfrm flipH="1" flipV="1">
            <a:off x="9802951" y="239203"/>
            <a:ext cx="395205" cy="154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F1654576-05F1-9660-0688-4AD36E771CD9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EC67F7D-7297-F3B1-A361-BC1A0E40EF5E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68A5703A-EFF5-6010-5201-E1E495CAE916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D90DC4-A680-48DD-E114-1AEFF14353AF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62FCBE28-56B9-19D9-1781-BC318B5699E1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4EF175-F907-2185-35D7-8716ED7DEA2A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3" name="Rectangle 29">
            <a:extLst>
              <a:ext uri="{FF2B5EF4-FFF2-40B4-BE49-F238E27FC236}">
                <a16:creationId xmlns:a16="http://schemas.microsoft.com/office/drawing/2014/main" id="{23E22818-076F-EA80-3AF3-9D290DC5F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8057849D-EDDE-8C1F-A83F-0B0F8F1CE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B61FB6B2-9E01-F201-1FB4-99BE30C88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B145F6FC-5294-98AB-8E5A-863FE1DF3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29B8E286-B20B-1D1A-99A4-9DFB502CC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FD8240F9-C7A1-D85F-6E4E-BB3E52207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E0A74427-5FB4-F21E-C2FE-B6D98F13E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783A7C2-6910-1830-FF38-7DBAA271107A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E1796EA-8CDA-B9DD-F71F-79B1E4E613D6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5B5D31AB-9BBF-5516-2D52-7A68A151E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835140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0F35CBCC-07C0-924D-445C-7539E63893C7}"/>
              </a:ext>
            </a:extLst>
          </p:cNvPr>
          <p:cNvCxnSpPr>
            <a:cxnSpLocks/>
          </p:cNvCxnSpPr>
          <p:nvPr/>
        </p:nvCxnSpPr>
        <p:spPr>
          <a:xfrm>
            <a:off x="5398559" y="541645"/>
            <a:ext cx="0" cy="832589"/>
          </a:xfrm>
          <a:prstGeom prst="line">
            <a:avLst/>
          </a:prstGeom>
          <a:ln w="28575">
            <a:solidFill>
              <a:srgbClr val="00B050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F380F66-BAAA-F7B4-9307-DCEB1BB540EC}"/>
              </a:ext>
            </a:extLst>
          </p:cNvPr>
          <p:cNvCxnSpPr>
            <a:cxnSpLocks/>
            <a:stCxn id="1350" idx="2"/>
            <a:endCxn id="279" idx="0"/>
          </p:cNvCxnSpPr>
          <p:nvPr/>
        </p:nvCxnSpPr>
        <p:spPr>
          <a:xfrm flipH="1">
            <a:off x="3876566" y="518783"/>
            <a:ext cx="783076" cy="206495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ADD0965F-3222-20C7-9AE6-BE994FAD7AA8}"/>
              </a:ext>
            </a:extLst>
          </p:cNvPr>
          <p:cNvGrpSpPr/>
          <p:nvPr/>
        </p:nvGrpSpPr>
        <p:grpSpPr>
          <a:xfrm>
            <a:off x="3738425" y="725278"/>
            <a:ext cx="276281" cy="173735"/>
            <a:chOff x="3417117" y="2447654"/>
            <a:chExt cx="362556" cy="227987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21ECC399-0158-3466-4C70-7C97D1280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60940228-E4F1-005B-6137-334A78653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1" name="Trapezoid 613">
              <a:extLst>
                <a:ext uri="{FF2B5EF4-FFF2-40B4-BE49-F238E27FC236}">
                  <a16:creationId xmlns:a16="http://schemas.microsoft.com/office/drawing/2014/main" id="{22C87F44-9FD8-2325-D683-83956679D9D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5C7F6A11-E11F-89DD-744F-C6E91793B24C}"/>
              </a:ext>
            </a:extLst>
          </p:cNvPr>
          <p:cNvCxnSpPr>
            <a:cxnSpLocks/>
            <a:stCxn id="1331" idx="0"/>
            <a:endCxn id="279" idx="2"/>
          </p:cNvCxnSpPr>
          <p:nvPr/>
        </p:nvCxnSpPr>
        <p:spPr>
          <a:xfrm flipH="1" flipV="1">
            <a:off x="3876566" y="899013"/>
            <a:ext cx="112803" cy="152386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0A5D1285-949E-54F1-DC20-2CBA94AA9BD3}"/>
              </a:ext>
            </a:extLst>
          </p:cNvPr>
          <p:cNvCxnSpPr>
            <a:cxnSpLocks/>
            <a:stCxn id="1356" idx="2"/>
            <a:endCxn id="225" idx="0"/>
          </p:cNvCxnSpPr>
          <p:nvPr/>
        </p:nvCxnSpPr>
        <p:spPr>
          <a:xfrm flipH="1">
            <a:off x="6096001" y="577021"/>
            <a:ext cx="16148" cy="258119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320269C6-B70C-94BB-0182-0F161A55847C}"/>
              </a:ext>
            </a:extLst>
          </p:cNvPr>
          <p:cNvCxnSpPr>
            <a:cxnSpLocks/>
            <a:stCxn id="210" idx="2"/>
            <a:endCxn id="339" idx="0"/>
          </p:cNvCxnSpPr>
          <p:nvPr/>
        </p:nvCxnSpPr>
        <p:spPr>
          <a:xfrm flipH="1">
            <a:off x="5202557" y="2773822"/>
            <a:ext cx="15524" cy="2036447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0F1D1482-7B4B-F7AE-FAF8-6C7890C93ACE}"/>
              </a:ext>
            </a:extLst>
          </p:cNvPr>
          <p:cNvCxnSpPr>
            <a:cxnSpLocks/>
            <a:stCxn id="58" idx="2"/>
            <a:endCxn id="252" idx="0"/>
          </p:cNvCxnSpPr>
          <p:nvPr/>
        </p:nvCxnSpPr>
        <p:spPr>
          <a:xfrm flipH="1">
            <a:off x="4559601" y="3047078"/>
            <a:ext cx="192075" cy="189930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3B3DBAC7-9147-9A4F-C965-BD69327EC525}"/>
              </a:ext>
            </a:extLst>
          </p:cNvPr>
          <p:cNvCxnSpPr>
            <a:cxnSpLocks/>
            <a:stCxn id="197" idx="2"/>
            <a:endCxn id="317" idx="0"/>
          </p:cNvCxnSpPr>
          <p:nvPr/>
        </p:nvCxnSpPr>
        <p:spPr>
          <a:xfrm>
            <a:off x="5685068" y="2945515"/>
            <a:ext cx="183925" cy="1997266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4D98D6D-021C-FB65-5B06-F9BB4CEDF609}"/>
              </a:ext>
            </a:extLst>
          </p:cNvPr>
          <p:cNvCxnSpPr>
            <a:stCxn id="281" idx="3"/>
            <a:endCxn id="991" idx="1"/>
          </p:cNvCxnSpPr>
          <p:nvPr/>
        </p:nvCxnSpPr>
        <p:spPr>
          <a:xfrm rot="10800000" flipH="1" flipV="1">
            <a:off x="3782614" y="845166"/>
            <a:ext cx="69958" cy="2741360"/>
          </a:xfrm>
          <a:prstGeom prst="bentConnector3">
            <a:avLst>
              <a:gd name="adj1" fmla="val -338736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C7717CCE-04E6-EF97-EE99-568B13B806BD}"/>
              </a:ext>
            </a:extLst>
          </p:cNvPr>
          <p:cNvCxnSpPr>
            <a:cxnSpLocks/>
            <a:stCxn id="1360" idx="3"/>
            <a:endCxn id="1146" idx="3"/>
          </p:cNvCxnSpPr>
          <p:nvPr/>
        </p:nvCxnSpPr>
        <p:spPr>
          <a:xfrm>
            <a:off x="8419540" y="2509595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29B7E257-D736-44AF-1943-663EC3799090}"/>
              </a:ext>
            </a:extLst>
          </p:cNvPr>
          <p:cNvCxnSpPr>
            <a:cxnSpLocks/>
            <a:stCxn id="1468" idx="3"/>
            <a:endCxn id="1018" idx="3"/>
          </p:cNvCxnSpPr>
          <p:nvPr/>
        </p:nvCxnSpPr>
        <p:spPr>
          <a:xfrm flipH="1">
            <a:off x="8429594" y="1039003"/>
            <a:ext cx="181483" cy="2542671"/>
          </a:xfrm>
          <a:prstGeom prst="bentConnector3">
            <a:avLst>
              <a:gd name="adj1" fmla="val -125962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254">
            <a:extLst>
              <a:ext uri="{FF2B5EF4-FFF2-40B4-BE49-F238E27FC236}">
                <a16:creationId xmlns:a16="http://schemas.microsoft.com/office/drawing/2014/main" id="{87F51A88-DCD8-29D8-2F47-9B30ABE1E033}"/>
              </a:ext>
            </a:extLst>
          </p:cNvPr>
          <p:cNvGrpSpPr>
            <a:grpSpLocks noChangeAspect="1"/>
          </p:cNvGrpSpPr>
          <p:nvPr/>
        </p:nvGrpSpPr>
        <p:grpSpPr>
          <a:xfrm>
            <a:off x="4611563" y="2885818"/>
            <a:ext cx="280226" cy="161260"/>
            <a:chOff x="8421867" y="1904979"/>
            <a:chExt cx="347879" cy="255573"/>
          </a:xfrm>
        </p:grpSpPr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965D799D-755D-2E54-89CD-EB9E487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9" name="Group 719">
              <a:extLst>
                <a:ext uri="{FF2B5EF4-FFF2-40B4-BE49-F238E27FC236}">
                  <a16:creationId xmlns:a16="http://schemas.microsoft.com/office/drawing/2014/main" id="{C14761A4-312F-4673-0B61-31B525A2A13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C76E227-951A-297D-4C44-CFF95014EDF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3BCF1377-5935-5D82-AC12-4B6A3C44048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5A5A423C-5F13-CF7E-24AE-7195D780A47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FA468A6C-52C1-0082-3985-996FCAD9B34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0" name="Trapezoid 136">
              <a:extLst>
                <a:ext uri="{FF2B5EF4-FFF2-40B4-BE49-F238E27FC236}">
                  <a16:creationId xmlns:a16="http://schemas.microsoft.com/office/drawing/2014/main" id="{339ED3FA-1745-B11D-1A3A-691A24483AD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254">
            <a:extLst>
              <a:ext uri="{FF2B5EF4-FFF2-40B4-BE49-F238E27FC236}">
                <a16:creationId xmlns:a16="http://schemas.microsoft.com/office/drawing/2014/main" id="{97779F33-8192-3123-1B00-5E4B44C001A2}"/>
              </a:ext>
            </a:extLst>
          </p:cNvPr>
          <p:cNvGrpSpPr>
            <a:grpSpLocks noChangeAspect="1"/>
          </p:cNvGrpSpPr>
          <p:nvPr/>
        </p:nvGrpSpPr>
        <p:grpSpPr>
          <a:xfrm>
            <a:off x="5544955" y="2784255"/>
            <a:ext cx="280226" cy="161260"/>
            <a:chOff x="8421867" y="1904979"/>
            <a:chExt cx="347879" cy="255573"/>
          </a:xfrm>
        </p:grpSpPr>
        <p:sp>
          <p:nvSpPr>
            <p:cNvPr id="197" name="Rectangle 60">
              <a:extLst>
                <a:ext uri="{FF2B5EF4-FFF2-40B4-BE49-F238E27FC236}">
                  <a16:creationId xmlns:a16="http://schemas.microsoft.com/office/drawing/2014/main" id="{FE5B2507-EFD2-1855-B472-7B498F0FA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98" name="Group 719">
              <a:extLst>
                <a:ext uri="{FF2B5EF4-FFF2-40B4-BE49-F238E27FC236}">
                  <a16:creationId xmlns:a16="http://schemas.microsoft.com/office/drawing/2014/main" id="{74340DFB-CA0C-8F7B-A70E-A758C669692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4CF2B1CD-F996-195C-DF52-35D7652E516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1A498080-2F7A-8E9F-3702-98C8F069C3B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32414FC3-257F-AE07-9039-706674D8497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8B8E7C69-C369-6CF5-E854-4558B02C7A9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99" name="Trapezoid 136">
              <a:extLst>
                <a:ext uri="{FF2B5EF4-FFF2-40B4-BE49-F238E27FC236}">
                  <a16:creationId xmlns:a16="http://schemas.microsoft.com/office/drawing/2014/main" id="{9A49C805-CA14-12C3-038B-42DDD0B200A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F3DC6093-4D7C-B739-83A8-64B6FB4F9093}"/>
              </a:ext>
            </a:extLst>
          </p:cNvPr>
          <p:cNvGrpSpPr/>
          <p:nvPr/>
        </p:nvGrpSpPr>
        <p:grpSpPr>
          <a:xfrm>
            <a:off x="4751676" y="2622607"/>
            <a:ext cx="933392" cy="271678"/>
            <a:chOff x="3560105" y="4920983"/>
            <a:chExt cx="918646" cy="267385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F86E816D-2D2D-EEE2-6A55-EF3AC5AAC946}"/>
                </a:ext>
              </a:extLst>
            </p:cNvPr>
            <p:cNvCxnSpPr>
              <a:cxnSpLocks/>
              <a:stCxn id="211" idx="0"/>
              <a:endCxn id="197" idx="0"/>
            </p:cNvCxnSpPr>
            <p:nvPr/>
          </p:nvCxnSpPr>
          <p:spPr>
            <a:xfrm>
              <a:off x="4288158" y="4974136"/>
              <a:ext cx="190593" cy="10594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AE88E425-E3D3-B746-021D-ED49EEEEAACC}"/>
                </a:ext>
              </a:extLst>
            </p:cNvPr>
            <p:cNvCxnSpPr>
              <a:cxnSpLocks/>
              <a:stCxn id="212" idx="1"/>
              <a:endCxn id="58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E690324D-76EE-D5F7-F33C-04224B769DC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10" name="Rectangle 25">
                <a:extLst>
                  <a:ext uri="{FF2B5EF4-FFF2-40B4-BE49-F238E27FC236}">
                    <a16:creationId xmlns:a16="http://schemas.microsoft.com/office/drawing/2014/main" id="{8D9170C6-E458-45BD-6D6D-E7C4C82583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1" name="Rectangle 29">
                <a:extLst>
                  <a:ext uri="{FF2B5EF4-FFF2-40B4-BE49-F238E27FC236}">
                    <a16:creationId xmlns:a16="http://schemas.microsoft.com/office/drawing/2014/main" id="{F5B94824-E1EA-39AE-256E-BA2D47B19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2" name="Rectangle 29">
                <a:extLst>
                  <a:ext uri="{FF2B5EF4-FFF2-40B4-BE49-F238E27FC236}">
                    <a16:creationId xmlns:a16="http://schemas.microsoft.com/office/drawing/2014/main" id="{A96D56B1-CDDA-84F5-F737-759298713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sp>
        <p:nvSpPr>
          <p:cNvPr id="1350" name="Rectangle 29">
            <a:extLst>
              <a:ext uri="{FF2B5EF4-FFF2-40B4-BE49-F238E27FC236}">
                <a16:creationId xmlns:a16="http://schemas.microsoft.com/office/drawing/2014/main" id="{C3521B96-0944-EA46-8857-36F6A9F8D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642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351" name="Rectangle 29">
            <a:extLst>
              <a:ext uri="{FF2B5EF4-FFF2-40B4-BE49-F238E27FC236}">
                <a16:creationId xmlns:a16="http://schemas.microsoft.com/office/drawing/2014/main" id="{CED7FBE1-CBBE-75ED-E0BD-0A4ACA0FF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341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1F1BEFA0-9586-F77F-2B46-A6223792A946}"/>
              </a:ext>
            </a:extLst>
          </p:cNvPr>
          <p:cNvCxnSpPr>
            <a:cxnSpLocks/>
            <a:stCxn id="322" idx="2"/>
            <a:endCxn id="500" idx="0"/>
          </p:cNvCxnSpPr>
          <p:nvPr/>
        </p:nvCxnSpPr>
        <p:spPr>
          <a:xfrm flipH="1">
            <a:off x="7077682" y="2773822"/>
            <a:ext cx="15070" cy="2046820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32CA7BE9-A748-7CF0-33FD-41E23149102F}"/>
              </a:ext>
            </a:extLst>
          </p:cNvPr>
          <p:cNvCxnSpPr>
            <a:cxnSpLocks/>
            <a:stCxn id="275" idx="2"/>
            <a:endCxn id="475" idx="0"/>
          </p:cNvCxnSpPr>
          <p:nvPr/>
        </p:nvCxnSpPr>
        <p:spPr>
          <a:xfrm flipH="1">
            <a:off x="6434997" y="2945515"/>
            <a:ext cx="191349" cy="2011238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2D41A626-4FAE-65A4-AC37-84EB02342A5C}"/>
              </a:ext>
            </a:extLst>
          </p:cNvPr>
          <p:cNvCxnSpPr>
            <a:cxnSpLocks/>
            <a:stCxn id="300" idx="2"/>
            <a:endCxn id="355" idx="0"/>
          </p:cNvCxnSpPr>
          <p:nvPr/>
        </p:nvCxnSpPr>
        <p:spPr>
          <a:xfrm>
            <a:off x="7559739" y="3047078"/>
            <a:ext cx="161825" cy="1896720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54">
            <a:extLst>
              <a:ext uri="{FF2B5EF4-FFF2-40B4-BE49-F238E27FC236}">
                <a16:creationId xmlns:a16="http://schemas.microsoft.com/office/drawing/2014/main" id="{D14CE2DE-C8BC-0D8F-C598-1FD3C8D83EA2}"/>
              </a:ext>
            </a:extLst>
          </p:cNvPr>
          <p:cNvGrpSpPr>
            <a:grpSpLocks noChangeAspect="1"/>
          </p:cNvGrpSpPr>
          <p:nvPr/>
        </p:nvGrpSpPr>
        <p:grpSpPr>
          <a:xfrm>
            <a:off x="6486233" y="2784255"/>
            <a:ext cx="280226" cy="161260"/>
            <a:chOff x="8421867" y="1904979"/>
            <a:chExt cx="347879" cy="255573"/>
          </a:xfrm>
        </p:grpSpPr>
        <p:sp>
          <p:nvSpPr>
            <p:cNvPr id="275" name="Rectangle 60">
              <a:extLst>
                <a:ext uri="{FF2B5EF4-FFF2-40B4-BE49-F238E27FC236}">
                  <a16:creationId xmlns:a16="http://schemas.microsoft.com/office/drawing/2014/main" id="{43550DD1-A9F5-BAEC-5DE1-C4B9691EE0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77" name="Group 719">
              <a:extLst>
                <a:ext uri="{FF2B5EF4-FFF2-40B4-BE49-F238E27FC236}">
                  <a16:creationId xmlns:a16="http://schemas.microsoft.com/office/drawing/2014/main" id="{F8ACBC62-7A9E-B6C9-BD29-B7F6BD818E7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4C7554CF-C7C2-D178-2764-676BF119E08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1BCB0CEB-A1FC-EB42-FD29-10AB4D02A3A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37506458-5223-A483-335A-AEFD911D1A6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263DA774-E633-6A54-2F45-23DCB02FB4E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83" name="Trapezoid 136">
              <a:extLst>
                <a:ext uri="{FF2B5EF4-FFF2-40B4-BE49-F238E27FC236}">
                  <a16:creationId xmlns:a16="http://schemas.microsoft.com/office/drawing/2014/main" id="{5723B417-758D-C757-DC47-8A32E187F4C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roup 254">
            <a:extLst>
              <a:ext uri="{FF2B5EF4-FFF2-40B4-BE49-F238E27FC236}">
                <a16:creationId xmlns:a16="http://schemas.microsoft.com/office/drawing/2014/main" id="{4C9A94DF-02A8-41C3-B4F1-E2D0A46800B8}"/>
              </a:ext>
            </a:extLst>
          </p:cNvPr>
          <p:cNvGrpSpPr>
            <a:grpSpLocks noChangeAspect="1"/>
          </p:cNvGrpSpPr>
          <p:nvPr/>
        </p:nvGrpSpPr>
        <p:grpSpPr>
          <a:xfrm>
            <a:off x="7419626" y="2885818"/>
            <a:ext cx="280226" cy="161260"/>
            <a:chOff x="8421867" y="1904979"/>
            <a:chExt cx="347879" cy="255573"/>
          </a:xfrm>
        </p:grpSpPr>
        <p:sp>
          <p:nvSpPr>
            <p:cNvPr id="300" name="Rectangle 60">
              <a:extLst>
                <a:ext uri="{FF2B5EF4-FFF2-40B4-BE49-F238E27FC236}">
                  <a16:creationId xmlns:a16="http://schemas.microsoft.com/office/drawing/2014/main" id="{8609007C-0B32-D06C-E56B-503FA144D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FEFE1918-4B07-3578-0EBD-7487C305957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043A9D6E-8649-FE0E-AC73-0F60ECA65B9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178E1E72-3718-597D-8DB7-6FEFF2844E7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C77AE097-57F8-AAD6-35E3-90E162796B84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FD8D6C13-7CA4-9B8E-07AF-781AEC1E2F9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136">
              <a:extLst>
                <a:ext uri="{FF2B5EF4-FFF2-40B4-BE49-F238E27FC236}">
                  <a16:creationId xmlns:a16="http://schemas.microsoft.com/office/drawing/2014/main" id="{226496C7-9427-964B-C672-C6E45987BEE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80623B7A-8B17-A08C-C348-9CDF0AF019F8}"/>
              </a:ext>
            </a:extLst>
          </p:cNvPr>
          <p:cNvGrpSpPr/>
          <p:nvPr/>
        </p:nvGrpSpPr>
        <p:grpSpPr>
          <a:xfrm>
            <a:off x="6626346" y="2622607"/>
            <a:ext cx="933393" cy="271678"/>
            <a:chOff x="3560104" y="4920983"/>
            <a:chExt cx="918647" cy="267385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E0B0C022-6F30-9EAD-1BD9-762B574D18D0}"/>
                </a:ext>
              </a:extLst>
            </p:cNvPr>
            <p:cNvCxnSpPr>
              <a:cxnSpLocks/>
              <a:stCxn id="322" idx="1"/>
              <a:endCxn id="300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F180DF0F-3233-7EEC-8574-83B9748F416F}"/>
                </a:ext>
              </a:extLst>
            </p:cNvPr>
            <p:cNvCxnSpPr>
              <a:cxnSpLocks/>
              <a:stCxn id="365" idx="1"/>
              <a:endCxn id="275" idx="0"/>
            </p:cNvCxnSpPr>
            <p:nvPr/>
          </p:nvCxnSpPr>
          <p:spPr>
            <a:xfrm flipH="1">
              <a:off x="3560104" y="4994613"/>
              <a:ext cx="175857" cy="8546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669A4EF5-D6A2-EE36-764F-3F5A3E89200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22" name="Rectangle 25">
                <a:extLst>
                  <a:ext uri="{FF2B5EF4-FFF2-40B4-BE49-F238E27FC236}">
                    <a16:creationId xmlns:a16="http://schemas.microsoft.com/office/drawing/2014/main" id="{7223063E-95AF-FAA6-D679-BB2538607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62" name="Rectangle 29">
                <a:extLst>
                  <a:ext uri="{FF2B5EF4-FFF2-40B4-BE49-F238E27FC236}">
                    <a16:creationId xmlns:a16="http://schemas.microsoft.com/office/drawing/2014/main" id="{A4C50A28-C29D-AF86-B343-4FCEE43491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65" name="Rectangle 29">
                <a:extLst>
                  <a:ext uri="{FF2B5EF4-FFF2-40B4-BE49-F238E27FC236}">
                    <a16:creationId xmlns:a16="http://schemas.microsoft.com/office/drawing/2014/main" id="{93600932-1A13-D107-35CF-F7CE30C31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32EC525D-C455-A4A0-33D3-EA78E3450754}"/>
              </a:ext>
            </a:extLst>
          </p:cNvPr>
          <p:cNvCxnSpPr>
            <a:cxnSpLocks/>
            <a:stCxn id="1526" idx="2"/>
            <a:endCxn id="376" idx="0"/>
          </p:cNvCxnSpPr>
          <p:nvPr/>
        </p:nvCxnSpPr>
        <p:spPr>
          <a:xfrm flipH="1">
            <a:off x="5161977" y="1457050"/>
            <a:ext cx="963272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A0329819-76FE-9FFE-955C-41F03C9E03D6}"/>
              </a:ext>
            </a:extLst>
          </p:cNvPr>
          <p:cNvCxnSpPr>
            <a:cxnSpLocks/>
            <a:stCxn id="1526" idx="2"/>
            <a:endCxn id="409" idx="0"/>
          </p:cNvCxnSpPr>
          <p:nvPr/>
        </p:nvCxnSpPr>
        <p:spPr>
          <a:xfrm>
            <a:off x="6125249" y="1457050"/>
            <a:ext cx="911399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362C7455-A169-8B49-9EDE-BBA087E9AA71}"/>
              </a:ext>
            </a:extLst>
          </p:cNvPr>
          <p:cNvCxnSpPr>
            <a:cxnSpLocks/>
          </p:cNvCxnSpPr>
          <p:nvPr/>
        </p:nvCxnSpPr>
        <p:spPr>
          <a:xfrm flipH="1">
            <a:off x="6522942" y="906639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85F0DC5C-1198-9048-D959-91A7F6C0ED61}"/>
              </a:ext>
            </a:extLst>
          </p:cNvPr>
          <p:cNvCxnSpPr>
            <a:cxnSpLocks/>
          </p:cNvCxnSpPr>
          <p:nvPr/>
        </p:nvCxnSpPr>
        <p:spPr>
          <a:xfrm>
            <a:off x="5666317" y="903139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BF5C6A12-C704-41C0-2BFC-438A386CCF31}"/>
              </a:ext>
            </a:extLst>
          </p:cNvPr>
          <p:cNvCxnSpPr>
            <a:cxnSpLocks/>
          </p:cNvCxnSpPr>
          <p:nvPr/>
        </p:nvCxnSpPr>
        <p:spPr>
          <a:xfrm>
            <a:off x="5525858" y="289892"/>
            <a:ext cx="0" cy="56524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5EF6E42D-4673-19F6-3F0D-3EDF418ECFED}"/>
              </a:ext>
            </a:extLst>
          </p:cNvPr>
          <p:cNvCxnSpPr>
            <a:cxnSpLocks/>
          </p:cNvCxnSpPr>
          <p:nvPr/>
        </p:nvCxnSpPr>
        <p:spPr>
          <a:xfrm>
            <a:off x="6844189" y="301603"/>
            <a:ext cx="32541" cy="20639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5CC70896-6E8D-812B-37D9-2CCDF145F66D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B77D42D2-D355-A1E3-4EF0-A20583CF288C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4" name="Group 254">
            <a:extLst>
              <a:ext uri="{FF2B5EF4-FFF2-40B4-BE49-F238E27FC236}">
                <a16:creationId xmlns:a16="http://schemas.microsoft.com/office/drawing/2014/main" id="{D1701360-09D5-259C-D700-95A73649DEDF}"/>
              </a:ext>
            </a:extLst>
          </p:cNvPr>
          <p:cNvGrpSpPr>
            <a:grpSpLocks noChangeAspect="1"/>
          </p:cNvGrpSpPr>
          <p:nvPr/>
        </p:nvGrpSpPr>
        <p:grpSpPr>
          <a:xfrm>
            <a:off x="4587124" y="2461803"/>
            <a:ext cx="280226" cy="161260"/>
            <a:chOff x="8421867" y="1904979"/>
            <a:chExt cx="347879" cy="255573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C9D4E3D2-7750-0631-2866-C6634E6ED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098E6752-3060-978E-12A2-F5E8E2ADC03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3DEF7A6-30AF-ED00-7D37-FDD7595EF5C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244BC268-33DF-51D2-C30E-BDA200CAE6B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44BE482-F9E9-42C8-C324-EC372EE7AD8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60AD014-616E-5D0B-3E5A-A39CE15A188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136">
              <a:extLst>
                <a:ext uri="{FF2B5EF4-FFF2-40B4-BE49-F238E27FC236}">
                  <a16:creationId xmlns:a16="http://schemas.microsoft.com/office/drawing/2014/main" id="{FF18758E-A1F6-3E2C-A35A-9C5C524E18D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254">
            <a:extLst>
              <a:ext uri="{FF2B5EF4-FFF2-40B4-BE49-F238E27FC236}">
                <a16:creationId xmlns:a16="http://schemas.microsoft.com/office/drawing/2014/main" id="{A410DF1D-D811-8ABF-BD7C-001FE04FDBA6}"/>
              </a:ext>
            </a:extLst>
          </p:cNvPr>
          <p:cNvGrpSpPr>
            <a:grpSpLocks noChangeAspect="1"/>
          </p:cNvGrpSpPr>
          <p:nvPr/>
        </p:nvGrpSpPr>
        <p:grpSpPr>
          <a:xfrm>
            <a:off x="5520516" y="2461803"/>
            <a:ext cx="280226" cy="161260"/>
            <a:chOff x="8421867" y="1904979"/>
            <a:chExt cx="347879" cy="255573"/>
          </a:xfrm>
        </p:grpSpPr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28B3AFC1-0EB2-BEE0-4B99-8E847225D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1" name="Group 719">
              <a:extLst>
                <a:ext uri="{FF2B5EF4-FFF2-40B4-BE49-F238E27FC236}">
                  <a16:creationId xmlns:a16="http://schemas.microsoft.com/office/drawing/2014/main" id="{ED560F94-9C51-BA92-9594-88245B73144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DEF88668-8F9B-2975-5450-D0949041B06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5DC7AC4-B1BD-E1D6-E29F-1FD82072B4A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AA0C82FF-759F-0FD3-F89C-51283AD87F9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41E3CBCC-EFA3-51FA-2073-D300B4F9340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52" name="Trapezoid 136">
              <a:extLst>
                <a:ext uri="{FF2B5EF4-FFF2-40B4-BE49-F238E27FC236}">
                  <a16:creationId xmlns:a16="http://schemas.microsoft.com/office/drawing/2014/main" id="{197EF13C-CF0B-918C-25B6-D6BA5BFE804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B4B6615A-801F-45A8-3B1A-9195638280F2}"/>
              </a:ext>
            </a:extLst>
          </p:cNvPr>
          <p:cNvGrpSpPr/>
          <p:nvPr/>
        </p:nvGrpSpPr>
        <p:grpSpPr>
          <a:xfrm>
            <a:off x="4727237" y="2198592"/>
            <a:ext cx="933392" cy="271678"/>
            <a:chOff x="3560105" y="4920983"/>
            <a:chExt cx="918646" cy="267385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F8951905-05D9-0854-17E5-490554C42AD6}"/>
                </a:ext>
              </a:extLst>
            </p:cNvPr>
            <p:cNvCxnSpPr>
              <a:cxnSpLocks/>
              <a:stCxn id="213" idx="0"/>
              <a:endCxn id="34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03F6E416-B243-B36E-4EF5-344432E3C2EA}"/>
                </a:ext>
              </a:extLst>
            </p:cNvPr>
            <p:cNvCxnSpPr>
              <a:cxnSpLocks/>
              <a:stCxn id="214" idx="1"/>
              <a:endCxn id="22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C54380F6-A860-527A-E4EF-5B20A0845F8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05" name="Rectangle 25">
                <a:extLst>
                  <a:ext uri="{FF2B5EF4-FFF2-40B4-BE49-F238E27FC236}">
                    <a16:creationId xmlns:a16="http://schemas.microsoft.com/office/drawing/2014/main" id="{8153B879-BCCF-4C07-418E-01487FB75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3" name="Rectangle 29">
                <a:extLst>
                  <a:ext uri="{FF2B5EF4-FFF2-40B4-BE49-F238E27FC236}">
                    <a16:creationId xmlns:a16="http://schemas.microsoft.com/office/drawing/2014/main" id="{B874D73F-976A-67FA-EB6F-1D52316374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4" name="Rectangle 29">
                <a:extLst>
                  <a:ext uri="{FF2B5EF4-FFF2-40B4-BE49-F238E27FC236}">
                    <a16:creationId xmlns:a16="http://schemas.microsoft.com/office/drawing/2014/main" id="{55F0CCED-018B-00D1-8302-49C4C153C6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15" name="Group 254">
            <a:extLst>
              <a:ext uri="{FF2B5EF4-FFF2-40B4-BE49-F238E27FC236}">
                <a16:creationId xmlns:a16="http://schemas.microsoft.com/office/drawing/2014/main" id="{71454988-FCA0-E42E-8A26-3C3C42B4E37E}"/>
              </a:ext>
            </a:extLst>
          </p:cNvPr>
          <p:cNvGrpSpPr>
            <a:grpSpLocks noChangeAspect="1"/>
          </p:cNvGrpSpPr>
          <p:nvPr/>
        </p:nvGrpSpPr>
        <p:grpSpPr>
          <a:xfrm>
            <a:off x="6461794" y="2461803"/>
            <a:ext cx="280226" cy="161260"/>
            <a:chOff x="8421867" y="1904979"/>
            <a:chExt cx="347879" cy="255573"/>
          </a:xfrm>
        </p:grpSpPr>
        <p:sp>
          <p:nvSpPr>
            <p:cNvPr id="216" name="Rectangle 60">
              <a:extLst>
                <a:ext uri="{FF2B5EF4-FFF2-40B4-BE49-F238E27FC236}">
                  <a16:creationId xmlns:a16="http://schemas.microsoft.com/office/drawing/2014/main" id="{7A52CBBD-135D-F369-0686-BEA8F7425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17" name="Group 719">
              <a:extLst>
                <a:ext uri="{FF2B5EF4-FFF2-40B4-BE49-F238E27FC236}">
                  <a16:creationId xmlns:a16="http://schemas.microsoft.com/office/drawing/2014/main" id="{B5AFA940-4B64-608C-24DF-3475F652AAD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FD2F7297-59F2-BF8A-123F-C6F2E39A8CD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A5E8388D-49B2-E42B-AE3E-A510273164A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A28B1527-8CE0-4205-E8DE-C4F66D8F36F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3F9F712C-9917-52A9-A4A4-D8A9A2DCE9C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18" name="Trapezoid 136">
              <a:extLst>
                <a:ext uri="{FF2B5EF4-FFF2-40B4-BE49-F238E27FC236}">
                  <a16:creationId xmlns:a16="http://schemas.microsoft.com/office/drawing/2014/main" id="{67981066-5E55-DF65-9EC4-83E7AAF8F78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3" name="Group 254">
            <a:extLst>
              <a:ext uri="{FF2B5EF4-FFF2-40B4-BE49-F238E27FC236}">
                <a16:creationId xmlns:a16="http://schemas.microsoft.com/office/drawing/2014/main" id="{32ED8262-24CE-A0FA-BFC7-E7D14F9EFF76}"/>
              </a:ext>
            </a:extLst>
          </p:cNvPr>
          <p:cNvGrpSpPr>
            <a:grpSpLocks noChangeAspect="1"/>
          </p:cNvGrpSpPr>
          <p:nvPr/>
        </p:nvGrpSpPr>
        <p:grpSpPr>
          <a:xfrm>
            <a:off x="7395187" y="2461803"/>
            <a:ext cx="280226" cy="161260"/>
            <a:chOff x="8421867" y="1904979"/>
            <a:chExt cx="347879" cy="255573"/>
          </a:xfrm>
        </p:grpSpPr>
        <p:sp>
          <p:nvSpPr>
            <p:cNvPr id="224" name="Rectangle 60">
              <a:extLst>
                <a:ext uri="{FF2B5EF4-FFF2-40B4-BE49-F238E27FC236}">
                  <a16:creationId xmlns:a16="http://schemas.microsoft.com/office/drawing/2014/main" id="{85342FCF-FE08-598D-3DAC-7A37942E7A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26" name="Group 719">
              <a:extLst>
                <a:ext uri="{FF2B5EF4-FFF2-40B4-BE49-F238E27FC236}">
                  <a16:creationId xmlns:a16="http://schemas.microsoft.com/office/drawing/2014/main" id="{4A0E50E1-8872-9C79-6D3F-75B86A9FED6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8714EED7-9987-1575-4D55-88CFDC8F152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387DF829-C6F2-ECBC-7F8E-625CE6EBA0D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2CD91137-8340-B48F-0B8C-C7BDCC1CBAD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E334181B-118C-B7D5-5327-73638C0B8EA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27" name="Trapezoid 136">
              <a:extLst>
                <a:ext uri="{FF2B5EF4-FFF2-40B4-BE49-F238E27FC236}">
                  <a16:creationId xmlns:a16="http://schemas.microsoft.com/office/drawing/2014/main" id="{AF03024C-8120-5DFE-5052-DAA7E3E4A3B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54CD06D6-50D1-8287-F312-7FC9731D381A}"/>
              </a:ext>
            </a:extLst>
          </p:cNvPr>
          <p:cNvGrpSpPr/>
          <p:nvPr/>
        </p:nvGrpSpPr>
        <p:grpSpPr>
          <a:xfrm>
            <a:off x="6601907" y="2198592"/>
            <a:ext cx="933393" cy="271678"/>
            <a:chOff x="3560104" y="4920983"/>
            <a:chExt cx="918647" cy="267385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28BD8496-EF24-9597-9C79-F405B29C149E}"/>
                </a:ext>
              </a:extLst>
            </p:cNvPr>
            <p:cNvCxnSpPr>
              <a:cxnSpLocks/>
              <a:stCxn id="243" idx="1"/>
              <a:endCxn id="224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7B91C00E-A8D5-E27A-7FF5-FBAB5759A3DB}"/>
                </a:ext>
              </a:extLst>
            </p:cNvPr>
            <p:cNvCxnSpPr>
              <a:cxnSpLocks/>
              <a:stCxn id="245" idx="1"/>
              <a:endCxn id="216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38B3D539-5E7E-9A4C-E1FB-E9A388DC987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43" name="Rectangle 25">
                <a:extLst>
                  <a:ext uri="{FF2B5EF4-FFF2-40B4-BE49-F238E27FC236}">
                    <a16:creationId xmlns:a16="http://schemas.microsoft.com/office/drawing/2014/main" id="{ABDF52F2-F45B-89CB-BC1E-DDE6D4C35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B43C635C-C2CC-7763-63F4-B75365C46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0A91443A-D1C9-A952-3969-A4E20E531C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46" name="Group 254">
            <a:extLst>
              <a:ext uri="{FF2B5EF4-FFF2-40B4-BE49-F238E27FC236}">
                <a16:creationId xmlns:a16="http://schemas.microsoft.com/office/drawing/2014/main" id="{CB7B4B57-76DD-C108-6E0D-006B365E82DC}"/>
              </a:ext>
            </a:extLst>
          </p:cNvPr>
          <p:cNvGrpSpPr>
            <a:grpSpLocks noChangeAspect="1"/>
          </p:cNvGrpSpPr>
          <p:nvPr/>
        </p:nvGrpSpPr>
        <p:grpSpPr>
          <a:xfrm>
            <a:off x="4555459" y="1945406"/>
            <a:ext cx="280226" cy="161260"/>
            <a:chOff x="8421867" y="1904979"/>
            <a:chExt cx="347879" cy="255573"/>
          </a:xfrm>
        </p:grpSpPr>
        <p:sp>
          <p:nvSpPr>
            <p:cNvPr id="250" name="Rectangle 60">
              <a:extLst>
                <a:ext uri="{FF2B5EF4-FFF2-40B4-BE49-F238E27FC236}">
                  <a16:creationId xmlns:a16="http://schemas.microsoft.com/office/drawing/2014/main" id="{881CB72F-3EF3-7B43-04F4-41A829ACE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3" name="Group 719">
              <a:extLst>
                <a:ext uri="{FF2B5EF4-FFF2-40B4-BE49-F238E27FC236}">
                  <a16:creationId xmlns:a16="http://schemas.microsoft.com/office/drawing/2014/main" id="{4B3E55F7-06E9-7FA9-7156-0ED25ED261B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FC17D272-2E1C-4286-3256-4A8D589F71B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7EFE7275-68F7-BFBB-403C-04795784254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83195523-1FBE-6247-A107-E81A0B1E196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E15CF626-8FF6-18D7-5962-B145A5EFDF9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54" name="Trapezoid 136">
              <a:extLst>
                <a:ext uri="{FF2B5EF4-FFF2-40B4-BE49-F238E27FC236}">
                  <a16:creationId xmlns:a16="http://schemas.microsoft.com/office/drawing/2014/main" id="{DA6ABD81-1A8F-1EF5-54C7-6998C737C5E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Group 254">
            <a:extLst>
              <a:ext uri="{FF2B5EF4-FFF2-40B4-BE49-F238E27FC236}">
                <a16:creationId xmlns:a16="http://schemas.microsoft.com/office/drawing/2014/main" id="{9F9CC110-2CB1-E14A-F5D4-B36EC1E3AC78}"/>
              </a:ext>
            </a:extLst>
          </p:cNvPr>
          <p:cNvGrpSpPr>
            <a:grpSpLocks noChangeAspect="1"/>
          </p:cNvGrpSpPr>
          <p:nvPr/>
        </p:nvGrpSpPr>
        <p:grpSpPr>
          <a:xfrm>
            <a:off x="5488851" y="1945406"/>
            <a:ext cx="280226" cy="161260"/>
            <a:chOff x="8421867" y="1904979"/>
            <a:chExt cx="347879" cy="255573"/>
          </a:xfrm>
        </p:grpSpPr>
        <p:sp>
          <p:nvSpPr>
            <p:cNvPr id="262" name="Rectangle 60">
              <a:extLst>
                <a:ext uri="{FF2B5EF4-FFF2-40B4-BE49-F238E27FC236}">
                  <a16:creationId xmlns:a16="http://schemas.microsoft.com/office/drawing/2014/main" id="{EBD88C14-7F46-32EF-3876-6AB7DDB55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63" name="Group 719">
              <a:extLst>
                <a:ext uri="{FF2B5EF4-FFF2-40B4-BE49-F238E27FC236}">
                  <a16:creationId xmlns:a16="http://schemas.microsoft.com/office/drawing/2014/main" id="{09E8F7BD-E485-EC9B-C5EB-C6C1EAC47DA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CE908A9D-1768-1FB7-AE41-41811B36B09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ADA28858-0768-6E0C-A047-EB820DD9D2B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DAAEE200-51AB-A82D-2682-CAE7A3BB78B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8F3E9843-5A90-59A9-3DD5-4669E09562F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4" name="Trapezoid 136">
              <a:extLst>
                <a:ext uri="{FF2B5EF4-FFF2-40B4-BE49-F238E27FC236}">
                  <a16:creationId xmlns:a16="http://schemas.microsoft.com/office/drawing/2014/main" id="{95CBE1DE-D733-C9AA-9AFD-7BAC7FA5EF1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EDCAAAB8-6A28-3B5E-34F2-3C5656701992}"/>
              </a:ext>
            </a:extLst>
          </p:cNvPr>
          <p:cNvGrpSpPr/>
          <p:nvPr/>
        </p:nvGrpSpPr>
        <p:grpSpPr>
          <a:xfrm>
            <a:off x="4695572" y="1682190"/>
            <a:ext cx="933392" cy="263216"/>
            <a:chOff x="3560105" y="4920983"/>
            <a:chExt cx="918646" cy="259057"/>
          </a:xfrm>
        </p:grpSpPr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9D116D0D-5F60-375E-5F30-DDF9B87C5053}"/>
                </a:ext>
              </a:extLst>
            </p:cNvPr>
            <p:cNvCxnSpPr>
              <a:cxnSpLocks/>
              <a:stCxn id="377" idx="0"/>
              <a:endCxn id="262" idx="0"/>
            </p:cNvCxnSpPr>
            <p:nvPr/>
          </p:nvCxnSpPr>
          <p:spPr>
            <a:xfrm>
              <a:off x="4288158" y="4974136"/>
              <a:ext cx="190593" cy="20590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4167459F-D6D3-0742-F49B-700A230E918E}"/>
                </a:ext>
              </a:extLst>
            </p:cNvPr>
            <p:cNvCxnSpPr>
              <a:cxnSpLocks/>
              <a:stCxn id="379" idx="1"/>
              <a:endCxn id="250" idx="0"/>
            </p:cNvCxnSpPr>
            <p:nvPr/>
          </p:nvCxnSpPr>
          <p:spPr>
            <a:xfrm flipH="1">
              <a:off x="3560105" y="4994613"/>
              <a:ext cx="175856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F712737E-704F-8553-E61A-72B3BE2900D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76" name="Rectangle 25">
                <a:extLst>
                  <a:ext uri="{FF2B5EF4-FFF2-40B4-BE49-F238E27FC236}">
                    <a16:creationId xmlns:a16="http://schemas.microsoft.com/office/drawing/2014/main" id="{A0313879-DB0A-5CF9-1B32-8918EDEA1A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77" name="Rectangle 29">
                <a:extLst>
                  <a:ext uri="{FF2B5EF4-FFF2-40B4-BE49-F238E27FC236}">
                    <a16:creationId xmlns:a16="http://schemas.microsoft.com/office/drawing/2014/main" id="{6B4E0DF5-3B66-4402-06E6-2F9E8E4B19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79" name="Rectangle 29">
                <a:extLst>
                  <a:ext uri="{FF2B5EF4-FFF2-40B4-BE49-F238E27FC236}">
                    <a16:creationId xmlns:a16="http://schemas.microsoft.com/office/drawing/2014/main" id="{EF0B3320-ADE5-177B-635B-BE0AAAE4A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381" name="Group 254">
            <a:extLst>
              <a:ext uri="{FF2B5EF4-FFF2-40B4-BE49-F238E27FC236}">
                <a16:creationId xmlns:a16="http://schemas.microsoft.com/office/drawing/2014/main" id="{9DDA4201-4653-8FF7-80FE-917A651584CB}"/>
              </a:ext>
            </a:extLst>
          </p:cNvPr>
          <p:cNvGrpSpPr>
            <a:grpSpLocks noChangeAspect="1"/>
          </p:cNvGrpSpPr>
          <p:nvPr/>
        </p:nvGrpSpPr>
        <p:grpSpPr>
          <a:xfrm>
            <a:off x="6430129" y="1945406"/>
            <a:ext cx="280226" cy="161260"/>
            <a:chOff x="8421867" y="1904979"/>
            <a:chExt cx="347879" cy="255573"/>
          </a:xfrm>
        </p:grpSpPr>
        <p:sp>
          <p:nvSpPr>
            <p:cNvPr id="382" name="Rectangle 60">
              <a:extLst>
                <a:ext uri="{FF2B5EF4-FFF2-40B4-BE49-F238E27FC236}">
                  <a16:creationId xmlns:a16="http://schemas.microsoft.com/office/drawing/2014/main" id="{B8479CAC-3F11-7725-3503-9014CABE8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3" name="Group 719">
              <a:extLst>
                <a:ext uri="{FF2B5EF4-FFF2-40B4-BE49-F238E27FC236}">
                  <a16:creationId xmlns:a16="http://schemas.microsoft.com/office/drawing/2014/main" id="{B88C6925-8637-9DD0-E390-118AB6CE4E4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A983B34F-B786-B896-1D8E-0978F93CBAA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209FFA8B-50E5-CC99-8997-DE910F5AC13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CF9F08F3-9AD0-7891-DD58-694C0626AAF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9A21CD11-625D-DB21-D046-EF4A1776FAF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4" name="Trapezoid 136">
              <a:extLst>
                <a:ext uri="{FF2B5EF4-FFF2-40B4-BE49-F238E27FC236}">
                  <a16:creationId xmlns:a16="http://schemas.microsoft.com/office/drawing/2014/main" id="{EDCC891C-26AB-270E-04D8-41BDD6DC5DE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19BDEBF0-8DA9-593B-D644-9E359AA72BE6}"/>
              </a:ext>
            </a:extLst>
          </p:cNvPr>
          <p:cNvGrpSpPr>
            <a:grpSpLocks noChangeAspect="1"/>
          </p:cNvGrpSpPr>
          <p:nvPr/>
        </p:nvGrpSpPr>
        <p:grpSpPr>
          <a:xfrm>
            <a:off x="7363522" y="1945406"/>
            <a:ext cx="280226" cy="161260"/>
            <a:chOff x="8421867" y="1904979"/>
            <a:chExt cx="347879" cy="255573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B6129DB1-2549-620D-00EE-53A34168F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A3BA9334-E61B-65B3-A547-37A21D4A1DF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DBD45A45-1ADD-0B63-2C86-1E707F0DCF7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7AE47A5B-795D-2D92-A416-8220D52D48C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6136CA61-27E3-E895-E2F7-52858B4E720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828441FE-724F-F09A-1C0D-AB37B48108F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136">
              <a:extLst>
                <a:ext uri="{FF2B5EF4-FFF2-40B4-BE49-F238E27FC236}">
                  <a16:creationId xmlns:a16="http://schemas.microsoft.com/office/drawing/2014/main" id="{FAA46D32-D262-280A-CE3F-1AEB4CA4DD2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0FF4D74E-9A7C-FD88-D925-8F1A83377D3B}"/>
              </a:ext>
            </a:extLst>
          </p:cNvPr>
          <p:cNvGrpSpPr/>
          <p:nvPr/>
        </p:nvGrpSpPr>
        <p:grpSpPr>
          <a:xfrm>
            <a:off x="6570242" y="1682190"/>
            <a:ext cx="933393" cy="263216"/>
            <a:chOff x="3560104" y="4920983"/>
            <a:chExt cx="918647" cy="259057"/>
          </a:xfrm>
        </p:grpSpPr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B1EB1FDC-32EC-F45A-A6E1-C36705FAC328}"/>
                </a:ext>
              </a:extLst>
            </p:cNvPr>
            <p:cNvCxnSpPr>
              <a:cxnSpLocks/>
              <a:stCxn id="409" idx="1"/>
              <a:endCxn id="395" idx="0"/>
            </p:cNvCxnSpPr>
            <p:nvPr/>
          </p:nvCxnSpPr>
          <p:spPr>
            <a:xfrm>
              <a:off x="4334752" y="4995396"/>
              <a:ext cx="143999" cy="18464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AF1A6383-7ADA-AC35-BC91-39AB4779DB9D}"/>
                </a:ext>
              </a:extLst>
            </p:cNvPr>
            <p:cNvCxnSpPr>
              <a:cxnSpLocks/>
              <a:stCxn id="411" idx="1"/>
              <a:endCxn id="382" idx="0"/>
            </p:cNvCxnSpPr>
            <p:nvPr/>
          </p:nvCxnSpPr>
          <p:spPr>
            <a:xfrm flipH="1">
              <a:off x="3560104" y="4994613"/>
              <a:ext cx="175857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4AF3200B-3615-F07B-C33A-7CB13F51DDC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409" name="Rectangle 25">
                <a:extLst>
                  <a:ext uri="{FF2B5EF4-FFF2-40B4-BE49-F238E27FC236}">
                    <a16:creationId xmlns:a16="http://schemas.microsoft.com/office/drawing/2014/main" id="{4938CFF4-F30A-F4E1-38AE-E05923532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410" name="Rectangle 29">
                <a:extLst>
                  <a:ext uri="{FF2B5EF4-FFF2-40B4-BE49-F238E27FC236}">
                    <a16:creationId xmlns:a16="http://schemas.microsoft.com/office/drawing/2014/main" id="{BC88DDD4-5D72-AAA8-C12C-E469487A0A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1" name="Rectangle 29">
                <a:extLst>
                  <a:ext uri="{FF2B5EF4-FFF2-40B4-BE49-F238E27FC236}">
                    <a16:creationId xmlns:a16="http://schemas.microsoft.com/office/drawing/2014/main" id="{48955391-A22C-8A9D-83FB-0C29BC9C79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745124CA-DB1D-41B0-61FC-7D1F6F2779F2}"/>
              </a:ext>
            </a:extLst>
          </p:cNvPr>
          <p:cNvCxnSpPr>
            <a:stCxn id="1525" idx="2"/>
            <a:endCxn id="250" idx="1"/>
          </p:cNvCxnSpPr>
          <p:nvPr/>
        </p:nvCxnSpPr>
        <p:spPr>
          <a:xfrm rot="10800000" flipV="1">
            <a:off x="4555459" y="1399318"/>
            <a:ext cx="639520" cy="626717"/>
          </a:xfrm>
          <a:prstGeom prst="bentConnector3">
            <a:avLst>
              <a:gd name="adj1" fmla="val 135746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88BF64A4-E8A1-12AF-514C-5AFF3084F3FF}"/>
              </a:ext>
            </a:extLst>
          </p:cNvPr>
          <p:cNvCxnSpPr>
            <a:cxnSpLocks/>
            <a:stCxn id="1524" idx="3"/>
            <a:endCxn id="395" idx="3"/>
          </p:cNvCxnSpPr>
          <p:nvPr/>
        </p:nvCxnSpPr>
        <p:spPr>
          <a:xfrm>
            <a:off x="7093585" y="1398433"/>
            <a:ext cx="550163" cy="627603"/>
          </a:xfrm>
          <a:prstGeom prst="bentConnector3">
            <a:avLst>
              <a:gd name="adj1" fmla="val 141551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5A9827BB-B0E2-F777-4ACB-C114F22FD94F}"/>
              </a:ext>
            </a:extLst>
          </p:cNvPr>
          <p:cNvCxnSpPr>
            <a:stCxn id="376" idx="2"/>
            <a:endCxn id="205" idx="0"/>
          </p:cNvCxnSpPr>
          <p:nvPr/>
        </p:nvCxnSpPr>
        <p:spPr>
          <a:xfrm>
            <a:off x="51619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5E7FAD0A-FACB-2E6D-E300-DCCBCD68AF7B}"/>
              </a:ext>
            </a:extLst>
          </p:cNvPr>
          <p:cNvCxnSpPr>
            <a:stCxn id="205" idx="2"/>
            <a:endCxn id="210" idx="0"/>
          </p:cNvCxnSpPr>
          <p:nvPr/>
        </p:nvCxnSpPr>
        <p:spPr>
          <a:xfrm>
            <a:off x="51936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355F80DC-1973-9B2D-B65F-706F90B62E51}"/>
              </a:ext>
            </a:extLst>
          </p:cNvPr>
          <p:cNvSpPr txBox="1"/>
          <p:nvPr/>
        </p:nvSpPr>
        <p:spPr>
          <a:xfrm>
            <a:off x="4056656" y="2620690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aggregation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1A74F025-8A01-C8C7-0282-771C6F436B57}"/>
              </a:ext>
            </a:extLst>
          </p:cNvPr>
          <p:cNvSpPr txBox="1"/>
          <p:nvPr/>
        </p:nvSpPr>
        <p:spPr>
          <a:xfrm>
            <a:off x="5556364" y="2105977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Partition parallel</a:t>
            </a:r>
          </a:p>
          <a:p>
            <a:r>
              <a:rPr lang="en-GB" sz="800" dirty="0"/>
              <a:t>(decomposition)</a:t>
            </a: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2444D940-8F3D-5AFB-0F20-5EE8300DD0A3}"/>
              </a:ext>
            </a:extLst>
          </p:cNvPr>
          <p:cNvCxnSpPr/>
          <p:nvPr/>
        </p:nvCxnSpPr>
        <p:spPr>
          <a:xfrm>
            <a:off x="70415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C4369576-9BA0-A3FD-E5B5-12C2B50AE1C7}"/>
              </a:ext>
            </a:extLst>
          </p:cNvPr>
          <p:cNvCxnSpPr/>
          <p:nvPr/>
        </p:nvCxnSpPr>
        <p:spPr>
          <a:xfrm>
            <a:off x="70732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TextBox 412">
            <a:extLst>
              <a:ext uri="{FF2B5EF4-FFF2-40B4-BE49-F238E27FC236}">
                <a16:creationId xmlns:a16="http://schemas.microsoft.com/office/drawing/2014/main" id="{3A7A10DB-E59B-186B-25ED-4467486EFEB5}"/>
              </a:ext>
            </a:extLst>
          </p:cNvPr>
          <p:cNvSpPr txBox="1"/>
          <p:nvPr/>
        </p:nvSpPr>
        <p:spPr>
          <a:xfrm>
            <a:off x="3935608" y="2218716"/>
            <a:ext cx="7626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SNPP</a:t>
            </a: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505C35BB-FDE6-DEE0-A8D5-71E552F6BDDB}"/>
              </a:ext>
            </a:extLst>
          </p:cNvPr>
          <p:cNvSpPr txBox="1"/>
          <p:nvPr/>
        </p:nvSpPr>
        <p:spPr>
          <a:xfrm>
            <a:off x="3935608" y="880853"/>
            <a:ext cx="7626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SNP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2426B29-15F7-DFB8-F960-8D3167F82A9F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2841486" y="2389506"/>
            <a:ext cx="262699" cy="1566628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2836D64F-2B75-5C2A-0703-B227C0C513B5}"/>
              </a:ext>
            </a:extLst>
          </p:cNvPr>
          <p:cNvSpPr/>
          <p:nvPr/>
        </p:nvSpPr>
        <p:spPr>
          <a:xfrm>
            <a:off x="2924798" y="3956134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13B850A5-0721-6B29-E453-A28E81DFF7D9}"/>
              </a:ext>
            </a:extLst>
          </p:cNvPr>
          <p:cNvSpPr txBox="1"/>
          <p:nvPr/>
        </p:nvSpPr>
        <p:spPr>
          <a:xfrm>
            <a:off x="2647791" y="4036428"/>
            <a:ext cx="3834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>
                <a:solidFill>
                  <a:srgbClr val="FF0000"/>
                </a:solidFill>
              </a:defRPr>
            </a:lvl1pPr>
          </a:lstStyle>
          <a:p>
            <a:r>
              <a:rPr lang="en-GB" dirty="0"/>
              <a:t>BRI</a:t>
            </a:r>
          </a:p>
        </p:txBody>
      </p: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22262E9F-684A-470A-0900-B85839EBAB6A}"/>
              </a:ext>
            </a:extLst>
          </p:cNvPr>
          <p:cNvCxnSpPr>
            <a:cxnSpLocks/>
            <a:stCxn id="27" idx="4"/>
            <a:endCxn id="923" idx="0"/>
          </p:cNvCxnSpPr>
          <p:nvPr/>
        </p:nvCxnSpPr>
        <p:spPr>
          <a:xfrm flipH="1">
            <a:off x="2836924" y="4088204"/>
            <a:ext cx="267261" cy="1749008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Arrow Connector 403">
            <a:extLst>
              <a:ext uri="{FF2B5EF4-FFF2-40B4-BE49-F238E27FC236}">
                <a16:creationId xmlns:a16="http://schemas.microsoft.com/office/drawing/2014/main" id="{136CBA34-B7EE-4CF1-D88C-49B1778E77C8}"/>
              </a:ext>
            </a:extLst>
          </p:cNvPr>
          <p:cNvCxnSpPr>
            <a:cxnSpLocks/>
            <a:endCxn id="418" idx="0"/>
          </p:cNvCxnSpPr>
          <p:nvPr/>
        </p:nvCxnSpPr>
        <p:spPr>
          <a:xfrm flipH="1">
            <a:off x="9204779" y="2410221"/>
            <a:ext cx="305087" cy="154591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418" name="Oval 417">
            <a:extLst>
              <a:ext uri="{FF2B5EF4-FFF2-40B4-BE49-F238E27FC236}">
                <a16:creationId xmlns:a16="http://schemas.microsoft.com/office/drawing/2014/main" id="{083B91C7-0034-9BA8-990E-AEEB9836BAB8}"/>
              </a:ext>
            </a:extLst>
          </p:cNvPr>
          <p:cNvSpPr/>
          <p:nvPr/>
        </p:nvSpPr>
        <p:spPr>
          <a:xfrm>
            <a:off x="9025392" y="3956134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419" name="Straight Arrow Connector 418">
            <a:extLst>
              <a:ext uri="{FF2B5EF4-FFF2-40B4-BE49-F238E27FC236}">
                <a16:creationId xmlns:a16="http://schemas.microsoft.com/office/drawing/2014/main" id="{AF2BCE4A-7E61-D0A0-0C07-8585E5B74088}"/>
              </a:ext>
            </a:extLst>
          </p:cNvPr>
          <p:cNvCxnSpPr>
            <a:cxnSpLocks/>
            <a:stCxn id="418" idx="4"/>
            <a:endCxn id="956" idx="0"/>
          </p:cNvCxnSpPr>
          <p:nvPr/>
        </p:nvCxnSpPr>
        <p:spPr>
          <a:xfrm>
            <a:off x="9204779" y="4088204"/>
            <a:ext cx="300257" cy="1748834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>
            <a:extLst>
              <a:ext uri="{FF2B5EF4-FFF2-40B4-BE49-F238E27FC236}">
                <a16:creationId xmlns:a16="http://schemas.microsoft.com/office/drawing/2014/main" id="{CE20478F-0D32-67F1-EF9D-F272E3BDF1B7}"/>
              </a:ext>
            </a:extLst>
          </p:cNvPr>
          <p:cNvSpPr txBox="1"/>
          <p:nvPr/>
        </p:nvSpPr>
        <p:spPr>
          <a:xfrm>
            <a:off x="9187389" y="500954"/>
            <a:ext cx="2673096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Mixed control plane / non-control plane connectivity</a:t>
            </a:r>
          </a:p>
        </p:txBody>
      </p:sp>
      <p:sp>
        <p:nvSpPr>
          <p:cNvPr id="12" name="Rectangle 25">
            <a:extLst>
              <a:ext uri="{FF2B5EF4-FFF2-40B4-BE49-F238E27FC236}">
                <a16:creationId xmlns:a16="http://schemas.microsoft.com/office/drawing/2014/main" id="{22A31231-BAF7-F4EE-8165-3719AC9A8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2946839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421" name="Rectangle 29">
            <a:extLst>
              <a:ext uri="{FF2B5EF4-FFF2-40B4-BE49-F238E27FC236}">
                <a16:creationId xmlns:a16="http://schemas.microsoft.com/office/drawing/2014/main" id="{775A02B0-3FE4-C73E-1FD3-39F0B831F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2961986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423" name="Rectangle 29">
            <a:extLst>
              <a:ext uri="{FF2B5EF4-FFF2-40B4-BE49-F238E27FC236}">
                <a16:creationId xmlns:a16="http://schemas.microsoft.com/office/drawing/2014/main" id="{121F2DC1-78CF-31BD-E4D1-A0C9105D6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2961986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426" name="Rectangle 135">
            <a:extLst>
              <a:ext uri="{FF2B5EF4-FFF2-40B4-BE49-F238E27FC236}">
                <a16:creationId xmlns:a16="http://schemas.microsoft.com/office/drawing/2014/main" id="{998DDA98-F41B-75D7-AD0E-87654E45C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2919496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428" name="Straight Arrow Connector 427">
            <a:extLst>
              <a:ext uri="{FF2B5EF4-FFF2-40B4-BE49-F238E27FC236}">
                <a16:creationId xmlns:a16="http://schemas.microsoft.com/office/drawing/2014/main" id="{63D8633A-0F4D-C3D0-1A80-FDFB86792A80}"/>
              </a:ext>
            </a:extLst>
          </p:cNvPr>
          <p:cNvCxnSpPr>
            <a:cxnSpLocks/>
          </p:cNvCxnSpPr>
          <p:nvPr/>
        </p:nvCxnSpPr>
        <p:spPr>
          <a:xfrm flipH="1">
            <a:off x="2421268" y="3009979"/>
            <a:ext cx="3063050" cy="593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30" name="Straight Arrow Connector 429">
            <a:extLst>
              <a:ext uri="{FF2B5EF4-FFF2-40B4-BE49-F238E27FC236}">
                <a16:creationId xmlns:a16="http://schemas.microsoft.com/office/drawing/2014/main" id="{2D84CAD4-6248-8603-476B-AE36F65779D6}"/>
              </a:ext>
            </a:extLst>
          </p:cNvPr>
          <p:cNvCxnSpPr>
            <a:cxnSpLocks/>
            <a:endCxn id="423" idx="4"/>
          </p:cNvCxnSpPr>
          <p:nvPr/>
        </p:nvCxnSpPr>
        <p:spPr>
          <a:xfrm flipH="1" flipV="1">
            <a:off x="6733428" y="3021416"/>
            <a:ext cx="3252144" cy="55813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C0B1CA80-29CE-A6F4-46ED-389577F00B38}"/>
              </a:ext>
            </a:extLst>
          </p:cNvPr>
          <p:cNvCxnSpPr>
            <a:cxnSpLocks/>
          </p:cNvCxnSpPr>
          <p:nvPr/>
        </p:nvCxnSpPr>
        <p:spPr>
          <a:xfrm flipH="1" flipV="1">
            <a:off x="6192199" y="3025489"/>
            <a:ext cx="71036" cy="147105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34" name="Straight Connector 433">
            <a:extLst>
              <a:ext uri="{FF2B5EF4-FFF2-40B4-BE49-F238E27FC236}">
                <a16:creationId xmlns:a16="http://schemas.microsoft.com/office/drawing/2014/main" id="{A186CE82-7928-3039-21C8-B71B4009987C}"/>
              </a:ext>
            </a:extLst>
          </p:cNvPr>
          <p:cNvCxnSpPr>
            <a:cxnSpLocks/>
          </p:cNvCxnSpPr>
          <p:nvPr/>
        </p:nvCxnSpPr>
        <p:spPr>
          <a:xfrm>
            <a:off x="6210929" y="301603"/>
            <a:ext cx="64365" cy="2635263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1569" name="Straight Connector 1568">
            <a:extLst>
              <a:ext uri="{FF2B5EF4-FFF2-40B4-BE49-F238E27FC236}">
                <a16:creationId xmlns:a16="http://schemas.microsoft.com/office/drawing/2014/main" id="{A3950041-5FC1-73FE-F779-8A5CDE7AF3ED}"/>
              </a:ext>
            </a:extLst>
          </p:cNvPr>
          <p:cNvCxnSpPr>
            <a:cxnSpLocks/>
          </p:cNvCxnSpPr>
          <p:nvPr/>
        </p:nvCxnSpPr>
        <p:spPr>
          <a:xfrm flipH="1">
            <a:off x="6412505" y="584200"/>
            <a:ext cx="22492" cy="2576576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800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800</Words>
  <Application>Microsoft Office PowerPoint</Application>
  <PresentationFormat>Widescreen</PresentationFormat>
  <Paragraphs>340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Wingdings</vt:lpstr>
      <vt:lpstr>Office Theme</vt:lpstr>
      <vt:lpstr>ASON Control Plane Model in TAPI</vt:lpstr>
      <vt:lpstr>Introduction</vt:lpstr>
      <vt:lpstr>Control plane model highlights</vt:lpstr>
      <vt:lpstr>Proposal</vt:lpstr>
      <vt:lpstr>Proposal</vt:lpstr>
      <vt:lpstr>Proposal</vt:lpstr>
      <vt:lpstr>Proposal</vt:lpstr>
      <vt:lpstr>Proposal</vt:lpstr>
      <vt:lpstr>Proposal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Davis, Nigel</dc:creator>
  <cp:lastModifiedBy>Davis, Nigel</cp:lastModifiedBy>
  <cp:revision>1</cp:revision>
  <dcterms:created xsi:type="dcterms:W3CDTF">2026-01-20T14:54:50Z</dcterms:created>
  <dcterms:modified xsi:type="dcterms:W3CDTF">2026-01-20T15:30:26Z</dcterms:modified>
</cp:coreProperties>
</file>