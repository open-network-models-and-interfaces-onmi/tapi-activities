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903" r:id="rId5"/>
    <p:sldId id="2894" r:id="rId6"/>
    <p:sldId id="2895" r:id="rId7"/>
    <p:sldId id="2896" r:id="rId8"/>
    <p:sldId id="2902" r:id="rId9"/>
    <p:sldId id="2898" r:id="rId10"/>
    <p:sldId id="2904" r:id="rId11"/>
    <p:sldId id="2899" r:id="rId12"/>
    <p:sldId id="2900" r:id="rId13"/>
    <p:sldId id="2901" r:id="rId14"/>
    <p:sldId id="2897" r:id="rId15"/>
    <p:sldId id="2766" r:id="rId16"/>
    <p:sldId id="2884" r:id="rId17"/>
    <p:sldId id="2877" r:id="rId18"/>
    <p:sldId id="2878" r:id="rId19"/>
    <p:sldId id="2886" r:id="rId20"/>
    <p:sldId id="2889" r:id="rId21"/>
    <p:sldId id="2890" r:id="rId22"/>
    <p:sldId id="2885" r:id="rId23"/>
    <p:sldId id="2893" r:id="rId24"/>
    <p:sldId id="28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0"/>
            <a:ext cx="11192891" cy="6408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118929"/>
          </a:xfrm>
        </p:spPr>
        <p:txBody>
          <a:bodyPr/>
          <a:lstStyle>
            <a:lvl1pPr>
              <a:lnSpc>
                <a:spcPts val="4000"/>
              </a:lnSpc>
              <a:defRPr/>
            </a:lvl1pPr>
            <a:lvl2pPr>
              <a:lnSpc>
                <a:spcPts val="3467"/>
              </a:lnSpc>
              <a:defRPr/>
            </a:lvl2pPr>
            <a:lvl3pPr>
              <a:lnSpc>
                <a:spcPts val="3200"/>
              </a:lnSpc>
              <a:buClr>
                <a:schemeClr val="bg2"/>
              </a:buClr>
              <a:defRPr/>
            </a:lvl3pPr>
            <a:lvl4pPr>
              <a:lnSpc>
                <a:spcPts val="2933"/>
              </a:lnSpc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Google Shape;67;p9">
            <a:extLst>
              <a:ext uri="{FF2B5EF4-FFF2-40B4-BE49-F238E27FC236}">
                <a16:creationId xmlns:a16="http://schemas.microsoft.com/office/drawing/2014/main" id="{99EA20D6-D00B-613C-670A-48891332827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2">
            <a:extLst>
              <a:ext uri="{FF2B5EF4-FFF2-40B4-BE49-F238E27FC236}">
                <a16:creationId xmlns:a16="http://schemas.microsoft.com/office/drawing/2014/main" id="{4220A505-5C03-4EB0-F7D5-ECBB315F6C2F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03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1829"/>
            <a:ext cx="10903801" cy="6346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2EF3DB-A4DA-1D25-85B5-512AD3B62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118929"/>
          </a:xfrm>
        </p:spPr>
        <p:txBody>
          <a:bodyPr/>
          <a:lstStyle>
            <a:lvl1pPr>
              <a:lnSpc>
                <a:spcPts val="4000"/>
              </a:lnSpc>
              <a:defRPr/>
            </a:lvl1pPr>
            <a:lvl2pPr>
              <a:lnSpc>
                <a:spcPts val="3467"/>
              </a:lnSpc>
              <a:defRPr/>
            </a:lvl2pPr>
            <a:lvl3pPr>
              <a:lnSpc>
                <a:spcPts val="3200"/>
              </a:lnSpc>
              <a:buClr>
                <a:schemeClr val="bg2"/>
              </a:buClr>
              <a:defRPr/>
            </a:lvl3pPr>
            <a:lvl4pPr>
              <a:lnSpc>
                <a:spcPts val="2933"/>
              </a:lnSpc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Google Shape;87;p12">
            <a:extLst>
              <a:ext uri="{FF2B5EF4-FFF2-40B4-BE49-F238E27FC236}">
                <a16:creationId xmlns:a16="http://schemas.microsoft.com/office/drawing/2014/main" id="{C214E2D6-49E6-779F-B77B-B4BB4F35ACF8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67;p9">
            <a:extLst>
              <a:ext uri="{FF2B5EF4-FFF2-40B4-BE49-F238E27FC236}">
                <a16:creationId xmlns:a16="http://schemas.microsoft.com/office/drawing/2014/main" id="{F8A8CCF3-1672-6896-2590-CDB4875EB2A1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04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oogle Shape;87;p12">
            <a:extLst>
              <a:ext uri="{FF2B5EF4-FFF2-40B4-BE49-F238E27FC236}">
                <a16:creationId xmlns:a16="http://schemas.microsoft.com/office/drawing/2014/main" id="{39992310-2A65-5CC1-38BE-27702551CF41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67;p9">
            <a:extLst>
              <a:ext uri="{FF2B5EF4-FFF2-40B4-BE49-F238E27FC236}">
                <a16:creationId xmlns:a16="http://schemas.microsoft.com/office/drawing/2014/main" id="{C99595D1-66C4-7173-5A28-2E5B42F7E60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36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1"/>
            <a:ext cx="11301589" cy="656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oogle Shape;87;p12">
            <a:extLst>
              <a:ext uri="{FF2B5EF4-FFF2-40B4-BE49-F238E27FC236}">
                <a16:creationId xmlns:a16="http://schemas.microsoft.com/office/drawing/2014/main" id="{391F44D2-3E7A-9664-F185-72D3B236B0D4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Google Shape;67;p9">
            <a:extLst>
              <a:ext uri="{FF2B5EF4-FFF2-40B4-BE49-F238E27FC236}">
                <a16:creationId xmlns:a16="http://schemas.microsoft.com/office/drawing/2014/main" id="{22A92A4E-5254-7342-1950-9CC5E47865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90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p12">
            <a:extLst>
              <a:ext uri="{FF2B5EF4-FFF2-40B4-BE49-F238E27FC236}">
                <a16:creationId xmlns:a16="http://schemas.microsoft.com/office/drawing/2014/main" id="{153E60C5-4855-5A77-4499-D57C2E436A4C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Google Shape;67;p9">
            <a:extLst>
              <a:ext uri="{FF2B5EF4-FFF2-40B4-BE49-F238E27FC236}">
                <a16:creationId xmlns:a16="http://schemas.microsoft.com/office/drawing/2014/main" id="{6C144D4C-47D8-4FF6-0A31-B54E805D671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48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>
            <a:spLocks noGrp="1"/>
          </p:cNvSpPr>
          <p:nvPr>
            <p:ph type="title" hasCustomPrompt="1"/>
          </p:nvPr>
        </p:nvSpPr>
        <p:spPr bwMode="gray">
          <a:xfrm>
            <a:off x="239351" y="38400"/>
            <a:ext cx="11712000" cy="624000"/>
          </a:xfrm>
        </p:spPr>
        <p:txBody>
          <a:bodyPr tIns="4572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Enter the title.</a:t>
            </a:r>
            <a:endParaRPr kumimoji="1" lang="ja-JP" altLang="en-US"/>
          </a:p>
        </p:txBody>
      </p:sp>
      <p:sp>
        <p:nvSpPr>
          <p:cNvPr id="5" name="Google Shape;87;p12">
            <a:extLst>
              <a:ext uri="{FF2B5EF4-FFF2-40B4-BE49-F238E27FC236}">
                <a16:creationId xmlns:a16="http://schemas.microsoft.com/office/drawing/2014/main" id="{FDD6E18B-E8DE-ED2C-A26C-4236EFFE4908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67;p9">
            <a:extLst>
              <a:ext uri="{FF2B5EF4-FFF2-40B4-BE49-F238E27FC236}">
                <a16:creationId xmlns:a16="http://schemas.microsoft.com/office/drawing/2014/main" id="{4CB9943C-C259-21C0-ABF9-2495085E2F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8733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F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;p3">
            <a:extLst>
              <a:ext uri="{FF2B5EF4-FFF2-40B4-BE49-F238E27FC236}">
                <a16:creationId xmlns:a16="http://schemas.microsoft.com/office/drawing/2014/main" id="{934B0409-3319-3C34-6026-1461F1D134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2367" y="2608727"/>
            <a:ext cx="3679735" cy="12123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;p3">
            <a:extLst>
              <a:ext uri="{FF2B5EF4-FFF2-40B4-BE49-F238E27FC236}">
                <a16:creationId xmlns:a16="http://schemas.microsoft.com/office/drawing/2014/main" id="{DC0017B7-1E8D-CC7D-50E7-AD719C912E31}"/>
              </a:ext>
            </a:extLst>
          </p:cNvPr>
          <p:cNvSpPr/>
          <p:nvPr userDrawn="1"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22;p3">
            <a:extLst>
              <a:ext uri="{FF2B5EF4-FFF2-40B4-BE49-F238E27FC236}">
                <a16:creationId xmlns:a16="http://schemas.microsoft.com/office/drawing/2014/main" id="{183559E2-F671-7F86-6062-8181C9FFE940}"/>
              </a:ext>
            </a:extLst>
          </p:cNvPr>
          <p:cNvSpPr/>
          <p:nvPr userDrawn="1"/>
        </p:nvSpPr>
        <p:spPr>
          <a:xfrm>
            <a:off x="10838437" y="2388"/>
            <a:ext cx="1353600" cy="13536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Google Shape;23;p3">
            <a:extLst>
              <a:ext uri="{FF2B5EF4-FFF2-40B4-BE49-F238E27FC236}">
                <a16:creationId xmlns:a16="http://schemas.microsoft.com/office/drawing/2014/main" id="{7093F46D-57BC-555E-0373-B8E90B8FF330}"/>
              </a:ext>
            </a:extLst>
          </p:cNvPr>
          <p:cNvSpPr/>
          <p:nvPr userDrawn="1"/>
        </p:nvSpPr>
        <p:spPr>
          <a:xfrm rot="10800000">
            <a:off x="10836833" y="2707267"/>
            <a:ext cx="1356800" cy="1356800"/>
          </a:xfrm>
          <a:prstGeom prst="rtTriangle">
            <a:avLst/>
          </a:prstGeom>
          <a:solidFill>
            <a:srgbClr val="ACDE1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24;p3">
            <a:extLst>
              <a:ext uri="{FF2B5EF4-FFF2-40B4-BE49-F238E27FC236}">
                <a16:creationId xmlns:a16="http://schemas.microsoft.com/office/drawing/2014/main" id="{E5C61E81-5328-7383-0F81-E68A285269AD}"/>
              </a:ext>
            </a:extLst>
          </p:cNvPr>
          <p:cNvSpPr/>
          <p:nvPr userDrawn="1"/>
        </p:nvSpPr>
        <p:spPr>
          <a:xfrm>
            <a:off x="10140033" y="800"/>
            <a:ext cx="1352000" cy="135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25;p3">
            <a:extLst>
              <a:ext uri="{FF2B5EF4-FFF2-40B4-BE49-F238E27FC236}">
                <a16:creationId xmlns:a16="http://schemas.microsoft.com/office/drawing/2014/main" id="{798FB79A-1FB1-97BF-3846-ED7BA5923675}"/>
              </a:ext>
            </a:extLst>
          </p:cNvPr>
          <p:cNvSpPr/>
          <p:nvPr userDrawn="1"/>
        </p:nvSpPr>
        <p:spPr>
          <a:xfrm>
            <a:off x="10838404" y="1353621"/>
            <a:ext cx="1353600" cy="1353600"/>
          </a:xfrm>
          <a:prstGeom prst="rect">
            <a:avLst/>
          </a:prstGeom>
          <a:solidFill>
            <a:srgbClr val="12E2E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Google Shape;26;p3">
            <a:extLst>
              <a:ext uri="{FF2B5EF4-FFF2-40B4-BE49-F238E27FC236}">
                <a16:creationId xmlns:a16="http://schemas.microsoft.com/office/drawing/2014/main" id="{2EA45EB9-C657-5C13-A3BF-31E9EEF3C6F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7619" y="1554080"/>
            <a:ext cx="635133" cy="9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7;p3">
            <a:extLst>
              <a:ext uri="{FF2B5EF4-FFF2-40B4-BE49-F238E27FC236}">
                <a16:creationId xmlns:a16="http://schemas.microsoft.com/office/drawing/2014/main" id="{195DADFE-CA01-CCC6-6D19-45ACD0D5782A}"/>
              </a:ext>
            </a:extLst>
          </p:cNvPr>
          <p:cNvSpPr/>
          <p:nvPr userDrawn="1"/>
        </p:nvSpPr>
        <p:spPr>
          <a:xfrm rot="10800000">
            <a:off x="9483237" y="2396"/>
            <a:ext cx="1353600" cy="1353600"/>
          </a:xfrm>
          <a:prstGeom prst="rtTriangle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87;p12">
            <a:extLst>
              <a:ext uri="{FF2B5EF4-FFF2-40B4-BE49-F238E27FC236}">
                <a16:creationId xmlns:a16="http://schemas.microsoft.com/office/drawing/2014/main" id="{B5E9C6D4-D062-72DE-A6D1-13015E007C49}"/>
              </a:ext>
            </a:extLst>
          </p:cNvPr>
          <p:cNvSpPr/>
          <p:nvPr userDrawn="1"/>
        </p:nvSpPr>
        <p:spPr>
          <a:xfrm>
            <a:off x="0" y="-4660"/>
            <a:ext cx="9480037" cy="687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87;p12">
            <a:extLst>
              <a:ext uri="{FF2B5EF4-FFF2-40B4-BE49-F238E27FC236}">
                <a16:creationId xmlns:a16="http://schemas.microsoft.com/office/drawing/2014/main" id="{6D12DD64-8963-EDD1-E11F-41DC9D699023}"/>
              </a:ext>
            </a:extLst>
          </p:cNvPr>
          <p:cNvSpPr/>
          <p:nvPr userDrawn="1"/>
        </p:nvSpPr>
        <p:spPr>
          <a:xfrm>
            <a:off x="10456433" y="6171507"/>
            <a:ext cx="1735567" cy="66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F07BAD40-DEBD-BACC-5AF9-54404D56E45C}"/>
              </a:ext>
            </a:extLst>
          </p:cNvPr>
          <p:cNvSpPr>
            <a:spLocks noChangeAspect="1"/>
          </p:cNvSpPr>
          <p:nvPr userDrawn="1"/>
        </p:nvSpPr>
        <p:spPr>
          <a:xfrm>
            <a:off x="9481637" y="-5781"/>
            <a:ext cx="1055808" cy="1055808"/>
          </a:xfrm>
          <a:prstGeom prst="rt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5168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EF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250" y="247732"/>
            <a:ext cx="11712231" cy="704467"/>
          </a:xfrm>
          <a:ln>
            <a:noFill/>
          </a:ln>
        </p:spPr>
        <p:txBody>
          <a:bodyPr/>
          <a:lstStyle>
            <a:lvl1pPr>
              <a:defRPr>
                <a:solidFill>
                  <a:srgbClr val="274E9D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71251" y="1210574"/>
            <a:ext cx="11088925" cy="4781551"/>
          </a:xfrm>
        </p:spPr>
        <p:txBody>
          <a:bodyPr/>
          <a:lstStyle>
            <a:lvl1pPr>
              <a:buSzPct val="85000"/>
              <a:defRPr>
                <a:solidFill>
                  <a:srgbClr val="595959"/>
                </a:solidFill>
              </a:defRPr>
            </a:lvl1pPr>
            <a:lvl2pPr>
              <a:buSzPct val="85000"/>
              <a:defRPr>
                <a:solidFill>
                  <a:srgbClr val="595959"/>
                </a:solidFill>
              </a:defRPr>
            </a:lvl2pPr>
            <a:lvl3pPr>
              <a:buSzPct val="85000"/>
              <a:defRPr>
                <a:solidFill>
                  <a:srgbClr val="595959"/>
                </a:solidFill>
              </a:defRPr>
            </a:lvl3pPr>
            <a:lvl4pPr>
              <a:buSzPct val="85000"/>
              <a:defRPr>
                <a:solidFill>
                  <a:srgbClr val="595959"/>
                </a:solidFill>
              </a:defRPr>
            </a:lvl4pPr>
            <a:lvl5pPr>
              <a:buSzPct val="85000"/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7074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1829"/>
            <a:ext cx="10903801" cy="6946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3040"/>
            <a:ext cx="11117344" cy="4548293"/>
          </a:xfrm>
        </p:spPr>
        <p:txBody>
          <a:bodyPr/>
          <a:lstStyle>
            <a:lvl3pPr>
              <a:buClr>
                <a:schemeClr val="bg2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4673600" y="646802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C921E2DF-5279-024C-809C-CD16853F95A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2721" y="716491"/>
            <a:ext cx="10897979" cy="57018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9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stlye</a:t>
            </a:r>
          </a:p>
        </p:txBody>
      </p:sp>
    </p:spTree>
    <p:extLst>
      <p:ext uri="{BB962C8B-B14F-4D97-AF65-F5344CB8AC3E}">
        <p14:creationId xmlns:p14="http://schemas.microsoft.com/office/powerpoint/2010/main" val="395055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800" y="787200"/>
            <a:ext cx="11078400" cy="41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67">
                <a:solidFill>
                  <a:schemeClr val="bg2"/>
                </a:solidFill>
                <a:latin typeface="+mj-lt"/>
              </a:defRPr>
            </a:lvl1pPr>
            <a:lvl2pPr>
              <a:defRPr sz="2667">
                <a:latin typeface="+mj-lt"/>
              </a:defRPr>
            </a:lvl2pPr>
            <a:lvl3pPr>
              <a:defRPr sz="2667">
                <a:latin typeface="+mj-lt"/>
              </a:defRPr>
            </a:lvl3pPr>
            <a:lvl4pPr>
              <a:defRPr sz="2667">
                <a:latin typeface="+mj-lt"/>
              </a:defRPr>
            </a:lvl4pPr>
            <a:lvl5pPr>
              <a:defRPr sz="2667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800" y="374400"/>
            <a:ext cx="11078400" cy="41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67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2965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707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40"/>
            <a:ext cx="9144000" cy="1655761"/>
          </a:xfrm>
        </p:spPr>
        <p:txBody>
          <a:bodyPr/>
          <a:lstStyle>
            <a:lvl1pPr marL="0" indent="0" algn="ctr">
              <a:buNone/>
              <a:defRPr sz="2283"/>
            </a:lvl1pPr>
            <a:lvl2pPr marL="434817" indent="0" algn="ctr">
              <a:buNone/>
              <a:defRPr sz="1903"/>
            </a:lvl2pPr>
            <a:lvl3pPr marL="869634" indent="0" algn="ctr">
              <a:buNone/>
              <a:defRPr sz="1712"/>
            </a:lvl3pPr>
            <a:lvl4pPr marL="1304451" indent="0" algn="ctr">
              <a:buNone/>
              <a:defRPr sz="1521"/>
            </a:lvl4pPr>
            <a:lvl5pPr marL="1739270" indent="0" algn="ctr">
              <a:buNone/>
              <a:defRPr sz="1521"/>
            </a:lvl5pPr>
            <a:lvl6pPr marL="2174087" indent="0" algn="ctr">
              <a:buNone/>
              <a:defRPr sz="1521"/>
            </a:lvl6pPr>
            <a:lvl7pPr marL="2608904" indent="0" algn="ctr">
              <a:buNone/>
              <a:defRPr sz="1521"/>
            </a:lvl7pPr>
            <a:lvl8pPr marL="3043721" indent="0" algn="ctr">
              <a:buNone/>
              <a:defRPr sz="1521"/>
            </a:lvl8pPr>
            <a:lvl9pPr marL="3478540" indent="0" algn="ctr">
              <a:buNone/>
              <a:defRPr sz="1521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F3F1-5DA2-4699-856E-26E7AA5562C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B957-159B-4035-BC7E-F71205BB5C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87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4503" y="-3311"/>
            <a:ext cx="11569525" cy="6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0"/>
            <a:ext cx="11362267" cy="454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9585" marR="0" lvl="0" indent="-4571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Medium"/>
              <a:buChar char="●"/>
            </a:pPr>
            <a:r>
              <a:rPr lang="en-US"/>
              <a:t>Click to edit Master text styles</a:t>
            </a:r>
          </a:p>
          <a:p>
            <a:pPr marL="1219170" marR="0" lvl="1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</a:pPr>
            <a:r>
              <a:rPr lang="en-US"/>
              <a:t>Second level</a:t>
            </a:r>
          </a:p>
          <a:p>
            <a:pPr marL="1828754" marR="0" lvl="2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</a:pPr>
            <a:r>
              <a:rPr lang="en-US"/>
              <a:t>Third level</a:t>
            </a:r>
          </a:p>
          <a:p>
            <a:pPr marL="2438339" marR="0" lvl="3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●"/>
            </a:pPr>
            <a:r>
              <a:rPr lang="en-US"/>
              <a:t>Fourth level</a:t>
            </a:r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9D0A498-6D31-1843-3EF5-14C5F6CF58FC}"/>
              </a:ext>
            </a:extLst>
          </p:cNvPr>
          <p:cNvSpPr txBox="1">
            <a:spLocks/>
          </p:cNvSpPr>
          <p:nvPr userDrawn="1"/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457200" lvl="1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914400" lvl="2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371600" lvl="3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828800" lvl="4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286000" lvl="5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743200" lvl="6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200400" lvl="7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3657600" lvl="8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z="1333" smtClean="0"/>
              <a:pPr/>
              <a:t>‹#›</a:t>
            </a:fld>
            <a:endParaRPr lang="en" sz="1333"/>
          </a:p>
        </p:txBody>
      </p:sp>
      <p:pic>
        <p:nvPicPr>
          <p:cNvPr id="9" name="Google Shape;67;p9">
            <a:extLst>
              <a:ext uri="{FF2B5EF4-FFF2-40B4-BE49-F238E27FC236}">
                <a16:creationId xmlns:a16="http://schemas.microsoft.com/office/drawing/2014/main" id="{092BF42D-258B-2263-4DAE-BFDD22025689}"/>
              </a:ext>
            </a:extLst>
          </p:cNvPr>
          <p:cNvPicPr preferRelativeResize="0"/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2">
            <a:extLst>
              <a:ext uri="{FF2B5EF4-FFF2-40B4-BE49-F238E27FC236}">
                <a16:creationId xmlns:a16="http://schemas.microsoft.com/office/drawing/2014/main" id="{0E78A252-016F-0950-A1BD-110416C502EE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300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/>
  <p:txStyles>
    <p:titleStyle>
      <a:lvl1pPr algn="l" defTabSz="609585" rtl="0" eaLnBrk="1" latinLnBrk="0" hangingPunct="1">
        <a:lnSpc>
          <a:spcPts val="4533"/>
        </a:lnSpc>
        <a:spcBef>
          <a:spcPct val="0"/>
        </a:spcBef>
        <a:buNone/>
        <a:defRPr lang="en-US" sz="3200" b="0" i="0" u="none" strike="noStrike" kern="1200" cap="none">
          <a:solidFill>
            <a:schemeClr val="bg1"/>
          </a:solidFill>
          <a:latin typeface="Roboto Slab Light"/>
          <a:ea typeface="Roboto Slab Light"/>
          <a:cs typeface="Roboto Slab Light"/>
          <a:sym typeface="Roboto Slab Light"/>
        </a:defRPr>
      </a:lvl1pPr>
    </p:titleStyle>
    <p:bodyStyle>
      <a:lvl1pPr marL="292601" indent="-292601" algn="l" defTabSz="609585" rtl="0" eaLnBrk="1" latinLnBrk="0" hangingPunct="1">
        <a:lnSpc>
          <a:spcPts val="4000"/>
        </a:lnSpc>
        <a:spcBef>
          <a:spcPts val="1067"/>
        </a:spcBef>
        <a:buClr>
          <a:schemeClr val="bg2"/>
        </a:buClr>
        <a:buSzPct val="85000"/>
        <a:buFont typeface="Arial"/>
        <a:buChar char="•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1pPr>
      <a:lvl2pPr marL="548626" indent="-243834" algn="l" defTabSz="609585" rtl="0" eaLnBrk="1" latinLnBrk="0" hangingPunct="1">
        <a:lnSpc>
          <a:spcPts val="3467"/>
        </a:lnSpc>
        <a:spcBef>
          <a:spcPts val="1067"/>
        </a:spcBef>
        <a:buClr>
          <a:schemeClr val="accent5"/>
        </a:buClr>
        <a:buSzPct val="60000"/>
        <a:buFont typeface="Wingdings" charset="2"/>
        <a:buChar char="§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2pPr>
      <a:lvl3pPr marL="816844" indent="-243834" algn="l" defTabSz="609585" rtl="0" eaLnBrk="1" latinLnBrk="0" hangingPunct="1">
        <a:lnSpc>
          <a:spcPts val="3200"/>
        </a:lnSpc>
        <a:spcBef>
          <a:spcPts val="1067"/>
        </a:spcBef>
        <a:buClr>
          <a:schemeClr val="bg2"/>
        </a:buClr>
        <a:buSzPct val="85000"/>
        <a:buFont typeface="Arial"/>
        <a:buChar char="•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3pPr>
      <a:lvl4pPr marL="1024102" indent="-219451" algn="l" defTabSz="609585" rtl="0" eaLnBrk="1" latinLnBrk="0" hangingPunct="1">
        <a:lnSpc>
          <a:spcPts val="2933"/>
        </a:lnSpc>
        <a:spcBef>
          <a:spcPts val="1067"/>
        </a:spcBef>
        <a:buClr>
          <a:schemeClr val="accent5"/>
        </a:buClr>
        <a:buSzPct val="60000"/>
        <a:buFont typeface="Wingdings" charset="2"/>
        <a:buChar char="§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4pPr>
      <a:lvl5pPr marL="1219170" indent="-182875" algn="l" defTabSz="609585" rtl="0" eaLnBrk="1" latinLnBrk="0" hangingPunct="1">
        <a:spcBef>
          <a:spcPts val="1067"/>
        </a:spcBef>
        <a:buClr>
          <a:schemeClr val="bg2"/>
        </a:buClr>
        <a:buSzPct val="85000"/>
        <a:buFont typeface="Arial"/>
        <a:buChar char="•"/>
        <a:defRPr sz="2400" kern="1200">
          <a:solidFill>
            <a:srgbClr val="595959"/>
          </a:solidFill>
          <a:latin typeface="Corbel"/>
          <a:ea typeface="+mn-ea"/>
          <a:cs typeface="Corbe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4A2D-E037-B89B-5CAA-C74AE0EA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A7D0-A696-C1B4-49CF-5AE9028F4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following slides are work in progress. This pack focusses on the modelling of the interconnect between the plug and the host.</a:t>
            </a:r>
          </a:p>
        </p:txBody>
      </p:sp>
    </p:spTree>
    <p:extLst>
      <p:ext uri="{BB962C8B-B14F-4D97-AF65-F5344CB8AC3E}">
        <p14:creationId xmlns:p14="http://schemas.microsoft.com/office/powerpoint/2010/main" val="411754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BDA79-1B0C-42F6-0AEF-274C7C5A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Primary consideration – reporting alarms and PMs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4B960-4007-9DFE-DCC7-FF6B57E8E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49046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Simplified model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Per-client-signal – normal alarms against client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Per-lane – requires special treatment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Min/Max/Average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Low/High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Warning/Fail (called Alarm)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The per-lane conditions point to a composite condition name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This has been explored several times in the past (e.g., back in ~2002 Nortel made a proposal to ITU-T on this)…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The current structure does not lend itself well to this as it stands as there is an </a:t>
            </a:r>
            <a:r>
              <a:rPr lang="en-GB" dirty="0" err="1"/>
              <a:t>enum</a:t>
            </a:r>
            <a:r>
              <a:rPr lang="en-GB" dirty="0"/>
              <a:t> for the condition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The detected condition qualifier could be used for the structured content. The qualifier comment is 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Further information necessary to precisely/uniquely/unambiguously identify the Condition Detector.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For Equipment and Processing Alarm Category, e.g. the local id of the </a:t>
            </a:r>
            <a:r>
              <a:rPr lang="en-GB" dirty="0" err="1"/>
              <a:t>ActualNonFieldReplaceableModule</a:t>
            </a:r>
            <a:r>
              <a:rPr lang="en-GB" dirty="0"/>
              <a:t> which identifies exact alarm source.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For Environment Alarm Category, e.g. on the same Device instance may appear more Environmental alarm notifications with same Alarn Name.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For Connectivity Alarm Category in case that same CEP instance includes e.g. both OTS and OMS monitoring layers.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The per-lane conditions example: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Pre-FEC BER Minimum Host Input (Data Path Lane1) - Low Warning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This becomes: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en-GB" dirty="0">
                <a:highlight>
                  <a:srgbClr val="FFFF00"/>
                </a:highlight>
              </a:rPr>
              <a:t>detected-condition-name: PRE_FEC_BER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en-GB" dirty="0">
                <a:highlight>
                  <a:srgbClr val="FFFF00"/>
                </a:highlight>
              </a:rPr>
              <a:t>detected-condition-qualifier: Lane-1 Minimum Low Warning (and Lane-2 Maximum High Fail… etc.)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To avoid complex modelling, these could be reported against 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GB" dirty="0">
                <a:highlight>
                  <a:srgbClr val="FFFF00"/>
                </a:highlight>
              </a:rPr>
              <a:t>the plug equipment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Per lane access-ports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Per-lane CEPs that are disconnected from the line side structure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GB" dirty="0"/>
              <a:t>Or just Lane X fail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648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9F8A-8889-E52F-17CD-A0B9BD85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TAPI and IETF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82B03-CF8E-65FD-2E51-E8B57EF6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TAPI is validating and enhancing support for ZR/ZR+ plugs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Currently TAPI only exposes lineside properties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In IETF an activity has been exploring plug support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This has focussed on lineside properties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In both of the above there is an assessment of need for support modelling of electrical lanes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Taking the general modelling approach applied, neither TAPI nor IETF would consider supporting the lanes (these are equivalent to backplane and backplane is normally abstracted away)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challenge in the case of lanes is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This is an inter-vendor interconnect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lanes exist between a L3 control domain and a L1/0 control domain and hence at the bridge between a TAPI representation and an IETF representation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In the TAPI group we have been looking at providing a relationship between the TAPI and IETF models. This is targeted at TAPI 2.7 and could be back propagated to 2.5.x	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Why modelling lanes might be relevant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Potential incompatibility between plug and host lane settings (inter-vendor issue)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This can be abstracted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FEC measurements available that may help diagnose inter-vendor issues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This cannot be easily abstracted, but probability of an issue once type compatibility has been validated is very low for specific settings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Question: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Is direct access to lane management-control parameters necessary?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What level of abstraction seems relevant?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Should this be a TAPI model, and IETF model or both?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endParaRPr lang="en-GB" dirty="0"/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937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D3C0C-2913-D8F4-2C5C-AEA93FE82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0F8073A9-2D94-B057-1FFF-74501593586E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F8B43AA-C326-0385-52E8-7E006991AA92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27BC9CB9-7707-7E7D-35C4-796E18F17D6E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CDD49-AD6E-44D1-CB41-03E1FE4CF907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8CBC576-EFB6-1F4A-16BC-F2248E5A354F}"/>
              </a:ext>
            </a:extLst>
          </p:cNvPr>
          <p:cNvSpPr/>
          <p:nvPr/>
        </p:nvSpPr>
        <p:spPr>
          <a:xfrm flipV="1">
            <a:off x="3003093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4" name="Rectangle: Rounded Corners 653">
            <a:extLst>
              <a:ext uri="{FF2B5EF4-FFF2-40B4-BE49-F238E27FC236}">
                <a16:creationId xmlns:a16="http://schemas.microsoft.com/office/drawing/2014/main" id="{2FFCAAEF-1A61-0073-850B-97130C162055}"/>
              </a:ext>
            </a:extLst>
          </p:cNvPr>
          <p:cNvSpPr/>
          <p:nvPr/>
        </p:nvSpPr>
        <p:spPr>
          <a:xfrm>
            <a:off x="2752387" y="2506335"/>
            <a:ext cx="5638831" cy="2483017"/>
          </a:xfrm>
          <a:prstGeom prst="roundRect">
            <a:avLst/>
          </a:prstGeom>
          <a:solidFill>
            <a:srgbClr val="DBE7F5">
              <a:alpha val="5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7FE0EAC-1A87-8BE8-E319-E91DF1C70C52}"/>
              </a:ext>
            </a:extLst>
          </p:cNvPr>
          <p:cNvSpPr/>
          <p:nvPr/>
        </p:nvSpPr>
        <p:spPr>
          <a:xfrm>
            <a:off x="2817348" y="1950364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A2C93-B869-0131-CF71-F88A91A711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F0591D09-416A-B057-1DB6-33D93859D520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B9EB1E22-F250-F308-A7B9-5E11B7C5AA38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9846F232-344E-DDE6-D5D3-89BD2266F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407BC32E-E336-7BDA-118E-B120C9EC3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13072095-4EEA-5C09-87FF-BE6623C8D37B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064FAF46-5D85-C1EF-7573-CECAE52E5216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009C8F2E-9D15-30C2-C4EB-39C4AF204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C6A031D6-41EB-8053-5470-32C6E0055AA5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C2412337-7475-8FBD-AC41-92F11CA61EA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71800670-C7E7-04D6-6006-D987AC16720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A37802C9-855B-297C-4B66-3864E104EE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865D598F-7232-AFD0-9A25-41BFFF7984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57305D90-7004-8E62-A9E2-7AD13AF261FF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7E672403-2613-0D6F-31B7-F8799B6E8E8A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AA15BBB7-17EC-D4C1-36BD-048466D21024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16BFD1EB-50AE-F597-D962-0C2E8DE81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D268FD50-DBB0-EFC0-F397-462B781D416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3760FE08-BCFF-1A90-EA28-E914B909AB2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76AF3E2F-BC3E-B13B-649A-5AB4FDD62AC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32825093-D394-9110-3017-F4AE06B95AB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7B49D02F-9259-EF78-E1AA-04B6AB12AA0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AB219503-E4C5-D2FA-1A5B-37367E9E4DE9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79382D63-EF08-0B99-0698-CB0B4E459DE7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9100A79F-9C71-B271-397B-34FCA84C8E26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1D3D1E4-3239-EB0E-69C9-D4055EABDFA9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1BB167E5-14A1-CCC2-CF1B-56440C879043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731EC28E-50AB-03FE-0E4F-37D2B6E13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C53DB372-B3D0-47E5-72AF-4138AD36B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B24B04A2-892E-74BE-0CD9-6B2EF35E1E0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7D2C71DB-65A1-2B97-AA71-D2AA78303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4D5AF478-C44C-A405-15D1-A1C32A04017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28F34EE5-34E1-A45C-FA74-A657D8C1659C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5AAB5D10-BB12-22E7-3EAF-CB0200A26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D46C8A57-A001-7769-E499-8222D928131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121E02A8-2004-E7E4-4B27-D1C117B5068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8D692F17-CF7C-A7C6-A150-130835127AB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02A4DE38-4175-D2A5-C32D-8BDC9B67DE6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59780E87-A9D1-D2CE-C8A1-C06CB9C49AD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27D8079A-E362-2571-4817-BEFEA5645C3D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CD8434EA-753A-46B5-31DC-5B45B8276272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016AC1EA-9C49-0523-D09B-0697B4B7E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349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0FCEDEB-B7CE-19F4-126D-9C1635F47065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C3DEBEA9-0F10-9B32-8A94-E66F94279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550AF3D6-0EDB-6A9A-6FE9-05D1C94C0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4FC3BDD1-230D-4EC8-6DC7-14593530B6C0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482125BF-AE81-8537-A756-CA720FFB8213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F0F919A8-0DDD-A020-B9E8-6821A627097E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62D2B289-D016-53CA-C7E0-D9A38A80A4C3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CD188F10-B57D-37D1-4113-EE29591A5546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D2774A59-8E79-A93C-BA60-98C0C131C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B33D31B7-1B29-40ED-7236-A3A57C4B006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36987D63-6C72-5CF6-F93F-756F854CC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4834D829-A883-51C4-8898-21CFCE7C5FC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88E61E87-1519-75F6-10D2-1C63D516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4200" y="3217771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9D59E4F4-9DDC-3EA0-2784-C3D7E81A7EBC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2529D8D7-2472-6004-F9D4-4DA3EA8B3EF7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8B61D991-6702-EB67-F97B-C115D37AF849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C93FC347-1C89-48C2-100C-35C084ED6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8D3BF4F9-CC9D-AFA2-3349-E46F208EEA3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1E986EBC-418F-5C67-DCC0-B5BB865AED2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78FDEBA6-2A93-1ECE-C07B-EE00D7CD819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103A9C8-ED9F-0CAA-1C7D-50459B94021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07F3FF8-E6BC-0D7E-B31F-A923136069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4AD82BD1-FDFE-50EE-617A-EE7C5495FF58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404" name="Rectangle 135">
            <a:extLst>
              <a:ext uri="{FF2B5EF4-FFF2-40B4-BE49-F238E27FC236}">
                <a16:creationId xmlns:a16="http://schemas.microsoft.com/office/drawing/2014/main" id="{E1C161F3-8429-E395-580F-D3C62143D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55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28552A2A-D55D-AC9C-C0B8-1F054DDDD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9A01598-B618-364F-BFBC-4237ABC0EFEF}"/>
              </a:ext>
            </a:extLst>
          </p:cNvPr>
          <p:cNvCxnSpPr>
            <a:cxnSpLocks/>
          </p:cNvCxnSpPr>
          <p:nvPr/>
        </p:nvCxnSpPr>
        <p:spPr>
          <a:xfrm>
            <a:off x="3647963" y="2331140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7" name="Rectangle 135">
            <a:extLst>
              <a:ext uri="{FF2B5EF4-FFF2-40B4-BE49-F238E27FC236}">
                <a16:creationId xmlns:a16="http://schemas.microsoft.com/office/drawing/2014/main" id="{BBE437BB-07A1-E27A-01E2-35B139678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252" y="391669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80CB65-82E0-B787-1BE6-AB7DB5DB0BAE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10A6D7F0-931E-DEA0-A78F-937A5BF16A0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1B22271C-32F8-D55E-255B-4AF0711FE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16E47A6C-AC92-8BF7-2DD5-EAE14FBABC4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361D5E49-45B4-8064-6F2B-CC83B6B8C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E6AFE7CF-580B-A8B9-DAFE-797546B0C24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FE9118-E210-A68E-BAEF-9FF558D30809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52DE81B5-452A-D7B7-B64D-7BF641A134F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CFAFD905-981B-8FB2-1BC7-7ADE07826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A44C9CF6-B46D-7559-2299-75248474D12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28D0E77A-4396-F8E3-B22C-0F1C9868B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67EB8D1E-690E-0E14-FECC-9571A107CC0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FEAE1-B476-31E9-E63B-040116D438CA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62CD98EB-B2CD-C93E-B616-C2C79FF6250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4D0CB1C6-4442-8462-0FC3-F03389363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FCB8292B-F8B0-7796-DC96-B09AC0494F6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5C712A4D-2399-0F7E-1479-CCA9F5C26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4E2829EA-3AA8-1470-BF08-66E24466DE3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4347C4C-E896-335B-20F0-BD032ECA0637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ABC21186-620E-1D2E-A1C6-67F896446EE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4C5B55E1-B944-F037-353A-CA805FA06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4FEF56A1-12DA-42B9-1E04-1E6586C66F1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C499FA2B-9193-DFFE-98D9-97D60C53B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E27D6D94-7388-227C-1E5C-C2FA7B3B0AC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CCED2FE-A38A-58F4-B6E4-F64ED56A201C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353666D7-9EDB-543B-0447-D8921C24E4E6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7E983BBC-69DD-177C-AE17-00559F6EB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85452439-70D6-31B7-E254-3ECEDA34942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2877AAB3-827C-62C6-4FDD-6C2859E7D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84A80299-5003-F24A-510B-B9644F99B26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D4E0B21-AC69-DE83-1C54-CFA9F1D4CDAC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C6BEAF28-A5C5-ED96-AD3F-FECA9DBB3D7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BDE5663A-35F6-983A-9A5D-3916864FB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C74BAF8E-5A14-D988-CF01-CB07F576083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33AFAA24-AAE8-A1CA-2220-D548845D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25E5DB1B-2595-478E-FD87-016867E74A2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EB65397-49AE-7087-64C1-AFA1C6A54D8C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83FCA6C3-0C45-AFE3-89DF-9208B2767561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4EF85D8A-06C0-95D2-F245-03B9615C1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F0AF519D-89A1-D626-205C-40B41E33893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5B2CF4BC-FCA2-C004-1890-57A57C4A0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7A7216D1-6B4A-2782-A453-1F4D0EC2E84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360D0D9-96FC-8651-D707-D3900D9868A6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43A22CE1-1E69-9F2E-F988-B97274DD5D5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6A9A1D52-CB0E-AC3A-22F7-70FDD89C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2AAF29EF-0BBF-9EED-AE0C-DF4DBEF171C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52487C16-D213-8A64-726E-085AFF978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1FCE3DDC-BED9-5D35-1AFC-AB5A02A6EBD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E804251-D82C-E431-55CA-05C134716DB6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37C73776-E880-77F9-231E-4B45C1E180FC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67336124-3EC2-A91E-E304-B43CF6A26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3AA08C27-4430-76F0-F94D-AD7A1214527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556B578-F6C2-8A8D-F6D3-11A32A9E4BF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A4BCEE8-5B82-92E7-FF69-0CE17290878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EC1AFB5-B8E3-229B-DDB8-2DF95865741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0F8C51F-B664-C82A-F3A6-F5AB01598DB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1C2CE92E-9AF3-8185-607F-192E8EAC66B7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FEF9478-2363-5B77-8170-970052C1F95D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476BE585-4FC9-1C03-DCD2-54AD6B587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8FD891F-EB8B-5AB5-B628-3B30F78C6EBC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E1A3DECC-6C4B-59AB-A211-EDA22F3AAB8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6064FFFA-2CA5-B60C-6B4D-93D4CDBD9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68AC0FA1-884F-0DAC-5A38-2DDAB7BFC8F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295140C9-AFE9-68F8-1850-6FD98A4B9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7C0BD7B7-0CD2-38CA-84A7-8106D42F68A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2E1FD99-E2B5-966B-8975-859260E177EB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58B00669-8942-2F6E-E4CD-F92930F50FF7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29A918E2-F70F-C766-7D66-6DD4EB99A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7BD52578-0822-CBED-B962-BEAB1A741CF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714862C0-2F5D-3E2D-325A-32DD6F5BF77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A407E02-F241-49D4-8F1F-46AEAD8C119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ED41537-4D76-24A2-217B-6184AA74B04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F90B317-CE72-FB03-E21A-1D4DBC94A2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C1E46798-7820-C68E-A784-BEE93EF96C58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780A8028-3041-5DA8-0874-F77FDF7D5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8F7F000-5A39-52AF-22FA-E9A0A0B5AAFC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0E122DDB-FAAE-1B7E-0927-BB8B93DE7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1935D453-366F-AF24-83FE-8534868AC402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C1AA340-AF93-39F9-F5B0-8039CDF12713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9DD683EB-3374-7ABF-059D-8AEFC2E1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31E43949-2F17-8318-3A85-C56F557A9D25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B4D6BC5-0EEA-3EAD-5A68-7ED47E616622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E7C1E46-9DB3-466E-9705-DB584F8E72F2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1D7C6AA-01A5-5AE8-5279-8F8AA1C555C9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6393ADC-1FB9-485D-2715-AD671882D8B6}"/>
              </a:ext>
            </a:extLst>
          </p:cNvPr>
          <p:cNvGrpSpPr/>
          <p:nvPr/>
        </p:nvGrpSpPr>
        <p:grpSpPr>
          <a:xfrm>
            <a:off x="3121358" y="4039596"/>
            <a:ext cx="211053" cy="133563"/>
            <a:chOff x="980943" y="1888785"/>
            <a:chExt cx="271916" cy="172080"/>
          </a:xfrm>
        </p:grpSpPr>
        <p:grpSp>
          <p:nvGrpSpPr>
            <p:cNvPr id="104" name="Group 898">
              <a:extLst>
                <a:ext uri="{FF2B5EF4-FFF2-40B4-BE49-F238E27FC236}">
                  <a16:creationId xmlns:a16="http://schemas.microsoft.com/office/drawing/2014/main" id="{FA54346C-0F81-AB6F-4D8F-AE309C806A7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06" name="Rectangle 88">
                <a:extLst>
                  <a:ext uri="{FF2B5EF4-FFF2-40B4-BE49-F238E27FC236}">
                    <a16:creationId xmlns:a16="http://schemas.microsoft.com/office/drawing/2014/main" id="{B1D0C0D0-826B-4B16-01EA-DE89DA9DE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F66FE2B8-0EAE-970F-0B27-8FBBA0C37FF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8" name="Oval 341">
                <a:extLst>
                  <a:ext uri="{FF2B5EF4-FFF2-40B4-BE49-F238E27FC236}">
                    <a16:creationId xmlns:a16="http://schemas.microsoft.com/office/drawing/2014/main" id="{1F4057A9-8EE3-B14A-111D-10AB2318E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5" name="Trapezoid 118">
              <a:extLst>
                <a:ext uri="{FF2B5EF4-FFF2-40B4-BE49-F238E27FC236}">
                  <a16:creationId xmlns:a16="http://schemas.microsoft.com/office/drawing/2014/main" id="{C31AC0F3-E452-A903-8EF1-3CB18E751A0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B54531C-B7A4-9D37-32D3-9BDB3475D943}"/>
              </a:ext>
            </a:extLst>
          </p:cNvPr>
          <p:cNvGrpSpPr/>
          <p:nvPr/>
        </p:nvGrpSpPr>
        <p:grpSpPr>
          <a:xfrm>
            <a:off x="3244065" y="4070799"/>
            <a:ext cx="211053" cy="133563"/>
            <a:chOff x="980943" y="1888785"/>
            <a:chExt cx="271916" cy="172080"/>
          </a:xfrm>
        </p:grpSpPr>
        <p:grpSp>
          <p:nvGrpSpPr>
            <p:cNvPr id="110" name="Group 898">
              <a:extLst>
                <a:ext uri="{FF2B5EF4-FFF2-40B4-BE49-F238E27FC236}">
                  <a16:creationId xmlns:a16="http://schemas.microsoft.com/office/drawing/2014/main" id="{D13D7F2C-C254-0DAD-E6BC-D4FBE6C85EB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12" name="Rectangle 88">
                <a:extLst>
                  <a:ext uri="{FF2B5EF4-FFF2-40B4-BE49-F238E27FC236}">
                    <a16:creationId xmlns:a16="http://schemas.microsoft.com/office/drawing/2014/main" id="{575C3DC3-F173-BF01-AF81-B62BEC3FC2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E0B2E24F-4122-594D-219E-287473FA292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4" name="Oval 341">
                <a:extLst>
                  <a:ext uri="{FF2B5EF4-FFF2-40B4-BE49-F238E27FC236}">
                    <a16:creationId xmlns:a16="http://schemas.microsoft.com/office/drawing/2014/main" id="{88657F18-D0AA-B7E9-6020-AA39D9520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1" name="Trapezoid 124">
              <a:extLst>
                <a:ext uri="{FF2B5EF4-FFF2-40B4-BE49-F238E27FC236}">
                  <a16:creationId xmlns:a16="http://schemas.microsoft.com/office/drawing/2014/main" id="{ACB4FFB0-3EA0-7B7D-C782-845837318C8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C294D93-1335-AB4C-821F-82F328235B19}"/>
              </a:ext>
            </a:extLst>
          </p:cNvPr>
          <p:cNvGrpSpPr/>
          <p:nvPr/>
        </p:nvGrpSpPr>
        <p:grpSpPr>
          <a:xfrm>
            <a:off x="3375270" y="4102951"/>
            <a:ext cx="211053" cy="133563"/>
            <a:chOff x="980943" y="1888785"/>
            <a:chExt cx="271916" cy="172080"/>
          </a:xfrm>
        </p:grpSpPr>
        <p:grpSp>
          <p:nvGrpSpPr>
            <p:cNvPr id="127" name="Group 898">
              <a:extLst>
                <a:ext uri="{FF2B5EF4-FFF2-40B4-BE49-F238E27FC236}">
                  <a16:creationId xmlns:a16="http://schemas.microsoft.com/office/drawing/2014/main" id="{397E0CDE-C102-4968-1713-8C5947DA0594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77" name="Rectangle 88">
                <a:extLst>
                  <a:ext uri="{FF2B5EF4-FFF2-40B4-BE49-F238E27FC236}">
                    <a16:creationId xmlns:a16="http://schemas.microsoft.com/office/drawing/2014/main" id="{A95C7E21-3E20-9DCB-DA38-9C0DC7490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8" name="Isosceles Triangle 577">
                <a:extLst>
                  <a:ext uri="{FF2B5EF4-FFF2-40B4-BE49-F238E27FC236}">
                    <a16:creationId xmlns:a16="http://schemas.microsoft.com/office/drawing/2014/main" id="{756B468B-F733-9805-D224-EB84635DC20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9" name="Oval 341">
                <a:extLst>
                  <a:ext uri="{FF2B5EF4-FFF2-40B4-BE49-F238E27FC236}">
                    <a16:creationId xmlns:a16="http://schemas.microsoft.com/office/drawing/2014/main" id="{5AB0F3C9-2E6B-5022-8982-D7972B573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76" name="Trapezoid 135">
              <a:extLst>
                <a:ext uri="{FF2B5EF4-FFF2-40B4-BE49-F238E27FC236}">
                  <a16:creationId xmlns:a16="http://schemas.microsoft.com/office/drawing/2014/main" id="{64577CE3-A4A9-91E4-13FA-972C82C232A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006C2A51-63C3-E429-62DD-E06A21E4DBB6}"/>
              </a:ext>
            </a:extLst>
          </p:cNvPr>
          <p:cNvGrpSpPr/>
          <p:nvPr/>
        </p:nvGrpSpPr>
        <p:grpSpPr>
          <a:xfrm>
            <a:off x="3504326" y="4137327"/>
            <a:ext cx="211053" cy="133563"/>
            <a:chOff x="980943" y="1888785"/>
            <a:chExt cx="271916" cy="172080"/>
          </a:xfrm>
        </p:grpSpPr>
        <p:grpSp>
          <p:nvGrpSpPr>
            <p:cNvPr id="581" name="Group 898">
              <a:extLst>
                <a:ext uri="{FF2B5EF4-FFF2-40B4-BE49-F238E27FC236}">
                  <a16:creationId xmlns:a16="http://schemas.microsoft.com/office/drawing/2014/main" id="{D852FF93-F194-4CB6-8E48-0F8C156C803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3" name="Rectangle 88">
                <a:extLst>
                  <a:ext uri="{FF2B5EF4-FFF2-40B4-BE49-F238E27FC236}">
                    <a16:creationId xmlns:a16="http://schemas.microsoft.com/office/drawing/2014/main" id="{C94FA579-0D40-8F98-BEB0-4B7EBA2BF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4" name="Isosceles Triangle 583">
                <a:extLst>
                  <a:ext uri="{FF2B5EF4-FFF2-40B4-BE49-F238E27FC236}">
                    <a16:creationId xmlns:a16="http://schemas.microsoft.com/office/drawing/2014/main" id="{F59FCFCD-79EE-DFFB-389C-9C1E962CC47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5" name="Oval 341">
                <a:extLst>
                  <a:ext uri="{FF2B5EF4-FFF2-40B4-BE49-F238E27FC236}">
                    <a16:creationId xmlns:a16="http://schemas.microsoft.com/office/drawing/2014/main" id="{D2C2D04A-E7CE-A33E-B9C1-E72D2BB7D3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2" name="Trapezoid 141">
              <a:extLst>
                <a:ext uri="{FF2B5EF4-FFF2-40B4-BE49-F238E27FC236}">
                  <a16:creationId xmlns:a16="http://schemas.microsoft.com/office/drawing/2014/main" id="{014FC216-81AA-397A-F7E2-648DB38C9D8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823FD316-F5C1-B18B-FF2B-24C3F0EBA28D}"/>
              </a:ext>
            </a:extLst>
          </p:cNvPr>
          <p:cNvGrpSpPr/>
          <p:nvPr/>
        </p:nvGrpSpPr>
        <p:grpSpPr>
          <a:xfrm>
            <a:off x="3630055" y="4170858"/>
            <a:ext cx="211053" cy="133563"/>
            <a:chOff x="980943" y="1888785"/>
            <a:chExt cx="271916" cy="172080"/>
          </a:xfrm>
        </p:grpSpPr>
        <p:grpSp>
          <p:nvGrpSpPr>
            <p:cNvPr id="587" name="Group 898">
              <a:extLst>
                <a:ext uri="{FF2B5EF4-FFF2-40B4-BE49-F238E27FC236}">
                  <a16:creationId xmlns:a16="http://schemas.microsoft.com/office/drawing/2014/main" id="{2B5A46C5-0B86-0909-8B09-127B6C2F1A5A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9" name="Rectangle 88">
                <a:extLst>
                  <a:ext uri="{FF2B5EF4-FFF2-40B4-BE49-F238E27FC236}">
                    <a16:creationId xmlns:a16="http://schemas.microsoft.com/office/drawing/2014/main" id="{A1CCD74D-575A-EA22-F123-38C7195A1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0" name="Isosceles Triangle 589">
                <a:extLst>
                  <a:ext uri="{FF2B5EF4-FFF2-40B4-BE49-F238E27FC236}">
                    <a16:creationId xmlns:a16="http://schemas.microsoft.com/office/drawing/2014/main" id="{7A3AD816-41B5-0AB0-3380-31048C90AC8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1" name="Oval 341">
                <a:extLst>
                  <a:ext uri="{FF2B5EF4-FFF2-40B4-BE49-F238E27FC236}">
                    <a16:creationId xmlns:a16="http://schemas.microsoft.com/office/drawing/2014/main" id="{FA249721-6495-F3B1-5637-6997261E8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8" name="Trapezoid 149">
              <a:extLst>
                <a:ext uri="{FF2B5EF4-FFF2-40B4-BE49-F238E27FC236}">
                  <a16:creationId xmlns:a16="http://schemas.microsoft.com/office/drawing/2014/main" id="{0B98012A-1EF6-861F-80FD-1DADBD06037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359465AB-03A2-0993-0865-CC41DC93EC82}"/>
              </a:ext>
            </a:extLst>
          </p:cNvPr>
          <p:cNvGrpSpPr/>
          <p:nvPr/>
        </p:nvGrpSpPr>
        <p:grpSpPr>
          <a:xfrm>
            <a:off x="3752762" y="4202060"/>
            <a:ext cx="211053" cy="133563"/>
            <a:chOff x="980943" y="1888785"/>
            <a:chExt cx="271916" cy="172080"/>
          </a:xfrm>
        </p:grpSpPr>
        <p:grpSp>
          <p:nvGrpSpPr>
            <p:cNvPr id="593" name="Group 898">
              <a:extLst>
                <a:ext uri="{FF2B5EF4-FFF2-40B4-BE49-F238E27FC236}">
                  <a16:creationId xmlns:a16="http://schemas.microsoft.com/office/drawing/2014/main" id="{4B128C2D-7DCF-F3F0-51E3-183D0BC1CF37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95" name="Rectangle 88">
                <a:extLst>
                  <a:ext uri="{FF2B5EF4-FFF2-40B4-BE49-F238E27FC236}">
                    <a16:creationId xmlns:a16="http://schemas.microsoft.com/office/drawing/2014/main" id="{DE914529-640B-A088-9D22-AB50607A1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6" name="Isosceles Triangle 595">
                <a:extLst>
                  <a:ext uri="{FF2B5EF4-FFF2-40B4-BE49-F238E27FC236}">
                    <a16:creationId xmlns:a16="http://schemas.microsoft.com/office/drawing/2014/main" id="{5BE1ADF0-E5D2-EBAE-92F0-121CBE4A4C4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7" name="Oval 341">
                <a:extLst>
                  <a:ext uri="{FF2B5EF4-FFF2-40B4-BE49-F238E27FC236}">
                    <a16:creationId xmlns:a16="http://schemas.microsoft.com/office/drawing/2014/main" id="{53DAC329-DFA0-3394-7063-21B942C0A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94" name="Trapezoid 157">
              <a:extLst>
                <a:ext uri="{FF2B5EF4-FFF2-40B4-BE49-F238E27FC236}">
                  <a16:creationId xmlns:a16="http://schemas.microsoft.com/office/drawing/2014/main" id="{631101FC-8237-17CC-D6C9-55A6F346950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3F9C68A5-18E6-EB28-6C8E-73D117877C53}"/>
              </a:ext>
            </a:extLst>
          </p:cNvPr>
          <p:cNvGrpSpPr/>
          <p:nvPr/>
        </p:nvGrpSpPr>
        <p:grpSpPr>
          <a:xfrm>
            <a:off x="3883967" y="4234212"/>
            <a:ext cx="211053" cy="133563"/>
            <a:chOff x="980943" y="1888785"/>
            <a:chExt cx="271916" cy="172080"/>
          </a:xfrm>
        </p:grpSpPr>
        <p:grpSp>
          <p:nvGrpSpPr>
            <p:cNvPr id="599" name="Group 898">
              <a:extLst>
                <a:ext uri="{FF2B5EF4-FFF2-40B4-BE49-F238E27FC236}">
                  <a16:creationId xmlns:a16="http://schemas.microsoft.com/office/drawing/2014/main" id="{0F46F60A-2766-262C-CD31-970D64DBA32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1" name="Rectangle 88">
                <a:extLst>
                  <a:ext uri="{FF2B5EF4-FFF2-40B4-BE49-F238E27FC236}">
                    <a16:creationId xmlns:a16="http://schemas.microsoft.com/office/drawing/2014/main" id="{206BB0E2-07C6-79B5-1781-4C367CB68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2" name="Isosceles Triangle 601">
                <a:extLst>
                  <a:ext uri="{FF2B5EF4-FFF2-40B4-BE49-F238E27FC236}">
                    <a16:creationId xmlns:a16="http://schemas.microsoft.com/office/drawing/2014/main" id="{C3D9C59E-3CCF-8F15-52C5-1A9C9270730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3" name="Oval 341">
                <a:extLst>
                  <a:ext uri="{FF2B5EF4-FFF2-40B4-BE49-F238E27FC236}">
                    <a16:creationId xmlns:a16="http://schemas.microsoft.com/office/drawing/2014/main" id="{8A89DE50-735C-7D0B-EB85-9958A66B9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0" name="Trapezoid 164">
              <a:extLst>
                <a:ext uri="{FF2B5EF4-FFF2-40B4-BE49-F238E27FC236}">
                  <a16:creationId xmlns:a16="http://schemas.microsoft.com/office/drawing/2014/main" id="{A8387358-FF00-A3C3-1A16-DEDBB7AB295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06111D15-07F7-9016-2894-F6C395F47FA2}"/>
              </a:ext>
            </a:extLst>
          </p:cNvPr>
          <p:cNvGrpSpPr/>
          <p:nvPr/>
        </p:nvGrpSpPr>
        <p:grpSpPr>
          <a:xfrm>
            <a:off x="4013023" y="4268588"/>
            <a:ext cx="211053" cy="133563"/>
            <a:chOff x="980943" y="1888785"/>
            <a:chExt cx="271916" cy="172080"/>
          </a:xfrm>
        </p:grpSpPr>
        <p:grpSp>
          <p:nvGrpSpPr>
            <p:cNvPr id="605" name="Group 898">
              <a:extLst>
                <a:ext uri="{FF2B5EF4-FFF2-40B4-BE49-F238E27FC236}">
                  <a16:creationId xmlns:a16="http://schemas.microsoft.com/office/drawing/2014/main" id="{142573F2-AAFE-8BF5-8969-1A03CDCC0CD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7" name="Rectangle 88">
                <a:extLst>
                  <a:ext uri="{FF2B5EF4-FFF2-40B4-BE49-F238E27FC236}">
                    <a16:creationId xmlns:a16="http://schemas.microsoft.com/office/drawing/2014/main" id="{7052139D-AE06-EF5B-4627-591E1B04F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8" name="Isosceles Triangle 607">
                <a:extLst>
                  <a:ext uri="{FF2B5EF4-FFF2-40B4-BE49-F238E27FC236}">
                    <a16:creationId xmlns:a16="http://schemas.microsoft.com/office/drawing/2014/main" id="{D4A87692-9929-C4B0-476A-DCF9BF2B0CD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9" name="Oval 341">
                <a:extLst>
                  <a:ext uri="{FF2B5EF4-FFF2-40B4-BE49-F238E27FC236}">
                    <a16:creationId xmlns:a16="http://schemas.microsoft.com/office/drawing/2014/main" id="{2EADD8F1-19BC-3BCA-B716-763F42412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6" name="Trapezoid 175">
              <a:extLst>
                <a:ext uri="{FF2B5EF4-FFF2-40B4-BE49-F238E27FC236}">
                  <a16:creationId xmlns:a16="http://schemas.microsoft.com/office/drawing/2014/main" id="{DA5F50CE-CBAB-B16D-9E5D-C5B5700688D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A748D69F-BE52-7290-7A69-23068EA83113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3683016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11" name="Group 254">
            <a:extLst>
              <a:ext uri="{FF2B5EF4-FFF2-40B4-BE49-F238E27FC236}">
                <a16:creationId xmlns:a16="http://schemas.microsoft.com/office/drawing/2014/main" id="{EB5D02EE-49B8-267C-8750-122BBDF7BF07}"/>
              </a:ext>
            </a:extLst>
          </p:cNvPr>
          <p:cNvGrpSpPr>
            <a:grpSpLocks noChangeAspect="1"/>
          </p:cNvGrpSpPr>
          <p:nvPr/>
        </p:nvGrpSpPr>
        <p:grpSpPr>
          <a:xfrm>
            <a:off x="3557935" y="3568488"/>
            <a:ext cx="256616" cy="147672"/>
            <a:chOff x="8421872" y="1904968"/>
            <a:chExt cx="347879" cy="255571"/>
          </a:xfrm>
        </p:grpSpPr>
        <p:sp>
          <p:nvSpPr>
            <p:cNvPr id="612" name="Rectangle 60">
              <a:extLst>
                <a:ext uri="{FF2B5EF4-FFF2-40B4-BE49-F238E27FC236}">
                  <a16:creationId xmlns:a16="http://schemas.microsoft.com/office/drawing/2014/main" id="{29726F4B-2526-BBED-86C0-A483900A1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3" name="Group 719">
              <a:extLst>
                <a:ext uri="{FF2B5EF4-FFF2-40B4-BE49-F238E27FC236}">
                  <a16:creationId xmlns:a16="http://schemas.microsoft.com/office/drawing/2014/main" id="{C41A6C87-3E2A-9993-52D1-ED3F7371E8EE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E2D843FF-D936-6C20-A25A-7687CE32525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A3A99081-A419-1447-5D72-FDDE1D48154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75139A6C-35AD-3D04-2747-01BF3361935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8" name="Straight Connector 617">
                <a:extLst>
                  <a:ext uri="{FF2B5EF4-FFF2-40B4-BE49-F238E27FC236}">
                    <a16:creationId xmlns:a16="http://schemas.microsoft.com/office/drawing/2014/main" id="{84DF0A1B-F480-F81E-AD88-0396282D9F2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14" name="Trapezoid 301">
              <a:extLst>
                <a:ext uri="{FF2B5EF4-FFF2-40B4-BE49-F238E27FC236}">
                  <a16:creationId xmlns:a16="http://schemas.microsoft.com/office/drawing/2014/main" id="{9A45E34C-B21F-1523-0570-AE347F9A21FB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75D6B5C6-460B-873A-4ADA-3F75F6530181}"/>
              </a:ext>
            </a:extLst>
          </p:cNvPr>
          <p:cNvCxnSpPr>
            <a:cxnSpLocks/>
            <a:stCxn id="623" idx="2"/>
            <a:endCxn id="612" idx="0"/>
          </p:cNvCxnSpPr>
          <p:nvPr/>
        </p:nvCxnSpPr>
        <p:spPr>
          <a:xfrm>
            <a:off x="3685507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20" name="Rectangle 135">
            <a:extLst>
              <a:ext uri="{FF2B5EF4-FFF2-40B4-BE49-F238E27FC236}">
                <a16:creationId xmlns:a16="http://schemas.microsoft.com/office/drawing/2014/main" id="{704B9442-1A48-5104-843F-65AB60EBC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46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6EEC5BB6-A1BA-F0DA-9813-15F85CA32A0D}"/>
              </a:ext>
            </a:extLst>
          </p:cNvPr>
          <p:cNvGrpSpPr/>
          <p:nvPr/>
        </p:nvGrpSpPr>
        <p:grpSpPr>
          <a:xfrm>
            <a:off x="3531465" y="3181568"/>
            <a:ext cx="304284" cy="192585"/>
            <a:chOff x="980945" y="1888766"/>
            <a:chExt cx="271916" cy="172099"/>
          </a:xfrm>
        </p:grpSpPr>
        <p:grpSp>
          <p:nvGrpSpPr>
            <p:cNvPr id="622" name="Group 898">
              <a:extLst>
                <a:ext uri="{FF2B5EF4-FFF2-40B4-BE49-F238E27FC236}">
                  <a16:creationId xmlns:a16="http://schemas.microsoft.com/office/drawing/2014/main" id="{54F0F684-8DF7-512A-BA25-774D55C8A38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24" name="Rectangle 88">
                <a:extLst>
                  <a:ext uri="{FF2B5EF4-FFF2-40B4-BE49-F238E27FC236}">
                    <a16:creationId xmlns:a16="http://schemas.microsoft.com/office/drawing/2014/main" id="{A189A210-FAEC-4A33-0580-86C450C64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5" name="Isosceles Triangle 624">
                <a:extLst>
                  <a:ext uri="{FF2B5EF4-FFF2-40B4-BE49-F238E27FC236}">
                    <a16:creationId xmlns:a16="http://schemas.microsoft.com/office/drawing/2014/main" id="{28211553-8E72-E146-7079-376C3B7024C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6" name="Oval 341">
                <a:extLst>
                  <a:ext uri="{FF2B5EF4-FFF2-40B4-BE49-F238E27FC236}">
                    <a16:creationId xmlns:a16="http://schemas.microsoft.com/office/drawing/2014/main" id="{FD52623E-C96F-4648-6108-1F17D04FA1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23" name="Trapezoid 320">
              <a:extLst>
                <a:ext uri="{FF2B5EF4-FFF2-40B4-BE49-F238E27FC236}">
                  <a16:creationId xmlns:a16="http://schemas.microsoft.com/office/drawing/2014/main" id="{9A4078A5-00E2-4812-1D4C-7175B98DDAE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32F4C21A-926A-F2A3-B28E-0C490F75D231}"/>
              </a:ext>
            </a:extLst>
          </p:cNvPr>
          <p:cNvCxnSpPr>
            <a:cxnSpLocks/>
            <a:stCxn id="629" idx="2"/>
            <a:endCxn id="624" idx="0"/>
          </p:cNvCxnSpPr>
          <p:nvPr/>
        </p:nvCxnSpPr>
        <p:spPr>
          <a:xfrm>
            <a:off x="3677820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28" name="Group 254">
            <a:extLst>
              <a:ext uri="{FF2B5EF4-FFF2-40B4-BE49-F238E27FC236}">
                <a16:creationId xmlns:a16="http://schemas.microsoft.com/office/drawing/2014/main" id="{7F3F1F08-9D8F-7C85-382F-759949EFD0DC}"/>
              </a:ext>
            </a:extLst>
          </p:cNvPr>
          <p:cNvGrpSpPr>
            <a:grpSpLocks noChangeAspect="1"/>
          </p:cNvGrpSpPr>
          <p:nvPr/>
        </p:nvGrpSpPr>
        <p:grpSpPr>
          <a:xfrm>
            <a:off x="3549511" y="2879893"/>
            <a:ext cx="256616" cy="147672"/>
            <a:chOff x="8421872" y="1904968"/>
            <a:chExt cx="347879" cy="255571"/>
          </a:xfrm>
        </p:grpSpPr>
        <p:sp>
          <p:nvSpPr>
            <p:cNvPr id="629" name="Rectangle 60">
              <a:extLst>
                <a:ext uri="{FF2B5EF4-FFF2-40B4-BE49-F238E27FC236}">
                  <a16:creationId xmlns:a16="http://schemas.microsoft.com/office/drawing/2014/main" id="{1804051B-64E8-011B-0D51-D85386340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30" name="Group 719">
              <a:extLst>
                <a:ext uri="{FF2B5EF4-FFF2-40B4-BE49-F238E27FC236}">
                  <a16:creationId xmlns:a16="http://schemas.microsoft.com/office/drawing/2014/main" id="{EFCA65E8-CC77-1FCA-F03C-5AFA5079179F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44443E97-76AF-8690-D6AB-A3E1FF7EA5A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AED23257-6002-4558-EEEF-8E99D6FEF37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0778DB3E-3E53-EFA3-A1AB-5BAC199EC61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E901490B-DC72-C2F2-0988-F0ECDBF4374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31" name="Trapezoid 396">
              <a:extLst>
                <a:ext uri="{FF2B5EF4-FFF2-40B4-BE49-F238E27FC236}">
                  <a16:creationId xmlns:a16="http://schemas.microsoft.com/office/drawing/2014/main" id="{D1AB1CDE-59FE-EB88-1358-02B6256F5B7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36" name="Rectangle 135">
            <a:extLst>
              <a:ext uri="{FF2B5EF4-FFF2-40B4-BE49-F238E27FC236}">
                <a16:creationId xmlns:a16="http://schemas.microsoft.com/office/drawing/2014/main" id="{D6233E38-E9D2-A50B-900E-6C51E49CC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314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C65350FC-F446-C1F1-19A9-C556A9A0D000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3660721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39" name="Rectangle 88">
            <a:extLst>
              <a:ext uri="{FF2B5EF4-FFF2-40B4-BE49-F238E27FC236}">
                <a16:creationId xmlns:a16="http://schemas.microsoft.com/office/drawing/2014/main" id="{EA2ABD4B-506E-75C4-B09C-EF91FA12C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679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128" name="Trapezoid 320">
            <a:extLst>
              <a:ext uri="{FF2B5EF4-FFF2-40B4-BE49-F238E27FC236}">
                <a16:creationId xmlns:a16="http://schemas.microsoft.com/office/drawing/2014/main" id="{A39871E2-4890-B75A-27B4-37C04563369C}"/>
              </a:ext>
            </a:extLst>
          </p:cNvPr>
          <p:cNvSpPr/>
          <p:nvPr/>
        </p:nvSpPr>
        <p:spPr>
          <a:xfrm rot="10800000">
            <a:off x="3548203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A9DA02E-C1AA-DB29-05D5-CCD832790F45}"/>
              </a:ext>
            </a:extLst>
          </p:cNvPr>
          <p:cNvCxnSpPr>
            <a:stCxn id="102" idx="3"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E7E33F01-5DC5-E8D2-E8B6-8490E9430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F19B612C-C4D1-CC1A-5191-11DC00F8841D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BC44325C-FD62-042E-6208-50368E22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E9FAE8E6-6964-7E99-7561-D02A8D917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9B38AA2B-80D9-C5BD-DD90-164124D6654D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D7B3F406-58F4-1C55-F947-FF2673B38247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FE59CDDF-E482-B067-545D-B293CB290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2F0EC9B1-6A60-039C-7812-8B0676547A1F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1ACA420-957D-11D7-85C4-185BC338214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1780BB8-81AC-304D-AC1E-2B7859C6EBB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E1AECF12-3FBF-EA1F-F4FB-202C2AB2C92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126B413-C54C-836E-1D66-9D018B9EC9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DCCCB803-91CE-3C4E-768A-DE284DF77B5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F6E24C4-9831-2D07-BE19-C132C4E67536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8E07ACAA-4B4E-97D3-BD96-56D3053A939C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DD24BF63-7493-D050-EFE1-731E151F2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3149C7FA-5785-DD6B-7682-67130D91989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B916F975-7AFD-5309-4C35-DFE22444A27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C37D32DE-9408-ADEB-01EC-CEE4BC5FE96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E5CD522-879C-CE1C-4421-F821F462824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355831BA-A38E-2C88-45DB-18932823F96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61C3B0A9-BAF8-11FB-B030-992FED1F2663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014681D-BA59-DA8B-1AE0-0E113132367A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925ED75-3DCA-E0BF-7A3A-3A596A9A309C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2F36978-4E6E-E9DF-DA3D-ADA4854A060E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1D21D28E-7E1C-944D-C5C6-F05FAF55AFE5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C815E075-B21B-54A5-41F1-2411E4A2D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AFB202AE-5A3C-7FF3-4B6A-156D79ABA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062CCB98-4299-D0BB-91F7-D240C986248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733435CC-0ABD-5183-E3D4-AE3D653EF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557D5CBA-9F75-21AF-4342-D54ADF295A4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7FF7594-A3C9-E2DD-9CDF-B916707C0FD3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E5280953-F075-15E1-27B8-75D6F68EA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AC3F20B3-75F6-F5A5-0943-BA01DF598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FBFC752F-B916-3A53-F7D7-2E409A6C2346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F872F90-669F-8E67-007A-5988BF56C41F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29F69C1-8243-2EF7-8C13-0EA45A942B04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3566C65-8473-8DDA-47A0-0D5D9EA2CE62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ABFC3EC-E80D-536E-D037-3D63C1AE6401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8649929" y="3716161"/>
            <a:ext cx="949103" cy="20032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35">
            <a:extLst>
              <a:ext uri="{FF2B5EF4-FFF2-40B4-BE49-F238E27FC236}">
                <a16:creationId xmlns:a16="http://schemas.microsoft.com/office/drawing/2014/main" id="{EB4EA3C3-0600-5336-13CD-503D31198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38529B46-3C84-4792-0E95-2071B3AF0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5" name="Rectangle 135">
            <a:extLst>
              <a:ext uri="{FF2B5EF4-FFF2-40B4-BE49-F238E27FC236}">
                <a16:creationId xmlns:a16="http://schemas.microsoft.com/office/drawing/2014/main" id="{930A3A5A-00FF-CBA7-1744-CB407AD7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853" y="3914699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70C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Internal detail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55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B8DAD-5781-A89B-ADF7-42E3ABFA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E305AF57-DFD3-12A8-C78F-151B15DF7AC0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88730DA-765B-88E9-BFA2-911A04053B1F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D12CF12C-2D7E-B9F0-8C5C-E820A6795C87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F61F55-754A-5F2B-1EF4-16C6FC200C90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0B34DA0-175B-4EBF-E145-6262B89E7E6C}"/>
              </a:ext>
            </a:extLst>
          </p:cNvPr>
          <p:cNvSpPr/>
          <p:nvPr/>
        </p:nvSpPr>
        <p:spPr>
          <a:xfrm flipV="1">
            <a:off x="3003093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4" name="Rectangle: Rounded Corners 653">
            <a:extLst>
              <a:ext uri="{FF2B5EF4-FFF2-40B4-BE49-F238E27FC236}">
                <a16:creationId xmlns:a16="http://schemas.microsoft.com/office/drawing/2014/main" id="{0FA8A409-F08D-40BF-09B0-8C55F4863187}"/>
              </a:ext>
            </a:extLst>
          </p:cNvPr>
          <p:cNvSpPr/>
          <p:nvPr/>
        </p:nvSpPr>
        <p:spPr>
          <a:xfrm>
            <a:off x="2752387" y="2506335"/>
            <a:ext cx="5638831" cy="2483017"/>
          </a:xfrm>
          <a:prstGeom prst="roundRect">
            <a:avLst/>
          </a:prstGeom>
          <a:solidFill>
            <a:srgbClr val="DBE7F5">
              <a:alpha val="5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647DF4A5-C20B-815E-008B-DE1BF4A7DA73}"/>
              </a:ext>
            </a:extLst>
          </p:cNvPr>
          <p:cNvSpPr/>
          <p:nvPr/>
        </p:nvSpPr>
        <p:spPr>
          <a:xfrm>
            <a:off x="2817348" y="1950364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16C1D-1650-B1AB-C788-2A9186910B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61DAE11-B370-41C8-6360-9B0C3C91DE5C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99F98B92-8615-AEBE-045D-CE2781E06BF7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67B77AF2-F384-5C83-EA55-803848C0A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29DD9A9F-D368-BA8F-4333-864C5D66D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A3FC35D8-FD0C-35D4-5C01-D619AFA6AC08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21AA1506-CBCC-DCE1-B074-02DCC07FE1D7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40FE76B9-B709-A2F9-3529-642028387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98494FD9-0376-9D43-3D0C-4591EB6D4A5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B7E21DAC-DA41-AED0-950C-EE520ADD133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DD2FE94C-874B-B920-7BBB-190E83094D0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3B4EE3AF-3640-F1DD-D04F-F3104CD5AE8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551441B3-F7CF-5E0C-C11E-B49CD186ABD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226C97AD-A9EA-7E81-D110-E8F00A70EB4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83AD144B-F908-BAB4-88BE-3CCFA69B7C3F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AF3EFBF7-6D9E-E6BD-B3F5-BC1A3257B6F5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E43940E9-9032-7321-8FB5-2CFD3C194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40FB005D-F686-4DEC-0F69-FCCCA3401B2F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2E9957B1-7FBB-BEF4-59D6-854E9671AD4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AACA44E7-6B32-F20F-9236-D37F33947DB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655FB0D7-8F50-62C6-1B42-57A67CB80F2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C0F1672B-FDE5-9901-2E31-0DE1042F822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407919B7-6D0B-7645-54B2-CFEB3A8CADD3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5CCFEDD-E4C0-9545-865E-B46A15D6D631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8210A079-990B-B6FA-5B5E-A28AF991D0C3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E048CDDA-DD68-A572-15AC-525EFF5D8FB8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30478AF5-D29E-7922-7EFA-08576C66DFD6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B6E1ABF5-5CA1-EA3E-22BD-8F4B3A17C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34D928F0-1F9E-9072-EF19-6308B18CB0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D03D7A34-603A-3143-699C-4E5346FBB8D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44D18E6A-541E-B68A-ECED-BCF0ED6A5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829F3DB5-1DAF-3BEB-3A9B-C7CB9463908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FA41D68D-612D-3861-BBD9-D66E66C3A56D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27E2E322-070F-D50B-9A2E-0211A2F04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67659EA8-D168-1CF6-CF2F-82E55FDC5E1A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33194ACA-CB18-88FE-B728-6C2A07AE880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743CFA7B-A4CD-984F-1B25-3AF50701FFA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78D9114D-1AFD-8121-5A85-FF3A2B6AF27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253F3FAD-6C6F-4B2C-27A8-8A0C9B8FD42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2136E0C1-4DC6-083A-36F2-3A6274A046C9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42DBD72C-84D6-F9AD-1A56-AD15F915B0E6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211B363C-63C9-C1E3-0565-098C29E68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349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9CC3138E-36B7-3F5A-CB51-1D040E896FF9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7D2883F9-6CCF-4D19-3D43-8552B9C8B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EF66713F-1134-E11F-3D85-653879E6C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2FFD28AB-975B-1A77-08EE-AA78BC71C534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356B0285-529C-FC3B-BF09-E132C40436B8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A721B41-6C27-A6E2-3CD5-F0CC8AA0C43B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D49BABAE-2DC6-3E77-2191-25BB30001B02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C6836B6B-C320-F9F4-E45F-490CA239641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9E44E093-9A32-74E4-37AE-9B93AF82C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29FFF8F7-C01A-88A0-667E-09CE7C15601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AFB4B225-D2A1-2249-8ADC-198C03ED3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A78C58CC-8C40-D78D-00EA-1B679F8C636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FCE8657E-074D-86F1-7E67-5B823087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4200" y="3217771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14B5B658-737E-2A65-4610-E3CF7F1AE294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9B1BB02-5305-FDD2-86FA-A32A3D520541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2B453665-257E-4A23-5742-F09FF299082D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B13EF958-D01F-7D72-4AE1-9F6DEFFE5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97BC8413-8986-C14A-5E1E-9ED780C7B001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0089D60B-D103-566B-EC3B-DAE53BCD20C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95B73624-5CF0-D3AF-158F-8026A0FE794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C4DDFF7-CF9E-9163-1A70-C2C12976C59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64C69158-AD4E-AB10-34DC-3FF520516D8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A309A94A-AC1C-59BA-F98A-A56D2CEF7E7B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404" name="Rectangle 135">
            <a:extLst>
              <a:ext uri="{FF2B5EF4-FFF2-40B4-BE49-F238E27FC236}">
                <a16:creationId xmlns:a16="http://schemas.microsoft.com/office/drawing/2014/main" id="{5F9536BC-5795-73A5-0092-5D64AF4C6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55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68D9CA50-CB19-EA34-9D5F-4D79978EE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717C251A-5E87-FAC3-75FA-356530BD7CC2}"/>
              </a:ext>
            </a:extLst>
          </p:cNvPr>
          <p:cNvCxnSpPr>
            <a:cxnSpLocks/>
          </p:cNvCxnSpPr>
          <p:nvPr/>
        </p:nvCxnSpPr>
        <p:spPr>
          <a:xfrm>
            <a:off x="3647963" y="2331140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7" name="Rectangle 135">
            <a:extLst>
              <a:ext uri="{FF2B5EF4-FFF2-40B4-BE49-F238E27FC236}">
                <a16:creationId xmlns:a16="http://schemas.microsoft.com/office/drawing/2014/main" id="{636C37B8-E28B-4FA5-90E7-4B31E7D9C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252" y="391669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B514D9-7EAF-0C13-89D7-68B4E6F7BDBB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BD0B1A05-7B2E-7DA6-95F9-2614B0F0C45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488BE0C3-2D46-85C6-2B1C-90400B52B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318DFB66-94B6-03A4-7FA5-4F3A5C96E0E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0B3F1FA5-3CF1-75A1-FCC2-A1D8FDC93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79106FF9-DD22-7124-9975-462ABE5002C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53F6F6-BA92-43D0-62C2-A1F5AA03EEDD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5E745D0B-3CCA-0080-D118-CF460F1FAB76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A6C5ED0B-4112-F7D4-50BE-0EB4B662A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C9C87FD7-280D-E9CF-7480-3DF9F245B3D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6F7E46FB-8760-BE63-6695-168169509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EDD5F748-222C-98AB-0A03-C98DA10E826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16338F-746D-6E1C-B813-3CF623E786FA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52099FBC-DE9C-3C2D-6DC9-C5BE8B1CCF1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09AFC353-E7F7-ABE9-BBD6-B7D6A6F8D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80484A97-9A30-32B9-D8C9-F7CF967141D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448840FE-2B8A-F63B-336D-C23E3C6AC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505EF5C3-94C9-6D41-95AD-DB38E36EA3B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D26C0F-8597-B038-4C66-870030149602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F46CC7C9-86B4-DB47-95D7-C07714EF602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58B16981-E6B3-3CB5-43EA-136F701B4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E4082916-6A1A-2C46-5E46-49178FA7EF5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DB860876-C886-B44A-1C60-DDF2EE443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6CDF4102-B246-9F3C-53DB-81F268C5418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4BF5C6-69B7-3835-B763-ED03D6B21B8F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7280BBA0-376C-4799-C4C3-B8D354F3CA5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86434B1A-2D5E-D135-ED31-45D21BD8A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211F8F14-556B-C313-6DFC-4D080E8E517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4158BB5C-3B5E-21BB-B32E-B170C3C9F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2F3B9C23-4DB8-72A9-B658-384C1356513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39CA457-4F38-A48A-94B0-F853B687DAC5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219F3C45-5F67-B9D8-F5C4-8BFEA47DD7E1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C5C3DA42-129D-55A1-F7EC-D991999F1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129C4DED-669D-15F2-CEF9-F1F8AC82EBC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6EC2325B-1974-024E-2553-D10700BFA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3E380B65-F2A6-2D90-EF7B-A697912161A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A7EAEE1-4654-1FD0-C527-2093D4A3728D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17F9C7B5-9714-C435-2D9C-7C9163BD0F3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0C6538B7-3751-E390-4F53-12E33C42B3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99C98D7C-FAB5-49DE-F942-37AF4E63847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7FC47352-8396-8252-00E2-AD2D03EB6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46F7E430-5DC2-4600-D472-835E4029AA0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1DEF30E-6302-A051-5F58-6644045F4196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C169A743-0634-3D7F-6D12-53E947DB05B7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575E2857-BFDC-4499-3AE5-90F7F2B1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A791B7E0-9132-6AA5-2AA9-16AA2BB20EA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3AEE179D-5F49-E99E-BDC7-75AEA22AF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D9DD72CB-3453-B645-BD53-ADEDAAD8CB5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DB1D6F5-1C45-675D-2774-0A625AEC9996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C57ACA06-1403-241A-CFCB-00591CB07B05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BFC0A02F-C13B-69F5-BA66-1D41C0536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27061084-DB03-03C5-1A3A-8AC3EF5992E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F6B55E8-D0D5-D82B-4918-73B4E6F47FE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F241F92-4163-F095-7D43-C16FC8256DC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82BDACE-B437-8E4F-6BB3-B975C1B2440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E28E523-CD4C-79A5-625D-455C2712CA7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2939684C-5FCC-74B3-8C2F-8DC5604A3FAE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3D22D3F-6668-1EDD-5FE2-A63F34477C11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277147C9-0996-0396-AC75-1E4FD43E1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953D823-1867-AB92-5CFC-3260806EEF3E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9BB525EE-4A11-7387-C0B5-63AD22F4ACC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1FB55858-E8D5-FF4C-66BB-CC944A07B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06FC93D0-627C-CE30-A67A-A7EC828BBCE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FCC64B07-428D-3C59-2541-60E577239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43BAF0FA-4892-251C-4174-2934F5082A4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117EE21-F4AE-286C-9DDC-5DBBFB5FDB63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1B7C1A30-116C-6316-1AA6-9724848A27F4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B9E6BF27-3587-9234-7B0F-C3C0E9D3A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8B17B73D-6271-99E6-22D0-B8742849B68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2D338EA1-49DB-8D68-42BD-712E84FCB84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F2CE477-E2E7-3650-6959-95490C83F85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2B8847FA-809B-F478-D9A0-9E8A456A5D4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C81478F1-D973-EF1D-CC3A-E56918EAF3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939CC533-4B8B-048C-B16C-9DCEEAD86B2D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6940A389-BFB9-DC51-2A64-2A68090A8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B9BCF90-04A6-0F4D-F46E-748455F0196E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D10304D7-E764-2B85-CE54-C73AA80FB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12DD9C15-3097-837B-DC4F-227299FD7B7A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BE4649C-EA63-7DA4-27D1-F16EC44F1BD5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0DD1BC7C-B293-0EBD-C026-6FC9A120D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504E535C-0432-DEFD-47A7-B347957911C7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D25FA01-389B-1047-393F-F6872AE0CC3D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506AF1D-3E11-58DC-E4B5-8BF675BC6A40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9025533-5CE1-2706-4F0D-1B2D78E78FD5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D909EC2-CB47-C34B-933C-2533648957D4}"/>
              </a:ext>
            </a:extLst>
          </p:cNvPr>
          <p:cNvGrpSpPr/>
          <p:nvPr/>
        </p:nvGrpSpPr>
        <p:grpSpPr>
          <a:xfrm>
            <a:off x="3121358" y="4039596"/>
            <a:ext cx="211053" cy="133563"/>
            <a:chOff x="980943" y="1888785"/>
            <a:chExt cx="271916" cy="172080"/>
          </a:xfrm>
        </p:grpSpPr>
        <p:grpSp>
          <p:nvGrpSpPr>
            <p:cNvPr id="104" name="Group 898">
              <a:extLst>
                <a:ext uri="{FF2B5EF4-FFF2-40B4-BE49-F238E27FC236}">
                  <a16:creationId xmlns:a16="http://schemas.microsoft.com/office/drawing/2014/main" id="{7A2B33F3-CBF7-4959-738C-EFC1CAC325E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06" name="Rectangle 88">
                <a:extLst>
                  <a:ext uri="{FF2B5EF4-FFF2-40B4-BE49-F238E27FC236}">
                    <a16:creationId xmlns:a16="http://schemas.microsoft.com/office/drawing/2014/main" id="{89994B95-DC49-0717-F41B-9C0E4474F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9DB0E6AA-4A63-6FBC-248D-AC1C1FD56F8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8" name="Oval 341">
                <a:extLst>
                  <a:ext uri="{FF2B5EF4-FFF2-40B4-BE49-F238E27FC236}">
                    <a16:creationId xmlns:a16="http://schemas.microsoft.com/office/drawing/2014/main" id="{84570B00-FA87-1567-FF9F-381C2726F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5" name="Trapezoid 118">
              <a:extLst>
                <a:ext uri="{FF2B5EF4-FFF2-40B4-BE49-F238E27FC236}">
                  <a16:creationId xmlns:a16="http://schemas.microsoft.com/office/drawing/2014/main" id="{8EC62DE8-B132-A4A6-DD89-0D55F89F85D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1D8C58B-D69F-C4CC-5E7A-5F52DA5EB59E}"/>
              </a:ext>
            </a:extLst>
          </p:cNvPr>
          <p:cNvGrpSpPr/>
          <p:nvPr/>
        </p:nvGrpSpPr>
        <p:grpSpPr>
          <a:xfrm>
            <a:off x="3244065" y="4070799"/>
            <a:ext cx="211053" cy="133563"/>
            <a:chOff x="980943" y="1888785"/>
            <a:chExt cx="271916" cy="172080"/>
          </a:xfrm>
        </p:grpSpPr>
        <p:grpSp>
          <p:nvGrpSpPr>
            <p:cNvPr id="110" name="Group 898">
              <a:extLst>
                <a:ext uri="{FF2B5EF4-FFF2-40B4-BE49-F238E27FC236}">
                  <a16:creationId xmlns:a16="http://schemas.microsoft.com/office/drawing/2014/main" id="{2452DCD5-7820-6E4A-5973-0CE4241141B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12" name="Rectangle 88">
                <a:extLst>
                  <a:ext uri="{FF2B5EF4-FFF2-40B4-BE49-F238E27FC236}">
                    <a16:creationId xmlns:a16="http://schemas.microsoft.com/office/drawing/2014/main" id="{A72BA569-218B-321F-53B8-4EDF50459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86E136E2-6C1A-0141-A3ED-BF92558BAD5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4" name="Oval 341">
                <a:extLst>
                  <a:ext uri="{FF2B5EF4-FFF2-40B4-BE49-F238E27FC236}">
                    <a16:creationId xmlns:a16="http://schemas.microsoft.com/office/drawing/2014/main" id="{0CB83221-5517-F691-A497-C65BAEC22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1" name="Trapezoid 124">
              <a:extLst>
                <a:ext uri="{FF2B5EF4-FFF2-40B4-BE49-F238E27FC236}">
                  <a16:creationId xmlns:a16="http://schemas.microsoft.com/office/drawing/2014/main" id="{0F965FEB-9B45-5D08-F70D-CCFE04E41AE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17D8BE9-A0EC-1888-1958-61CF89CCF7E2}"/>
              </a:ext>
            </a:extLst>
          </p:cNvPr>
          <p:cNvGrpSpPr/>
          <p:nvPr/>
        </p:nvGrpSpPr>
        <p:grpSpPr>
          <a:xfrm>
            <a:off x="3375270" y="4102951"/>
            <a:ext cx="211053" cy="133563"/>
            <a:chOff x="980943" y="1888785"/>
            <a:chExt cx="271916" cy="172080"/>
          </a:xfrm>
        </p:grpSpPr>
        <p:grpSp>
          <p:nvGrpSpPr>
            <p:cNvPr id="127" name="Group 898">
              <a:extLst>
                <a:ext uri="{FF2B5EF4-FFF2-40B4-BE49-F238E27FC236}">
                  <a16:creationId xmlns:a16="http://schemas.microsoft.com/office/drawing/2014/main" id="{54D29FE8-E639-2137-0A71-2625B4C5234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77" name="Rectangle 88">
                <a:extLst>
                  <a:ext uri="{FF2B5EF4-FFF2-40B4-BE49-F238E27FC236}">
                    <a16:creationId xmlns:a16="http://schemas.microsoft.com/office/drawing/2014/main" id="{8AAF20D7-9E8F-908B-10FC-39B5CB053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8" name="Isosceles Triangle 577">
                <a:extLst>
                  <a:ext uri="{FF2B5EF4-FFF2-40B4-BE49-F238E27FC236}">
                    <a16:creationId xmlns:a16="http://schemas.microsoft.com/office/drawing/2014/main" id="{1EDB7035-B342-587A-66D7-403A0962319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9" name="Oval 341">
                <a:extLst>
                  <a:ext uri="{FF2B5EF4-FFF2-40B4-BE49-F238E27FC236}">
                    <a16:creationId xmlns:a16="http://schemas.microsoft.com/office/drawing/2014/main" id="{39A0A9ED-2AF1-77C3-454C-20CA8EFD8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76" name="Trapezoid 135">
              <a:extLst>
                <a:ext uri="{FF2B5EF4-FFF2-40B4-BE49-F238E27FC236}">
                  <a16:creationId xmlns:a16="http://schemas.microsoft.com/office/drawing/2014/main" id="{04C69562-6804-66FB-42BB-C36841B5757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D64134EB-C9AF-511F-E62B-5F9C5D1E4955}"/>
              </a:ext>
            </a:extLst>
          </p:cNvPr>
          <p:cNvGrpSpPr/>
          <p:nvPr/>
        </p:nvGrpSpPr>
        <p:grpSpPr>
          <a:xfrm>
            <a:off x="3504326" y="4137327"/>
            <a:ext cx="211053" cy="133563"/>
            <a:chOff x="980943" y="1888785"/>
            <a:chExt cx="271916" cy="172080"/>
          </a:xfrm>
        </p:grpSpPr>
        <p:grpSp>
          <p:nvGrpSpPr>
            <p:cNvPr id="581" name="Group 898">
              <a:extLst>
                <a:ext uri="{FF2B5EF4-FFF2-40B4-BE49-F238E27FC236}">
                  <a16:creationId xmlns:a16="http://schemas.microsoft.com/office/drawing/2014/main" id="{3D437E0C-CE2D-FC23-3BD6-2DCE38E6032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3" name="Rectangle 88">
                <a:extLst>
                  <a:ext uri="{FF2B5EF4-FFF2-40B4-BE49-F238E27FC236}">
                    <a16:creationId xmlns:a16="http://schemas.microsoft.com/office/drawing/2014/main" id="{EFFA0E8C-7566-A912-C218-689AEEE6E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4" name="Isosceles Triangle 583">
                <a:extLst>
                  <a:ext uri="{FF2B5EF4-FFF2-40B4-BE49-F238E27FC236}">
                    <a16:creationId xmlns:a16="http://schemas.microsoft.com/office/drawing/2014/main" id="{C0C84F87-5EEE-E974-A70A-3DFE805FC13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5" name="Oval 341">
                <a:extLst>
                  <a:ext uri="{FF2B5EF4-FFF2-40B4-BE49-F238E27FC236}">
                    <a16:creationId xmlns:a16="http://schemas.microsoft.com/office/drawing/2014/main" id="{9D540B11-728B-611E-E592-F2DA6E510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2" name="Trapezoid 141">
              <a:extLst>
                <a:ext uri="{FF2B5EF4-FFF2-40B4-BE49-F238E27FC236}">
                  <a16:creationId xmlns:a16="http://schemas.microsoft.com/office/drawing/2014/main" id="{AF8D4BB1-00D4-2059-9AFE-B8F3E302962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07128CD1-760F-B108-3F0E-DA1F48E09645}"/>
              </a:ext>
            </a:extLst>
          </p:cNvPr>
          <p:cNvGrpSpPr/>
          <p:nvPr/>
        </p:nvGrpSpPr>
        <p:grpSpPr>
          <a:xfrm>
            <a:off x="3630055" y="4170858"/>
            <a:ext cx="211053" cy="133563"/>
            <a:chOff x="980943" y="1888785"/>
            <a:chExt cx="271916" cy="172080"/>
          </a:xfrm>
        </p:grpSpPr>
        <p:grpSp>
          <p:nvGrpSpPr>
            <p:cNvPr id="587" name="Group 898">
              <a:extLst>
                <a:ext uri="{FF2B5EF4-FFF2-40B4-BE49-F238E27FC236}">
                  <a16:creationId xmlns:a16="http://schemas.microsoft.com/office/drawing/2014/main" id="{8ED47089-3634-D701-C9A1-88DBDD81D504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9" name="Rectangle 88">
                <a:extLst>
                  <a:ext uri="{FF2B5EF4-FFF2-40B4-BE49-F238E27FC236}">
                    <a16:creationId xmlns:a16="http://schemas.microsoft.com/office/drawing/2014/main" id="{B2122379-5528-BF3A-E64F-0DEB890E9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0" name="Isosceles Triangle 589">
                <a:extLst>
                  <a:ext uri="{FF2B5EF4-FFF2-40B4-BE49-F238E27FC236}">
                    <a16:creationId xmlns:a16="http://schemas.microsoft.com/office/drawing/2014/main" id="{75FA7CE9-BB10-1B12-B48E-03A2064350D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1" name="Oval 341">
                <a:extLst>
                  <a:ext uri="{FF2B5EF4-FFF2-40B4-BE49-F238E27FC236}">
                    <a16:creationId xmlns:a16="http://schemas.microsoft.com/office/drawing/2014/main" id="{645B5864-1A50-3637-CCE7-0DA50CD2B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8" name="Trapezoid 149">
              <a:extLst>
                <a:ext uri="{FF2B5EF4-FFF2-40B4-BE49-F238E27FC236}">
                  <a16:creationId xmlns:a16="http://schemas.microsoft.com/office/drawing/2014/main" id="{81DA4EA6-6F37-9F9D-1A52-01E62BD9E77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DF4E6AE2-5499-37FA-1761-B0ABF6DC1B35}"/>
              </a:ext>
            </a:extLst>
          </p:cNvPr>
          <p:cNvGrpSpPr/>
          <p:nvPr/>
        </p:nvGrpSpPr>
        <p:grpSpPr>
          <a:xfrm>
            <a:off x="3752762" y="4202060"/>
            <a:ext cx="211053" cy="133563"/>
            <a:chOff x="980943" y="1888785"/>
            <a:chExt cx="271916" cy="172080"/>
          </a:xfrm>
        </p:grpSpPr>
        <p:grpSp>
          <p:nvGrpSpPr>
            <p:cNvPr id="593" name="Group 898">
              <a:extLst>
                <a:ext uri="{FF2B5EF4-FFF2-40B4-BE49-F238E27FC236}">
                  <a16:creationId xmlns:a16="http://schemas.microsoft.com/office/drawing/2014/main" id="{22C02E1F-248C-6E0A-3F67-11317D42297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95" name="Rectangle 88">
                <a:extLst>
                  <a:ext uri="{FF2B5EF4-FFF2-40B4-BE49-F238E27FC236}">
                    <a16:creationId xmlns:a16="http://schemas.microsoft.com/office/drawing/2014/main" id="{00E10C06-7348-4B94-4446-29753D205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6" name="Isosceles Triangle 595">
                <a:extLst>
                  <a:ext uri="{FF2B5EF4-FFF2-40B4-BE49-F238E27FC236}">
                    <a16:creationId xmlns:a16="http://schemas.microsoft.com/office/drawing/2014/main" id="{9CE9FE2B-6587-B0DC-02E8-DCBD1A96D4A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7" name="Oval 341">
                <a:extLst>
                  <a:ext uri="{FF2B5EF4-FFF2-40B4-BE49-F238E27FC236}">
                    <a16:creationId xmlns:a16="http://schemas.microsoft.com/office/drawing/2014/main" id="{430E1FBF-61B8-065F-890C-D627CF5B5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94" name="Trapezoid 157">
              <a:extLst>
                <a:ext uri="{FF2B5EF4-FFF2-40B4-BE49-F238E27FC236}">
                  <a16:creationId xmlns:a16="http://schemas.microsoft.com/office/drawing/2014/main" id="{3BE48E84-2A8C-3AB4-5247-AB6C927E75A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ACB44572-7EF7-8258-0D2F-CD7EEB261F12}"/>
              </a:ext>
            </a:extLst>
          </p:cNvPr>
          <p:cNvGrpSpPr/>
          <p:nvPr/>
        </p:nvGrpSpPr>
        <p:grpSpPr>
          <a:xfrm>
            <a:off x="3883967" y="4234212"/>
            <a:ext cx="211053" cy="133563"/>
            <a:chOff x="980943" y="1888785"/>
            <a:chExt cx="271916" cy="172080"/>
          </a:xfrm>
        </p:grpSpPr>
        <p:grpSp>
          <p:nvGrpSpPr>
            <p:cNvPr id="599" name="Group 898">
              <a:extLst>
                <a:ext uri="{FF2B5EF4-FFF2-40B4-BE49-F238E27FC236}">
                  <a16:creationId xmlns:a16="http://schemas.microsoft.com/office/drawing/2014/main" id="{6299F2BE-0362-7138-372C-E5143288C86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1" name="Rectangle 88">
                <a:extLst>
                  <a:ext uri="{FF2B5EF4-FFF2-40B4-BE49-F238E27FC236}">
                    <a16:creationId xmlns:a16="http://schemas.microsoft.com/office/drawing/2014/main" id="{E7657869-AE96-8360-657F-0DB4D3380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2" name="Isosceles Triangle 601">
                <a:extLst>
                  <a:ext uri="{FF2B5EF4-FFF2-40B4-BE49-F238E27FC236}">
                    <a16:creationId xmlns:a16="http://schemas.microsoft.com/office/drawing/2014/main" id="{75707888-DCBC-CBD0-133F-76E5364F142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3" name="Oval 341">
                <a:extLst>
                  <a:ext uri="{FF2B5EF4-FFF2-40B4-BE49-F238E27FC236}">
                    <a16:creationId xmlns:a16="http://schemas.microsoft.com/office/drawing/2014/main" id="{B2456526-7ADA-2A16-3321-A5CEBC735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0" name="Trapezoid 164">
              <a:extLst>
                <a:ext uri="{FF2B5EF4-FFF2-40B4-BE49-F238E27FC236}">
                  <a16:creationId xmlns:a16="http://schemas.microsoft.com/office/drawing/2014/main" id="{AFD84F31-8F75-7096-84CD-787549DFAF5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8E93C149-70AD-E1DC-D862-9FCAD659F521}"/>
              </a:ext>
            </a:extLst>
          </p:cNvPr>
          <p:cNvGrpSpPr/>
          <p:nvPr/>
        </p:nvGrpSpPr>
        <p:grpSpPr>
          <a:xfrm>
            <a:off x="4013023" y="4268588"/>
            <a:ext cx="211053" cy="133563"/>
            <a:chOff x="980943" y="1888785"/>
            <a:chExt cx="271916" cy="172080"/>
          </a:xfrm>
        </p:grpSpPr>
        <p:grpSp>
          <p:nvGrpSpPr>
            <p:cNvPr id="605" name="Group 898">
              <a:extLst>
                <a:ext uri="{FF2B5EF4-FFF2-40B4-BE49-F238E27FC236}">
                  <a16:creationId xmlns:a16="http://schemas.microsoft.com/office/drawing/2014/main" id="{EA399CFD-9BFE-4113-72A8-B09BE0D02FE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7" name="Rectangle 88">
                <a:extLst>
                  <a:ext uri="{FF2B5EF4-FFF2-40B4-BE49-F238E27FC236}">
                    <a16:creationId xmlns:a16="http://schemas.microsoft.com/office/drawing/2014/main" id="{625DCF2A-B312-600B-BD5B-5F7AB82AA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8" name="Isosceles Triangle 607">
                <a:extLst>
                  <a:ext uri="{FF2B5EF4-FFF2-40B4-BE49-F238E27FC236}">
                    <a16:creationId xmlns:a16="http://schemas.microsoft.com/office/drawing/2014/main" id="{3472C12B-9EC5-A20C-36B3-A57FFDC3A0A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9" name="Oval 341">
                <a:extLst>
                  <a:ext uri="{FF2B5EF4-FFF2-40B4-BE49-F238E27FC236}">
                    <a16:creationId xmlns:a16="http://schemas.microsoft.com/office/drawing/2014/main" id="{91503DB7-C7AF-0955-3458-ACFC7563F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6" name="Trapezoid 175">
              <a:extLst>
                <a:ext uri="{FF2B5EF4-FFF2-40B4-BE49-F238E27FC236}">
                  <a16:creationId xmlns:a16="http://schemas.microsoft.com/office/drawing/2014/main" id="{B903F095-777D-056C-E4CF-EB78CAE16B0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15BBB6B4-D826-7E4C-C211-14261EAF9D34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3683016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11" name="Group 254">
            <a:extLst>
              <a:ext uri="{FF2B5EF4-FFF2-40B4-BE49-F238E27FC236}">
                <a16:creationId xmlns:a16="http://schemas.microsoft.com/office/drawing/2014/main" id="{6F12076B-EA04-53D0-9290-3DF1D1F06FBF}"/>
              </a:ext>
            </a:extLst>
          </p:cNvPr>
          <p:cNvGrpSpPr>
            <a:grpSpLocks noChangeAspect="1"/>
          </p:cNvGrpSpPr>
          <p:nvPr/>
        </p:nvGrpSpPr>
        <p:grpSpPr>
          <a:xfrm>
            <a:off x="3557935" y="3568488"/>
            <a:ext cx="256616" cy="147672"/>
            <a:chOff x="8421872" y="1904968"/>
            <a:chExt cx="347879" cy="255571"/>
          </a:xfrm>
        </p:grpSpPr>
        <p:sp>
          <p:nvSpPr>
            <p:cNvPr id="612" name="Rectangle 60">
              <a:extLst>
                <a:ext uri="{FF2B5EF4-FFF2-40B4-BE49-F238E27FC236}">
                  <a16:creationId xmlns:a16="http://schemas.microsoft.com/office/drawing/2014/main" id="{A0903291-AE3F-76C7-DD8D-A387B8DF8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3" name="Group 719">
              <a:extLst>
                <a:ext uri="{FF2B5EF4-FFF2-40B4-BE49-F238E27FC236}">
                  <a16:creationId xmlns:a16="http://schemas.microsoft.com/office/drawing/2014/main" id="{9E78223E-3BC3-B7D8-536F-5B3B68C045A0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11866C48-A997-BB4C-9477-1F2A1CBC30E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24209C6B-0A38-EC4B-E77F-51D1F062B70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8B2FDE41-4ABB-5F2D-0F6A-16F5EB0757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8" name="Straight Connector 617">
                <a:extLst>
                  <a:ext uri="{FF2B5EF4-FFF2-40B4-BE49-F238E27FC236}">
                    <a16:creationId xmlns:a16="http://schemas.microsoft.com/office/drawing/2014/main" id="{5E1D72AB-67C6-2C76-DA28-202E9210F60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14" name="Trapezoid 301">
              <a:extLst>
                <a:ext uri="{FF2B5EF4-FFF2-40B4-BE49-F238E27FC236}">
                  <a16:creationId xmlns:a16="http://schemas.microsoft.com/office/drawing/2014/main" id="{CF25F733-C8C5-E2A6-ACD7-BDE64E2E0B8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514B8084-4997-A05C-1090-F5D8774F5ADD}"/>
              </a:ext>
            </a:extLst>
          </p:cNvPr>
          <p:cNvCxnSpPr>
            <a:cxnSpLocks/>
            <a:stCxn id="623" idx="2"/>
            <a:endCxn id="612" idx="0"/>
          </p:cNvCxnSpPr>
          <p:nvPr/>
        </p:nvCxnSpPr>
        <p:spPr>
          <a:xfrm>
            <a:off x="3685507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20" name="Rectangle 135">
            <a:extLst>
              <a:ext uri="{FF2B5EF4-FFF2-40B4-BE49-F238E27FC236}">
                <a16:creationId xmlns:a16="http://schemas.microsoft.com/office/drawing/2014/main" id="{C41A2DD2-52AD-D84A-8478-94F400424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46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55D7E9DF-50CF-B0BF-E4A7-576AF8ABDEAF}"/>
              </a:ext>
            </a:extLst>
          </p:cNvPr>
          <p:cNvGrpSpPr/>
          <p:nvPr/>
        </p:nvGrpSpPr>
        <p:grpSpPr>
          <a:xfrm>
            <a:off x="3531465" y="3181568"/>
            <a:ext cx="304284" cy="192585"/>
            <a:chOff x="980945" y="1888766"/>
            <a:chExt cx="271916" cy="172099"/>
          </a:xfrm>
        </p:grpSpPr>
        <p:grpSp>
          <p:nvGrpSpPr>
            <p:cNvPr id="622" name="Group 898">
              <a:extLst>
                <a:ext uri="{FF2B5EF4-FFF2-40B4-BE49-F238E27FC236}">
                  <a16:creationId xmlns:a16="http://schemas.microsoft.com/office/drawing/2014/main" id="{1E38494E-3C20-BE08-1550-54C87DEF932E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24" name="Rectangle 88">
                <a:extLst>
                  <a:ext uri="{FF2B5EF4-FFF2-40B4-BE49-F238E27FC236}">
                    <a16:creationId xmlns:a16="http://schemas.microsoft.com/office/drawing/2014/main" id="{146840C9-A9CB-C050-953A-41E525FF56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5" name="Isosceles Triangle 624">
                <a:extLst>
                  <a:ext uri="{FF2B5EF4-FFF2-40B4-BE49-F238E27FC236}">
                    <a16:creationId xmlns:a16="http://schemas.microsoft.com/office/drawing/2014/main" id="{70ECEB7F-17F5-DBB7-20BB-3D4423E64FE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6" name="Oval 341">
                <a:extLst>
                  <a:ext uri="{FF2B5EF4-FFF2-40B4-BE49-F238E27FC236}">
                    <a16:creationId xmlns:a16="http://schemas.microsoft.com/office/drawing/2014/main" id="{BD2E8273-C1D5-02D9-6BF9-11B38F903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23" name="Trapezoid 320">
              <a:extLst>
                <a:ext uri="{FF2B5EF4-FFF2-40B4-BE49-F238E27FC236}">
                  <a16:creationId xmlns:a16="http://schemas.microsoft.com/office/drawing/2014/main" id="{41662176-8C5F-908E-9EA8-655D9F1EFD5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996ED079-E34D-F2C7-31B6-3BE18547329C}"/>
              </a:ext>
            </a:extLst>
          </p:cNvPr>
          <p:cNvCxnSpPr>
            <a:cxnSpLocks/>
            <a:stCxn id="629" idx="2"/>
            <a:endCxn id="624" idx="0"/>
          </p:cNvCxnSpPr>
          <p:nvPr/>
        </p:nvCxnSpPr>
        <p:spPr>
          <a:xfrm>
            <a:off x="3677820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28" name="Group 254">
            <a:extLst>
              <a:ext uri="{FF2B5EF4-FFF2-40B4-BE49-F238E27FC236}">
                <a16:creationId xmlns:a16="http://schemas.microsoft.com/office/drawing/2014/main" id="{FFE20BBF-5105-B181-7358-062755A39238}"/>
              </a:ext>
            </a:extLst>
          </p:cNvPr>
          <p:cNvGrpSpPr>
            <a:grpSpLocks noChangeAspect="1"/>
          </p:cNvGrpSpPr>
          <p:nvPr/>
        </p:nvGrpSpPr>
        <p:grpSpPr>
          <a:xfrm>
            <a:off x="3549511" y="2879893"/>
            <a:ext cx="256616" cy="147672"/>
            <a:chOff x="8421872" y="1904968"/>
            <a:chExt cx="347879" cy="255571"/>
          </a:xfrm>
        </p:grpSpPr>
        <p:sp>
          <p:nvSpPr>
            <p:cNvPr id="629" name="Rectangle 60">
              <a:extLst>
                <a:ext uri="{FF2B5EF4-FFF2-40B4-BE49-F238E27FC236}">
                  <a16:creationId xmlns:a16="http://schemas.microsoft.com/office/drawing/2014/main" id="{7B47D126-915C-AFCC-8A83-36A950CC9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30" name="Group 719">
              <a:extLst>
                <a:ext uri="{FF2B5EF4-FFF2-40B4-BE49-F238E27FC236}">
                  <a16:creationId xmlns:a16="http://schemas.microsoft.com/office/drawing/2014/main" id="{8686C1F7-0C0D-26C5-3B48-AFDFEC69268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BE74709B-B8E6-0F35-E065-B63D9F2C9A3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7F357065-38F3-6167-5166-16B007B3FFA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881D4B74-10D1-2E3E-5CCD-4A0549FB280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72EC3D7B-95DB-E73D-183D-8EC78A1C466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31" name="Trapezoid 396">
              <a:extLst>
                <a:ext uri="{FF2B5EF4-FFF2-40B4-BE49-F238E27FC236}">
                  <a16:creationId xmlns:a16="http://schemas.microsoft.com/office/drawing/2014/main" id="{CE27704B-FB9A-2B54-3AC0-155C893BD329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36" name="Rectangle 135">
            <a:extLst>
              <a:ext uri="{FF2B5EF4-FFF2-40B4-BE49-F238E27FC236}">
                <a16:creationId xmlns:a16="http://schemas.microsoft.com/office/drawing/2014/main" id="{24867490-342C-19CD-684B-1F214A984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314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6909EA90-C230-5FE6-E0E2-0967E41BF56D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3660721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39" name="Rectangle 88">
            <a:extLst>
              <a:ext uri="{FF2B5EF4-FFF2-40B4-BE49-F238E27FC236}">
                <a16:creationId xmlns:a16="http://schemas.microsoft.com/office/drawing/2014/main" id="{1BCF8C16-254F-B6BF-7E33-25C0B0086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679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128" name="Trapezoid 320">
            <a:extLst>
              <a:ext uri="{FF2B5EF4-FFF2-40B4-BE49-F238E27FC236}">
                <a16:creationId xmlns:a16="http://schemas.microsoft.com/office/drawing/2014/main" id="{7EB2115C-FE5B-82C5-A2BD-37E4C875E6BA}"/>
              </a:ext>
            </a:extLst>
          </p:cNvPr>
          <p:cNvSpPr/>
          <p:nvPr/>
        </p:nvSpPr>
        <p:spPr>
          <a:xfrm rot="10800000">
            <a:off x="3548203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A910F2D-F80A-3F79-D050-7D393BBE1099}"/>
              </a:ext>
            </a:extLst>
          </p:cNvPr>
          <p:cNvCxnSpPr>
            <a:stCxn id="102" idx="3"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12FE5AC4-6D06-FCD9-874A-6F5605A18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251DF037-E2FA-B8A7-3043-888B86B6605C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28A82C28-DCD8-1F10-8E5D-D7EC53BF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FEDFDE6C-84F8-E1F1-4FF9-F82AFBCBD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7878291A-4E10-9CE6-91F9-B8C525887875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CB97252E-EF5F-9DD4-9030-6D71EE7CF541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60616091-CB23-6278-1D5E-47381DBA1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64A184A0-D53D-C5D4-FFCC-8859ECA2613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66D12E9B-AABE-1A2E-38FE-5A53023BB47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C0567A8-72A1-6D06-1002-5549C3B072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CF72C24-9552-74C4-0294-22DF234B629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911B51F-AE3D-9ADA-3E97-C174D05A003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5DC08298-143A-0C73-F1A6-FB092B2B212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54C1B2B-3E9C-1D70-E76F-45A597621241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690FAA2C-A552-A8E7-805E-8527AD2C9962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58115DE6-6A85-EF92-F270-714943902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17D95B29-06AC-8338-02F6-6755D66EFAA5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C8A27BC-2186-4144-EE91-A9F3D4364BB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4C36DBF8-2447-FA5E-E92B-260D6C737DC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18F55354-C05A-6EFB-C774-8AE8F66A17E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4A1ACC64-8FF5-2A87-8C4B-495B6D231A5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A0A18475-3541-FFAA-1493-F814ED69A3BA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B45A243-3B57-3740-0159-EB4B680C5EC9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E802803-FF81-4642-52FC-F21D9FA4A70C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928EB32-8873-A700-FCF8-34E197F29250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45054196-E1AA-EE5D-9AEA-4AD44B811024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B2858932-231E-C389-2D80-F4FCCF0B2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B16DFFB2-798F-8B5B-5B7C-3F3D79A34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48E1A981-AB7E-0E7F-EAF2-7572C425514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29C159E4-41B2-3661-28C2-5A68C132F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3188CFD3-4335-8401-9D26-270D3227323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C60607C-17EB-7723-97A7-21FF1F50CD26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07C61C4D-411B-8454-B064-11DDB4D41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6F93C708-3174-746C-CA92-1B7278A64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B1B12B63-322C-0BDA-9C37-BC856DD293CD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9BF312F-A0BA-BAED-9845-D483691B80F4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919A839-BE0F-5F28-76E7-B55DD972F1A8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25C0DFF-D48A-9455-831E-1583EAE4D99D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D8E22F8-7612-DD87-F81C-95CD5DA5F092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8649929" y="3716161"/>
            <a:ext cx="949103" cy="20032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B9080F4-06F4-3E44-FC3E-8ED55E8CD7C8}"/>
              </a:ext>
            </a:extLst>
          </p:cNvPr>
          <p:cNvCxnSpPr>
            <a:cxnSpLocks/>
            <a:stCxn id="157" idx="2"/>
            <a:endCxn id="152" idx="0"/>
          </p:cNvCxnSpPr>
          <p:nvPr/>
        </p:nvCxnSpPr>
        <p:spPr>
          <a:xfrm>
            <a:off x="11084874" y="3040929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DA1E517-2CB2-6042-D860-C0FECD2B0245}"/>
              </a:ext>
            </a:extLst>
          </p:cNvPr>
          <p:cNvGrpSpPr/>
          <p:nvPr/>
        </p:nvGrpSpPr>
        <p:grpSpPr>
          <a:xfrm>
            <a:off x="10942624" y="3515986"/>
            <a:ext cx="294292" cy="185501"/>
            <a:chOff x="980948" y="1888785"/>
            <a:chExt cx="272994" cy="172080"/>
          </a:xfrm>
        </p:grpSpPr>
        <p:grpSp>
          <p:nvGrpSpPr>
            <p:cNvPr id="150" name="Group 898">
              <a:extLst>
                <a:ext uri="{FF2B5EF4-FFF2-40B4-BE49-F238E27FC236}">
                  <a16:creationId xmlns:a16="http://schemas.microsoft.com/office/drawing/2014/main" id="{6AC15238-1B4E-43C9-EB5F-1F571A7AAE6A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52" name="Rectangle 88">
                <a:extLst>
                  <a:ext uri="{FF2B5EF4-FFF2-40B4-BE49-F238E27FC236}">
                    <a16:creationId xmlns:a16="http://schemas.microsoft.com/office/drawing/2014/main" id="{BCE9DB08-532B-21ED-6FC9-DCA274BD7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998ED63A-0E47-DF43-F13E-FEA7C8F1C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4" name="Isosceles Triangle 153">
                <a:extLst>
                  <a:ext uri="{FF2B5EF4-FFF2-40B4-BE49-F238E27FC236}">
                    <a16:creationId xmlns:a16="http://schemas.microsoft.com/office/drawing/2014/main" id="{C4232993-3738-1230-50ED-F1506D1C623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5" name="Oval 341">
                <a:extLst>
                  <a:ext uri="{FF2B5EF4-FFF2-40B4-BE49-F238E27FC236}">
                    <a16:creationId xmlns:a16="http://schemas.microsoft.com/office/drawing/2014/main" id="{8D642212-BF03-E9F1-B96C-AA934530D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51" name="Trapezoid 285">
              <a:extLst>
                <a:ext uri="{FF2B5EF4-FFF2-40B4-BE49-F238E27FC236}">
                  <a16:creationId xmlns:a16="http://schemas.microsoft.com/office/drawing/2014/main" id="{5DB3E681-D389-B597-B5EA-5383DEFA043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56" name="Group 254">
            <a:extLst>
              <a:ext uri="{FF2B5EF4-FFF2-40B4-BE49-F238E27FC236}">
                <a16:creationId xmlns:a16="http://schemas.microsoft.com/office/drawing/2014/main" id="{CD7C9F4F-B6F2-F49F-3352-68A2EE9F2E2D}"/>
              </a:ext>
            </a:extLst>
          </p:cNvPr>
          <p:cNvGrpSpPr>
            <a:grpSpLocks noChangeAspect="1"/>
          </p:cNvGrpSpPr>
          <p:nvPr/>
        </p:nvGrpSpPr>
        <p:grpSpPr>
          <a:xfrm>
            <a:off x="10956566" y="2893256"/>
            <a:ext cx="256616" cy="147672"/>
            <a:chOff x="8421872" y="1904968"/>
            <a:chExt cx="347879" cy="255571"/>
          </a:xfrm>
        </p:grpSpPr>
        <p:sp>
          <p:nvSpPr>
            <p:cNvPr id="157" name="Rectangle 60">
              <a:extLst>
                <a:ext uri="{FF2B5EF4-FFF2-40B4-BE49-F238E27FC236}">
                  <a16:creationId xmlns:a16="http://schemas.microsoft.com/office/drawing/2014/main" id="{B1159488-9199-699A-B734-7F12EBF84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158" name="Group 719">
              <a:extLst>
                <a:ext uri="{FF2B5EF4-FFF2-40B4-BE49-F238E27FC236}">
                  <a16:creationId xmlns:a16="http://schemas.microsoft.com/office/drawing/2014/main" id="{FF112FBE-C4ED-14C1-0082-FB607A961A54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0BBCC4E7-D1BD-3CC5-8BC1-66EB386A7F7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6C81872D-B475-E660-ABD6-2A355636F14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4064CCFF-3639-4CAA-D645-BA8D6824D91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2A6336AB-F607-7BD5-3C89-A6BD7D014EC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59" name="Trapezoid 301">
              <a:extLst>
                <a:ext uri="{FF2B5EF4-FFF2-40B4-BE49-F238E27FC236}">
                  <a16:creationId xmlns:a16="http://schemas.microsoft.com/office/drawing/2014/main" id="{2008D2F1-D429-9154-B9F7-43C484BBF183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9103013-14DC-F9C8-37E8-9CD2537272B3}"/>
              </a:ext>
            </a:extLst>
          </p:cNvPr>
          <p:cNvCxnSpPr>
            <a:cxnSpLocks/>
            <a:stCxn id="168" idx="2"/>
            <a:endCxn id="157" idx="0"/>
          </p:cNvCxnSpPr>
          <p:nvPr/>
        </p:nvCxnSpPr>
        <p:spPr>
          <a:xfrm>
            <a:off x="11084138" y="2656037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65" name="Rectangle 135">
            <a:extLst>
              <a:ext uri="{FF2B5EF4-FFF2-40B4-BE49-F238E27FC236}">
                <a16:creationId xmlns:a16="http://schemas.microsoft.com/office/drawing/2014/main" id="{3ED415C5-8009-7C70-562E-DA5DF9FA5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2877" y="2906659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y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DA91869-95BF-407E-BCC0-378DF8445B77}"/>
              </a:ext>
            </a:extLst>
          </p:cNvPr>
          <p:cNvGrpSpPr/>
          <p:nvPr/>
        </p:nvGrpSpPr>
        <p:grpSpPr>
          <a:xfrm>
            <a:off x="10930096" y="2506336"/>
            <a:ext cx="304284" cy="192585"/>
            <a:chOff x="980945" y="1888766"/>
            <a:chExt cx="271916" cy="172099"/>
          </a:xfrm>
        </p:grpSpPr>
        <p:grpSp>
          <p:nvGrpSpPr>
            <p:cNvPr id="167" name="Group 898">
              <a:extLst>
                <a:ext uri="{FF2B5EF4-FFF2-40B4-BE49-F238E27FC236}">
                  <a16:creationId xmlns:a16="http://schemas.microsoft.com/office/drawing/2014/main" id="{64D8B90C-0C70-C32E-2784-44B6D9F5A686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69" name="Rectangle 88">
                <a:extLst>
                  <a:ext uri="{FF2B5EF4-FFF2-40B4-BE49-F238E27FC236}">
                    <a16:creationId xmlns:a16="http://schemas.microsoft.com/office/drawing/2014/main" id="{A254F2A0-9937-E5D8-7E90-BABE5ABFFD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0" name="Isosceles Triangle 169">
                <a:extLst>
                  <a:ext uri="{FF2B5EF4-FFF2-40B4-BE49-F238E27FC236}">
                    <a16:creationId xmlns:a16="http://schemas.microsoft.com/office/drawing/2014/main" id="{33C75CE0-5D72-2C20-C0D7-23B6034534A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1" name="Oval 341">
                <a:extLst>
                  <a:ext uri="{FF2B5EF4-FFF2-40B4-BE49-F238E27FC236}">
                    <a16:creationId xmlns:a16="http://schemas.microsoft.com/office/drawing/2014/main" id="{EDBAA38B-B0FD-E4B6-3552-F59FA80DB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68" name="Trapezoid 320">
              <a:extLst>
                <a:ext uri="{FF2B5EF4-FFF2-40B4-BE49-F238E27FC236}">
                  <a16:creationId xmlns:a16="http://schemas.microsoft.com/office/drawing/2014/main" id="{1CDD24F4-357B-9207-2C0C-5558003685D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B173C6A9-9030-4018-E59C-BBCE87A0A97F}"/>
              </a:ext>
            </a:extLst>
          </p:cNvPr>
          <p:cNvCxnSpPr>
            <a:cxnSpLocks/>
            <a:stCxn id="175" idx="2"/>
            <a:endCxn id="169" idx="0"/>
          </p:cNvCxnSpPr>
          <p:nvPr/>
        </p:nvCxnSpPr>
        <p:spPr>
          <a:xfrm>
            <a:off x="11076451" y="2352334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74" name="Group 254">
            <a:extLst>
              <a:ext uri="{FF2B5EF4-FFF2-40B4-BE49-F238E27FC236}">
                <a16:creationId xmlns:a16="http://schemas.microsoft.com/office/drawing/2014/main" id="{D852B1E7-F3D1-C888-70D1-478157EAFB46}"/>
              </a:ext>
            </a:extLst>
          </p:cNvPr>
          <p:cNvGrpSpPr>
            <a:grpSpLocks noChangeAspect="1"/>
          </p:cNvGrpSpPr>
          <p:nvPr/>
        </p:nvGrpSpPr>
        <p:grpSpPr>
          <a:xfrm>
            <a:off x="10948142" y="2204661"/>
            <a:ext cx="256616" cy="147672"/>
            <a:chOff x="8421872" y="1904968"/>
            <a:chExt cx="347879" cy="255571"/>
          </a:xfrm>
        </p:grpSpPr>
        <p:sp>
          <p:nvSpPr>
            <p:cNvPr id="175" name="Rectangle 60">
              <a:extLst>
                <a:ext uri="{FF2B5EF4-FFF2-40B4-BE49-F238E27FC236}">
                  <a16:creationId xmlns:a16="http://schemas.microsoft.com/office/drawing/2014/main" id="{3B635010-DBED-A579-9557-A334D6659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176" name="Group 719">
              <a:extLst>
                <a:ext uri="{FF2B5EF4-FFF2-40B4-BE49-F238E27FC236}">
                  <a16:creationId xmlns:a16="http://schemas.microsoft.com/office/drawing/2014/main" id="{7A5A2D05-4BB9-8364-DB52-6563E3DEFC7F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4511C671-F71A-FE6B-D51B-014B5007774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70891058-26E2-5BCF-9DB4-DE5058011BB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C05E0984-F7E7-B716-5947-93A11B355EA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A68A6D02-0998-ADEF-7C5A-2B5A0E560CF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77" name="Trapezoid 396">
              <a:extLst>
                <a:ext uri="{FF2B5EF4-FFF2-40B4-BE49-F238E27FC236}">
                  <a16:creationId xmlns:a16="http://schemas.microsoft.com/office/drawing/2014/main" id="{00123D3F-4C8D-9579-99D7-0AE1E8C11F3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82" name="Rectangle 135">
            <a:extLst>
              <a:ext uri="{FF2B5EF4-FFF2-40B4-BE49-F238E27FC236}">
                <a16:creationId xmlns:a16="http://schemas.microsoft.com/office/drawing/2014/main" id="{C88246DC-DA01-6E02-E388-273FAD0C5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0945" y="2198272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x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64238DF2-B181-1185-5D87-A1E4C55F7F66}"/>
              </a:ext>
            </a:extLst>
          </p:cNvPr>
          <p:cNvCxnSpPr>
            <a:cxnSpLocks/>
            <a:stCxn id="185" idx="2"/>
          </p:cNvCxnSpPr>
          <p:nvPr/>
        </p:nvCxnSpPr>
        <p:spPr>
          <a:xfrm>
            <a:off x="11084138" y="1971942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84" name="Rectangle 88">
            <a:extLst>
              <a:ext uri="{FF2B5EF4-FFF2-40B4-BE49-F238E27FC236}">
                <a16:creationId xmlns:a16="http://schemas.microsoft.com/office/drawing/2014/main" id="{253D7A48-FFEE-CCAD-A8B1-1B4DAF632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0096" y="1879907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185" name="Trapezoid 320">
            <a:extLst>
              <a:ext uri="{FF2B5EF4-FFF2-40B4-BE49-F238E27FC236}">
                <a16:creationId xmlns:a16="http://schemas.microsoft.com/office/drawing/2014/main" id="{208A2BD0-82C4-F298-D7C2-00D43273E4DE}"/>
              </a:ext>
            </a:extLst>
          </p:cNvPr>
          <p:cNvSpPr/>
          <p:nvPr/>
        </p:nvSpPr>
        <p:spPr>
          <a:xfrm rot="10800000">
            <a:off x="10971620" y="1971942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6E700626-5CF6-0544-A30B-E1438FBBDD3C}"/>
              </a:ext>
            </a:extLst>
          </p:cNvPr>
          <p:cNvCxnSpPr>
            <a:cxnSpLocks/>
            <a:stCxn id="191" idx="0"/>
          </p:cNvCxnSpPr>
          <p:nvPr/>
        </p:nvCxnSpPr>
        <p:spPr>
          <a:xfrm>
            <a:off x="11973401" y="3426751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38ADDE0-6670-437A-5D38-3AC9CB2C8F38}"/>
              </a:ext>
            </a:extLst>
          </p:cNvPr>
          <p:cNvGrpSpPr/>
          <p:nvPr/>
        </p:nvGrpSpPr>
        <p:grpSpPr>
          <a:xfrm>
            <a:off x="11825009" y="3241250"/>
            <a:ext cx="294292" cy="185501"/>
            <a:chOff x="980948" y="1888785"/>
            <a:chExt cx="272994" cy="172080"/>
          </a:xfrm>
        </p:grpSpPr>
        <p:grpSp>
          <p:nvGrpSpPr>
            <p:cNvPr id="190" name="Group 898">
              <a:extLst>
                <a:ext uri="{FF2B5EF4-FFF2-40B4-BE49-F238E27FC236}">
                  <a16:creationId xmlns:a16="http://schemas.microsoft.com/office/drawing/2014/main" id="{13C1A734-415F-B1D4-8C10-CEE5A47A27C3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640" name="Rectangle 88">
                <a:extLst>
                  <a:ext uri="{FF2B5EF4-FFF2-40B4-BE49-F238E27FC236}">
                    <a16:creationId xmlns:a16="http://schemas.microsoft.com/office/drawing/2014/main" id="{EAEE7A15-D99D-7A9D-4607-93F59C272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B0CF3132-9983-1196-7A69-817ED2F70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43" name="Isosceles Triangle 642">
                <a:extLst>
                  <a:ext uri="{FF2B5EF4-FFF2-40B4-BE49-F238E27FC236}">
                    <a16:creationId xmlns:a16="http://schemas.microsoft.com/office/drawing/2014/main" id="{F44988FF-0F98-8D1F-6E7B-648855CDA1F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44" name="Oval 341">
                <a:extLst>
                  <a:ext uri="{FF2B5EF4-FFF2-40B4-BE49-F238E27FC236}">
                    <a16:creationId xmlns:a16="http://schemas.microsoft.com/office/drawing/2014/main" id="{2D02FF92-8A17-89B6-0A8D-7DDDBF64D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91" name="Trapezoid 285">
              <a:extLst>
                <a:ext uri="{FF2B5EF4-FFF2-40B4-BE49-F238E27FC236}">
                  <a16:creationId xmlns:a16="http://schemas.microsoft.com/office/drawing/2014/main" id="{36F9DDBD-FD0F-E6EC-7BB5-9D95315ABA9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221ECE19-F8A9-EE93-837B-26B1A4F54284}"/>
              </a:ext>
            </a:extLst>
          </p:cNvPr>
          <p:cNvCxnSpPr>
            <a:stCxn id="640" idx="0"/>
          </p:cNvCxnSpPr>
          <p:nvPr/>
        </p:nvCxnSpPr>
        <p:spPr>
          <a:xfrm flipH="1" flipV="1">
            <a:off x="11022472" y="3040929"/>
            <a:ext cx="949103" cy="20032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D32E04AB-302F-DD20-3CFD-FFEEA26AE69C}"/>
              </a:ext>
            </a:extLst>
          </p:cNvPr>
          <p:cNvCxnSpPr>
            <a:cxnSpLocks/>
            <a:stCxn id="648" idx="2"/>
            <a:endCxn id="175" idx="0"/>
          </p:cNvCxnSpPr>
          <p:nvPr/>
        </p:nvCxnSpPr>
        <p:spPr>
          <a:xfrm flipH="1">
            <a:off x="11076450" y="1971942"/>
            <a:ext cx="492951" cy="23271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47" name="Rectangle 88">
            <a:extLst>
              <a:ext uri="{FF2B5EF4-FFF2-40B4-BE49-F238E27FC236}">
                <a16:creationId xmlns:a16="http://schemas.microsoft.com/office/drawing/2014/main" id="{A5681296-E7CC-9AA5-15AA-22BFE7FD0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5359" y="1879907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648" name="Trapezoid 320">
            <a:extLst>
              <a:ext uri="{FF2B5EF4-FFF2-40B4-BE49-F238E27FC236}">
                <a16:creationId xmlns:a16="http://schemas.microsoft.com/office/drawing/2014/main" id="{2D7AC0C5-DE3B-F6FB-03BC-848ECAB10DF3}"/>
              </a:ext>
            </a:extLst>
          </p:cNvPr>
          <p:cNvSpPr/>
          <p:nvPr/>
        </p:nvSpPr>
        <p:spPr>
          <a:xfrm rot="10800000">
            <a:off x="11456883" y="1971942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651" name="TextBox 650">
            <a:extLst>
              <a:ext uri="{FF2B5EF4-FFF2-40B4-BE49-F238E27FC236}">
                <a16:creationId xmlns:a16="http://schemas.microsoft.com/office/drawing/2014/main" id="{F977FCA5-E55B-C5E7-AED9-421D7F11BF84}"/>
              </a:ext>
            </a:extLst>
          </p:cNvPr>
          <p:cNvSpPr txBox="1"/>
          <p:nvPr/>
        </p:nvSpPr>
        <p:spPr>
          <a:xfrm>
            <a:off x="7085012" y="1363387"/>
            <a:ext cx="3491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Should be single signal as lanes not visible to peer </a:t>
            </a:r>
            <a:r>
              <a:rPr lang="en-GB" sz="12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</a:p>
          <a:p>
            <a:r>
              <a:rPr lang="en-GB" sz="1200" dirty="0">
                <a:solidFill>
                  <a:srgbClr val="FF0000"/>
                </a:solidFill>
                <a:sym typeface="Wingdings" panose="05000000000000000000" pitchFamily="2" charset="2"/>
              </a:rPr>
              <a:t>But if multiple clients, this would be visible and may under some cases be 1:1 with the lanes…. This is NOT </a:t>
            </a:r>
            <a:r>
              <a:rPr lang="en-GB" sz="1200">
                <a:solidFill>
                  <a:srgbClr val="FF0000"/>
                </a:solidFill>
                <a:sym typeface="Wingdings" panose="05000000000000000000" pitchFamily="2" charset="2"/>
              </a:rPr>
              <a:t>a representation of the lanes.</a:t>
            </a: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06C98BE7-A73E-77ED-0D33-B7DC4AC9AB40}"/>
              </a:ext>
            </a:extLst>
          </p:cNvPr>
          <p:cNvSpPr txBox="1"/>
          <p:nvPr/>
        </p:nvSpPr>
        <p:spPr>
          <a:xfrm>
            <a:off x="10896163" y="1437996"/>
            <a:ext cx="103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 this</a:t>
            </a:r>
          </a:p>
        </p:txBody>
      </p:sp>
      <p:sp>
        <p:nvSpPr>
          <p:cNvPr id="145" name="Rectangle 135">
            <a:extLst>
              <a:ext uri="{FF2B5EF4-FFF2-40B4-BE49-F238E27FC236}">
                <a16:creationId xmlns:a16="http://schemas.microsoft.com/office/drawing/2014/main" id="{57B0493A-D9AD-EAD9-E0FD-2F13F1199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2A45F96F-FFB7-682A-2366-56B3F9148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5" name="Rectangle 135">
            <a:extLst>
              <a:ext uri="{FF2B5EF4-FFF2-40B4-BE49-F238E27FC236}">
                <a16:creationId xmlns:a16="http://schemas.microsoft.com/office/drawing/2014/main" id="{D5A50A6D-3A4E-2712-DE5E-7DA560F0E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853" y="3914699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70C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Internal detail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2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1527A-999D-A31D-4EF4-A9E59FDD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25A1-E682-DDF0-52A5-144E055A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model for plug lanes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030DB-3154-630C-004F-4C2D612C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plug – host interface appears equivalent to backplane and hence would normally not be modelled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internal physical structure is abstracted away using principles developed by ITU-T in the 1980s 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BUT a plug from one vendor is placed a device from another.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There is therefore an inter-vendor interconnect that may need to be policed and hence visible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Properties such as FEC may need to be monitored or minimally accessed if there is an issue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lane interface is configurable but configuration can be conveyed via profiles to plug and router so detail do not need to be visible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profile could be set per plug instance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plug interface is split between router and plug (obviously). The router is visible via IETF interface and the Plug via TAPI. The split of standards makes modelling more complex. 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TAPI model would follow normal TAPI principles and hence be systematic with other modelling.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IETF models do not have such consistent principles, but TEAS etc. could be used to help pattern formation (or a TAPI-like model could be created in IETF)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Visibility could be achieved via CLI, but that would require complex node access. 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Suggest either no visibility or visibility via NBI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00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ED24FE-C913-DAB4-653F-E8E0D3B3F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Background and partially obsolete material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54CB442-81BD-0181-E466-5844C0B34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687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7D88-8BB7-15C1-576A-B358763F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3082DD0E-E7F0-F965-762E-9EE396ED44F2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FC4345C-5475-93A0-3D61-5944BBF85DE0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D8F44A17-406B-E4D9-2BD1-801F887DE6C2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8BB4B-38A0-CE26-3F05-3B4F0DDEED07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6230C83-51EC-F7DA-C62F-4117C0E9B8A0}"/>
              </a:ext>
            </a:extLst>
          </p:cNvPr>
          <p:cNvSpPr/>
          <p:nvPr/>
        </p:nvSpPr>
        <p:spPr>
          <a:xfrm flipV="1">
            <a:off x="3003093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30A0586E-6531-E896-2A6F-0DC15E9B5191}"/>
              </a:ext>
            </a:extLst>
          </p:cNvPr>
          <p:cNvSpPr/>
          <p:nvPr/>
        </p:nvSpPr>
        <p:spPr>
          <a:xfrm>
            <a:off x="3107747" y="1382261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B71A1-3262-D113-9A8C-AA3474B6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A46B540-1E70-1A59-0B8F-83BD2F4E81C3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FFB81A08-745C-515A-A8DF-A6E72F0159CA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1391BB58-C39D-ADF3-331B-2C0A9E7FD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9B87F761-04E7-325F-F6FC-C8CEAE577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AAC56C4F-4AFB-0395-BA89-9A39DEEEFF9A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F69A5357-64F0-F64F-4F52-B0F5930115FF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654731EE-47C0-5A58-D3C7-3B482AABA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28EE100F-D9C2-978E-0569-9A24E6BFE9D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2AF03E8D-C2B8-7C94-1222-955332DEF8B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672D49E7-4D5F-EB62-67F7-F02E5ACA2BC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6A9BBFE-8515-CE90-6DB2-3D4D9587F2B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FB0D5DC1-C550-D06E-77FB-AA8CAE1C83D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D27CB58C-DFD7-E366-74C1-840FBDC40F4F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245BAF7-4CAA-C6DE-7C5F-C41E5CF74311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B33973BB-FF59-3EC9-406D-6B1E7F6B7DAC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857D6ACD-1E5A-A1BC-B55E-F76074CE7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A40AB0E5-15BF-1F4A-B401-A42467531CB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16EE8E76-79F1-1046-5530-761FF84D2E7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0B5B178F-03DA-CF7C-AE2E-B5176693355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A6B2DD10-4328-4A54-FFC0-21CD241CDD3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ABE609EB-1828-1752-EBF0-E35E6B483B5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02F3A333-7F35-7645-D0B7-222F6A01A180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DB822EF7-94C7-9EC1-1AA9-3A58DA1C55F6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F0C4C0F4-B27D-C8BB-CEBE-CE4836A803AB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433E9F5-58FB-7DCF-06C0-599944040F16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08144763-8512-40C5-E891-6D9A3B03653F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BED8BDF6-DC65-306F-7BB5-3A65827EA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305DDC98-8BE2-8042-845A-1BC74263D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1DFCAD49-93DD-967C-CCB3-5199DAE42B2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E05B090C-D96D-BD0D-81A4-98E6536E0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B6043BF6-27F0-A35E-EE77-7E3D087D5E4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BEAA969A-D0F0-8E06-7F48-0D4799A669CB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9B28DDA5-7522-8547-30E9-F2E17C328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6A6E0C16-8BAF-BD51-8DCF-27675B2CAEB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6F771B3F-A121-305C-E60F-24C322C46A0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ED72F324-8834-1153-8435-A9B537F4A55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0860AB6C-436A-7502-6C6B-13341C69416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8CFCA68D-D356-1B39-CC2E-AC956D47AB3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B74EA3CF-4ED3-CF14-97B9-723D199359DE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B0257AD5-96D3-7B56-D59D-3EA6D226E3FB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108869E1-039B-B4AF-9671-791C13E60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918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CD13128-27BA-D9E1-5187-68F123AC8FD8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92DFA866-11CD-0EE8-67DD-758B80DD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B53AAA6D-8958-8CDF-59B7-7A8D1FA82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C1839CDB-AD33-23C3-9DA2-141D8588DB28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C8DAF058-1CF4-3806-1FC6-A8C047D859A0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772B0CCE-5BD3-1442-3A27-1DEBB641AA2C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6281DF06-CE22-38FB-4839-54C64BA2C3CF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DEDCB50E-7289-6218-9A8A-63C711167B4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00D1A038-D386-29A9-F370-154EBD40C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2F6AE94A-F930-F19B-E416-0FDFDE7F409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8C53C27D-6913-2449-71F1-FC6226114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6F6C54A7-32F8-9C7C-830A-B76711FC303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B0F214B5-BD0F-BD02-84D0-AFA16BE23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852" y="3218355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45F37870-7C4D-50AB-EBF3-B7A898B151D0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A0803090-DD7D-E3D3-AC22-A1E7C6C47AA1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80796543-CA15-11E3-914E-DB9DD007A469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6D39480D-A2FE-2A5C-7235-676F81F73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97C52972-3F0E-C357-FAB5-977B6297B932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30AD46CB-5910-A102-CA59-186BFBF84F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5197D928-BAC2-5381-EF65-6FF62F7C363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CD791D54-D73B-920D-4EF8-69CD0774ACE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35CC9EAF-A7DE-7187-9C1C-00953DCCED5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6BEA50F3-29B0-4FF6-4724-0429D80DCBDB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404" name="Rectangle 135">
            <a:extLst>
              <a:ext uri="{FF2B5EF4-FFF2-40B4-BE49-F238E27FC236}">
                <a16:creationId xmlns:a16="http://schemas.microsoft.com/office/drawing/2014/main" id="{9B2B28A0-F708-57B9-85CB-CBAE71B57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82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DC491E7D-CD9D-F2CF-4C95-740DF3CF8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7" name="Rectangle 135">
            <a:extLst>
              <a:ext uri="{FF2B5EF4-FFF2-40B4-BE49-F238E27FC236}">
                <a16:creationId xmlns:a16="http://schemas.microsoft.com/office/drawing/2014/main" id="{DE08CDE8-9F65-37D5-F479-058D36A2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252" y="391669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BB2BF9-CF30-A9C7-3C13-4810A2042DE7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9FEEE950-175A-F0C9-0A5B-01155AAA7DF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EC4925D0-5B75-ACF6-5CFC-3DFCAA3EC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F2EEE1F2-6F50-96F2-2E0C-2238B1F959E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B14D159E-5920-437B-6FCC-A1FE3B8C1F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083A0BED-6B2A-5396-DE72-4892E78DFD9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CFDCAD-D723-1FC9-2F34-6EB5BF232EBC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E00A8A6A-1EEB-2BCE-80F0-AAFE50E57787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7BDC958D-1656-2BD3-11E4-F4C4A02BE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A837A2E0-5AFC-1E04-491C-30E876B8511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62AF9A21-5EFA-5861-E53C-E8A9FE412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EEA53153-C608-CF6A-BCFB-2DF6553E81B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2F1B8F-8B5D-1EB4-30BF-72BA300CAA53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4A6B1E1D-FB16-B092-067F-87FCB54CA4F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368252C8-F89B-8BA1-9DD7-C03C065E3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B53DD4B9-DC93-DD4C-3FA3-F629A275859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18116C7E-55AB-3968-7EE1-3E8983F6D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23004503-C388-6556-749E-BD435C97854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673FC0-44CE-4279-A8E2-7877E81437A0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45A14529-9DCC-B86B-D765-F46DAFF43DFA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8A2CD81E-89C5-30A1-3570-6429F1B66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ACC5A18B-DC78-BE4B-5266-DE852ADA312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35130DA5-3BE1-AF44-E1FE-F84E952F5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22BABBA4-569B-DA89-8489-F105A5C799A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524577-9886-CE60-2787-71D5AC337AAC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DE01A0D9-D649-F495-3EB7-1D2028CDD27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990813AC-5824-5325-1FBF-D77AF1DB7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861CC651-C12D-369A-3696-7287DB6868D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D523D0B1-7E9E-3FDC-B06B-B74EE7080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11142183-94E5-368C-7CC3-BA2CBDAB14B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18FE0B-E945-EE5C-A634-A1FCC26FFB56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73F9E2C5-F4D0-7734-7205-F9DEACEDCA2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FB06861F-1662-4436-B249-27FA3FDF9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D05DE75A-08E4-2319-9998-3F4903174C3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4EF1CF1C-56FC-A05B-0DE8-94552695DF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A705D05A-0FB5-7017-5403-76908BFA3C5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7D9ECD0-396C-4CF6-B441-CFF58E20E97E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0B7EB7C9-24F9-2A06-F539-4A64E84AEED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2D2D3F4B-63AD-0FA4-E728-A65D9F218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ACB756AE-B7AE-FBD2-A46D-F54A53E781D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94D5C6FD-7FFF-DEE4-517C-9DE27EF3B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CC1763D4-80E4-EA07-DD5B-EBAAC4DFB56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23D0DD-157A-FFD2-D8B1-3382512B347D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3A737A91-F46F-7BA8-3B32-EA7205E20C3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F195ACE4-18A6-5511-A747-D179E7204E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57401F55-B4D9-9425-351A-596A8FE5522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2CD47459-FE77-4467-2035-56C3A047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BCB74489-DC07-329B-A6E0-D1EE379C229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88AA50D-0543-50FC-EAB8-D52212B2684A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A4EAC45B-F198-7FA1-4C2A-57E73A5141D2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729AA911-D42A-D044-58CD-52473F7B0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3F660E5C-D328-8A74-A9C4-9CA5E87F27B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A41E168-43AB-5746-4DE5-BE65E92B555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1A80BDF-0545-50B8-A963-368BE81223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9F7588C-2281-ADB6-CA4B-85ED82BF7DA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CBD281BB-4851-9E15-69CA-39C5493241D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2D3B8D79-F66F-8288-6A97-C01CB5E33FC7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8530F07-B32C-4FB0-92E6-4855D68467DB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C4A2D8AF-A55D-5AEF-E1FC-F6B6D1C8A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CBD5CCE-7266-6DC6-A610-7C7B2FA8B8FD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CAEBEF94-0A00-3C9C-627C-D4891F952EF2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10839F90-2CF5-58FF-51E7-76830C41A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0932065F-5718-45F7-FB50-06D92E19780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0CBAF132-928B-02B2-E22F-A87D88247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149B4E28-961E-B151-8A0E-F8F5774D842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FC0DD99-3122-5180-1198-0036F5602C2D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367BDC48-0C7F-025A-2F18-3A518529437D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89E179BC-A451-59D2-D369-13D719CD2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0A07B173-8C12-E26C-CF05-3123DC19518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CB86194-2982-6346-426E-03AC1813F61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9DEB90B-56D4-CD83-11C5-0DA9E8AED5E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20F43A64-A3DC-EB8B-2E20-7C88CEC48B1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C9B7D3F4-0901-540F-8CE0-2D386690E95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9A106115-9FEC-8F67-C64F-AD42E5C115B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C29D5397-9434-A992-55CA-AA996A80B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C4E04ED-DE84-BCCC-EBF8-EA91A40928D2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4F3E417C-0D28-6770-92D6-270C9A2DD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0C47B7BA-DC18-59B9-38E5-F24689202DE7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9461DC7-0A6C-D1E3-4341-B4C97F6A109A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34FDCB31-BDA0-D572-D9CD-8F2E99840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C246EDCF-D1DA-FD20-E3C1-0CC80ABD21BF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58B9917-CEE7-0452-96A5-996B8380D56D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FAD45C3-07AA-B04A-54D1-C7E124575642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0F9035E-B635-CFCC-20EA-D693C4982E67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3567F95-564B-5903-ACC5-C3A22B9974B4}"/>
              </a:ext>
            </a:extLst>
          </p:cNvPr>
          <p:cNvGrpSpPr/>
          <p:nvPr/>
        </p:nvGrpSpPr>
        <p:grpSpPr>
          <a:xfrm>
            <a:off x="3121358" y="4039596"/>
            <a:ext cx="211053" cy="133563"/>
            <a:chOff x="980943" y="1888785"/>
            <a:chExt cx="271916" cy="172080"/>
          </a:xfrm>
        </p:grpSpPr>
        <p:grpSp>
          <p:nvGrpSpPr>
            <p:cNvPr id="104" name="Group 898">
              <a:extLst>
                <a:ext uri="{FF2B5EF4-FFF2-40B4-BE49-F238E27FC236}">
                  <a16:creationId xmlns:a16="http://schemas.microsoft.com/office/drawing/2014/main" id="{55474F96-CD69-749D-BBCB-4AD4062CA744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06" name="Rectangle 88">
                <a:extLst>
                  <a:ext uri="{FF2B5EF4-FFF2-40B4-BE49-F238E27FC236}">
                    <a16:creationId xmlns:a16="http://schemas.microsoft.com/office/drawing/2014/main" id="{056C76CC-2B2C-2908-E312-05E271C72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ED10A989-6192-0D93-AF81-051B3D0CF9D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8" name="Oval 341">
                <a:extLst>
                  <a:ext uri="{FF2B5EF4-FFF2-40B4-BE49-F238E27FC236}">
                    <a16:creationId xmlns:a16="http://schemas.microsoft.com/office/drawing/2014/main" id="{FCABC109-2F29-ED39-2F7F-65FE61B04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5" name="Trapezoid 118">
              <a:extLst>
                <a:ext uri="{FF2B5EF4-FFF2-40B4-BE49-F238E27FC236}">
                  <a16:creationId xmlns:a16="http://schemas.microsoft.com/office/drawing/2014/main" id="{5F139386-0685-06F6-FF76-C8D511A496C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B84781E-4297-99A8-A016-F43E9A8294E2}"/>
              </a:ext>
            </a:extLst>
          </p:cNvPr>
          <p:cNvGrpSpPr/>
          <p:nvPr/>
        </p:nvGrpSpPr>
        <p:grpSpPr>
          <a:xfrm>
            <a:off x="3244065" y="4070799"/>
            <a:ext cx="211053" cy="133563"/>
            <a:chOff x="980943" y="1888785"/>
            <a:chExt cx="271916" cy="172080"/>
          </a:xfrm>
        </p:grpSpPr>
        <p:grpSp>
          <p:nvGrpSpPr>
            <p:cNvPr id="110" name="Group 898">
              <a:extLst>
                <a:ext uri="{FF2B5EF4-FFF2-40B4-BE49-F238E27FC236}">
                  <a16:creationId xmlns:a16="http://schemas.microsoft.com/office/drawing/2014/main" id="{351736B9-961B-ED80-9A05-C0ED47A7627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12" name="Rectangle 88">
                <a:extLst>
                  <a:ext uri="{FF2B5EF4-FFF2-40B4-BE49-F238E27FC236}">
                    <a16:creationId xmlns:a16="http://schemas.microsoft.com/office/drawing/2014/main" id="{DB38DC3D-ED45-77C8-2530-ADD4B297B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AD781DDC-6026-129A-F19D-B0E5B7842B4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4" name="Oval 341">
                <a:extLst>
                  <a:ext uri="{FF2B5EF4-FFF2-40B4-BE49-F238E27FC236}">
                    <a16:creationId xmlns:a16="http://schemas.microsoft.com/office/drawing/2014/main" id="{D88735CC-38CA-A08E-2125-42CAA03EE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1" name="Trapezoid 124">
              <a:extLst>
                <a:ext uri="{FF2B5EF4-FFF2-40B4-BE49-F238E27FC236}">
                  <a16:creationId xmlns:a16="http://schemas.microsoft.com/office/drawing/2014/main" id="{315059A4-BF5D-E11E-628F-61059B232C0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E44EF77-1564-FE22-F890-C5D72DC185DD}"/>
              </a:ext>
            </a:extLst>
          </p:cNvPr>
          <p:cNvGrpSpPr/>
          <p:nvPr/>
        </p:nvGrpSpPr>
        <p:grpSpPr>
          <a:xfrm>
            <a:off x="3375270" y="4102951"/>
            <a:ext cx="211053" cy="133563"/>
            <a:chOff x="980943" y="1888785"/>
            <a:chExt cx="271916" cy="172080"/>
          </a:xfrm>
        </p:grpSpPr>
        <p:grpSp>
          <p:nvGrpSpPr>
            <p:cNvPr id="127" name="Group 898">
              <a:extLst>
                <a:ext uri="{FF2B5EF4-FFF2-40B4-BE49-F238E27FC236}">
                  <a16:creationId xmlns:a16="http://schemas.microsoft.com/office/drawing/2014/main" id="{E6A1DED3-FFE9-2846-DF29-C57D635FB4C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77" name="Rectangle 88">
                <a:extLst>
                  <a:ext uri="{FF2B5EF4-FFF2-40B4-BE49-F238E27FC236}">
                    <a16:creationId xmlns:a16="http://schemas.microsoft.com/office/drawing/2014/main" id="{CF259A6A-CF59-2E71-38A1-0C538A5EA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8" name="Isosceles Triangle 577">
                <a:extLst>
                  <a:ext uri="{FF2B5EF4-FFF2-40B4-BE49-F238E27FC236}">
                    <a16:creationId xmlns:a16="http://schemas.microsoft.com/office/drawing/2014/main" id="{43A07325-AFB7-D387-0634-3AD0826F33F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9" name="Oval 341">
                <a:extLst>
                  <a:ext uri="{FF2B5EF4-FFF2-40B4-BE49-F238E27FC236}">
                    <a16:creationId xmlns:a16="http://schemas.microsoft.com/office/drawing/2014/main" id="{27AAEF15-2BE2-20DC-02A9-AF53069DD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76" name="Trapezoid 135">
              <a:extLst>
                <a:ext uri="{FF2B5EF4-FFF2-40B4-BE49-F238E27FC236}">
                  <a16:creationId xmlns:a16="http://schemas.microsoft.com/office/drawing/2014/main" id="{3530F794-55F1-DFB3-7604-6DFB3CA0858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DA733D42-1891-5AA6-B60E-F119B0697961}"/>
              </a:ext>
            </a:extLst>
          </p:cNvPr>
          <p:cNvGrpSpPr/>
          <p:nvPr/>
        </p:nvGrpSpPr>
        <p:grpSpPr>
          <a:xfrm>
            <a:off x="3504326" y="4137327"/>
            <a:ext cx="211053" cy="133563"/>
            <a:chOff x="980943" y="1888785"/>
            <a:chExt cx="271916" cy="172080"/>
          </a:xfrm>
        </p:grpSpPr>
        <p:grpSp>
          <p:nvGrpSpPr>
            <p:cNvPr id="581" name="Group 898">
              <a:extLst>
                <a:ext uri="{FF2B5EF4-FFF2-40B4-BE49-F238E27FC236}">
                  <a16:creationId xmlns:a16="http://schemas.microsoft.com/office/drawing/2014/main" id="{D75638C3-10B2-DF2F-7D7B-B17C54E4E6D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3" name="Rectangle 88">
                <a:extLst>
                  <a:ext uri="{FF2B5EF4-FFF2-40B4-BE49-F238E27FC236}">
                    <a16:creationId xmlns:a16="http://schemas.microsoft.com/office/drawing/2014/main" id="{CF879833-E161-D16C-CBF5-FC4764E1C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4" name="Isosceles Triangle 583">
                <a:extLst>
                  <a:ext uri="{FF2B5EF4-FFF2-40B4-BE49-F238E27FC236}">
                    <a16:creationId xmlns:a16="http://schemas.microsoft.com/office/drawing/2014/main" id="{520DFD76-6FC2-7476-7506-BAF2C10F077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5" name="Oval 341">
                <a:extLst>
                  <a:ext uri="{FF2B5EF4-FFF2-40B4-BE49-F238E27FC236}">
                    <a16:creationId xmlns:a16="http://schemas.microsoft.com/office/drawing/2014/main" id="{FF3F390F-A4C3-D2E5-0E75-721845100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2" name="Trapezoid 141">
              <a:extLst>
                <a:ext uri="{FF2B5EF4-FFF2-40B4-BE49-F238E27FC236}">
                  <a16:creationId xmlns:a16="http://schemas.microsoft.com/office/drawing/2014/main" id="{AAA3B0CC-65D9-E770-6A84-A7BDF76F506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84D64F64-747E-B1CC-3346-77726AD41151}"/>
              </a:ext>
            </a:extLst>
          </p:cNvPr>
          <p:cNvGrpSpPr/>
          <p:nvPr/>
        </p:nvGrpSpPr>
        <p:grpSpPr>
          <a:xfrm>
            <a:off x="3630055" y="4170858"/>
            <a:ext cx="211053" cy="133563"/>
            <a:chOff x="980943" y="1888785"/>
            <a:chExt cx="271916" cy="172080"/>
          </a:xfrm>
        </p:grpSpPr>
        <p:grpSp>
          <p:nvGrpSpPr>
            <p:cNvPr id="587" name="Group 898">
              <a:extLst>
                <a:ext uri="{FF2B5EF4-FFF2-40B4-BE49-F238E27FC236}">
                  <a16:creationId xmlns:a16="http://schemas.microsoft.com/office/drawing/2014/main" id="{8B913C73-B90C-207B-BA59-426C963BEF21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9" name="Rectangle 88">
                <a:extLst>
                  <a:ext uri="{FF2B5EF4-FFF2-40B4-BE49-F238E27FC236}">
                    <a16:creationId xmlns:a16="http://schemas.microsoft.com/office/drawing/2014/main" id="{D0F64C71-9A1C-2509-29A2-A79DB781C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0" name="Isosceles Triangle 589">
                <a:extLst>
                  <a:ext uri="{FF2B5EF4-FFF2-40B4-BE49-F238E27FC236}">
                    <a16:creationId xmlns:a16="http://schemas.microsoft.com/office/drawing/2014/main" id="{E3BEA6A8-2DAE-5B44-A75B-745012E49EE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1" name="Oval 341">
                <a:extLst>
                  <a:ext uri="{FF2B5EF4-FFF2-40B4-BE49-F238E27FC236}">
                    <a16:creationId xmlns:a16="http://schemas.microsoft.com/office/drawing/2014/main" id="{9A1A57F2-5306-62BE-5C1A-D9550B236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8" name="Trapezoid 149">
              <a:extLst>
                <a:ext uri="{FF2B5EF4-FFF2-40B4-BE49-F238E27FC236}">
                  <a16:creationId xmlns:a16="http://schemas.microsoft.com/office/drawing/2014/main" id="{F39EEA3B-41B6-DCE6-0AF4-5539DB4FDAC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57FFE931-9954-3993-894B-947FD42C6109}"/>
              </a:ext>
            </a:extLst>
          </p:cNvPr>
          <p:cNvGrpSpPr/>
          <p:nvPr/>
        </p:nvGrpSpPr>
        <p:grpSpPr>
          <a:xfrm>
            <a:off x="3752762" y="4202060"/>
            <a:ext cx="211053" cy="133563"/>
            <a:chOff x="980943" y="1888785"/>
            <a:chExt cx="271916" cy="172080"/>
          </a:xfrm>
        </p:grpSpPr>
        <p:grpSp>
          <p:nvGrpSpPr>
            <p:cNvPr id="593" name="Group 898">
              <a:extLst>
                <a:ext uri="{FF2B5EF4-FFF2-40B4-BE49-F238E27FC236}">
                  <a16:creationId xmlns:a16="http://schemas.microsoft.com/office/drawing/2014/main" id="{0862D021-7668-ECE3-A989-DD99859C15D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95" name="Rectangle 88">
                <a:extLst>
                  <a:ext uri="{FF2B5EF4-FFF2-40B4-BE49-F238E27FC236}">
                    <a16:creationId xmlns:a16="http://schemas.microsoft.com/office/drawing/2014/main" id="{9F5B7621-D93E-3D28-D471-563D4D0E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6" name="Isosceles Triangle 595">
                <a:extLst>
                  <a:ext uri="{FF2B5EF4-FFF2-40B4-BE49-F238E27FC236}">
                    <a16:creationId xmlns:a16="http://schemas.microsoft.com/office/drawing/2014/main" id="{7E5010A7-AF20-6274-1F10-643808D636E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7" name="Oval 341">
                <a:extLst>
                  <a:ext uri="{FF2B5EF4-FFF2-40B4-BE49-F238E27FC236}">
                    <a16:creationId xmlns:a16="http://schemas.microsoft.com/office/drawing/2014/main" id="{9B4DCB6A-D8A7-277A-0331-F34EC39CE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94" name="Trapezoid 157">
              <a:extLst>
                <a:ext uri="{FF2B5EF4-FFF2-40B4-BE49-F238E27FC236}">
                  <a16:creationId xmlns:a16="http://schemas.microsoft.com/office/drawing/2014/main" id="{2BC48815-42DB-5835-550F-A0E8F2F4C10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9754AAF2-7D85-47A8-BCB7-8C1A550E173A}"/>
              </a:ext>
            </a:extLst>
          </p:cNvPr>
          <p:cNvGrpSpPr/>
          <p:nvPr/>
        </p:nvGrpSpPr>
        <p:grpSpPr>
          <a:xfrm>
            <a:off x="3883967" y="4234212"/>
            <a:ext cx="211053" cy="133563"/>
            <a:chOff x="980943" y="1888785"/>
            <a:chExt cx="271916" cy="172080"/>
          </a:xfrm>
        </p:grpSpPr>
        <p:grpSp>
          <p:nvGrpSpPr>
            <p:cNvPr id="599" name="Group 898">
              <a:extLst>
                <a:ext uri="{FF2B5EF4-FFF2-40B4-BE49-F238E27FC236}">
                  <a16:creationId xmlns:a16="http://schemas.microsoft.com/office/drawing/2014/main" id="{ACCA8EDA-F1BF-AF0C-652A-4B5833D535E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1" name="Rectangle 88">
                <a:extLst>
                  <a:ext uri="{FF2B5EF4-FFF2-40B4-BE49-F238E27FC236}">
                    <a16:creationId xmlns:a16="http://schemas.microsoft.com/office/drawing/2014/main" id="{27415DFB-3505-E75C-AEEC-D08D257E1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2" name="Isosceles Triangle 601">
                <a:extLst>
                  <a:ext uri="{FF2B5EF4-FFF2-40B4-BE49-F238E27FC236}">
                    <a16:creationId xmlns:a16="http://schemas.microsoft.com/office/drawing/2014/main" id="{A2599481-7DFB-6FAD-8822-18599EE1AA0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3" name="Oval 341">
                <a:extLst>
                  <a:ext uri="{FF2B5EF4-FFF2-40B4-BE49-F238E27FC236}">
                    <a16:creationId xmlns:a16="http://schemas.microsoft.com/office/drawing/2014/main" id="{222EE210-C3E4-8218-E365-10B89782E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0" name="Trapezoid 164">
              <a:extLst>
                <a:ext uri="{FF2B5EF4-FFF2-40B4-BE49-F238E27FC236}">
                  <a16:creationId xmlns:a16="http://schemas.microsoft.com/office/drawing/2014/main" id="{CF27075F-C530-C8AF-A78E-08AB2E6604E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495482B5-7DDF-CDA2-DDAB-B7D5F14E58A5}"/>
              </a:ext>
            </a:extLst>
          </p:cNvPr>
          <p:cNvGrpSpPr/>
          <p:nvPr/>
        </p:nvGrpSpPr>
        <p:grpSpPr>
          <a:xfrm>
            <a:off x="4013023" y="4268588"/>
            <a:ext cx="211053" cy="133563"/>
            <a:chOff x="980943" y="1888785"/>
            <a:chExt cx="271916" cy="172080"/>
          </a:xfrm>
        </p:grpSpPr>
        <p:grpSp>
          <p:nvGrpSpPr>
            <p:cNvPr id="605" name="Group 898">
              <a:extLst>
                <a:ext uri="{FF2B5EF4-FFF2-40B4-BE49-F238E27FC236}">
                  <a16:creationId xmlns:a16="http://schemas.microsoft.com/office/drawing/2014/main" id="{BC5A073B-42FA-7F92-8696-DA54D71D8E5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7" name="Rectangle 88">
                <a:extLst>
                  <a:ext uri="{FF2B5EF4-FFF2-40B4-BE49-F238E27FC236}">
                    <a16:creationId xmlns:a16="http://schemas.microsoft.com/office/drawing/2014/main" id="{5E82B228-D25B-547D-5E9C-3B8E880C0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8" name="Isosceles Triangle 607">
                <a:extLst>
                  <a:ext uri="{FF2B5EF4-FFF2-40B4-BE49-F238E27FC236}">
                    <a16:creationId xmlns:a16="http://schemas.microsoft.com/office/drawing/2014/main" id="{14EA5982-AF9D-5673-5293-A145AF9E38D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9" name="Oval 341">
                <a:extLst>
                  <a:ext uri="{FF2B5EF4-FFF2-40B4-BE49-F238E27FC236}">
                    <a16:creationId xmlns:a16="http://schemas.microsoft.com/office/drawing/2014/main" id="{AE4EABB1-F951-1374-8816-823BC26B0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6" name="Trapezoid 175">
              <a:extLst>
                <a:ext uri="{FF2B5EF4-FFF2-40B4-BE49-F238E27FC236}">
                  <a16:creationId xmlns:a16="http://schemas.microsoft.com/office/drawing/2014/main" id="{E4125D65-B458-8F04-0C8D-9210F48A7AA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3354F5F3-0979-E3A4-A4F8-A7F2A4A63D57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3683016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11" name="Group 254">
            <a:extLst>
              <a:ext uri="{FF2B5EF4-FFF2-40B4-BE49-F238E27FC236}">
                <a16:creationId xmlns:a16="http://schemas.microsoft.com/office/drawing/2014/main" id="{C60DA312-45E7-F123-543D-83204E13AF3A}"/>
              </a:ext>
            </a:extLst>
          </p:cNvPr>
          <p:cNvGrpSpPr>
            <a:grpSpLocks noChangeAspect="1"/>
          </p:cNvGrpSpPr>
          <p:nvPr/>
        </p:nvGrpSpPr>
        <p:grpSpPr>
          <a:xfrm>
            <a:off x="3557935" y="3568488"/>
            <a:ext cx="256616" cy="147672"/>
            <a:chOff x="8421872" y="1904968"/>
            <a:chExt cx="347879" cy="255571"/>
          </a:xfrm>
        </p:grpSpPr>
        <p:sp>
          <p:nvSpPr>
            <p:cNvPr id="612" name="Rectangle 60">
              <a:extLst>
                <a:ext uri="{FF2B5EF4-FFF2-40B4-BE49-F238E27FC236}">
                  <a16:creationId xmlns:a16="http://schemas.microsoft.com/office/drawing/2014/main" id="{3B2965CD-27E6-630A-4814-7B2F17D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3" name="Group 719">
              <a:extLst>
                <a:ext uri="{FF2B5EF4-FFF2-40B4-BE49-F238E27FC236}">
                  <a16:creationId xmlns:a16="http://schemas.microsoft.com/office/drawing/2014/main" id="{DA4F5B13-B4A0-3D2D-846F-4326B0FC9F4F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145BED9E-B4C3-D878-2C01-62448D3E22F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E7858003-E16B-51DC-02DC-F213EE9732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4A8826A0-7D52-DB0E-9E2F-8C1A944A510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8" name="Straight Connector 617">
                <a:extLst>
                  <a:ext uri="{FF2B5EF4-FFF2-40B4-BE49-F238E27FC236}">
                    <a16:creationId xmlns:a16="http://schemas.microsoft.com/office/drawing/2014/main" id="{8766D439-6D3C-7C7D-E2A3-0272592CF52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14" name="Trapezoid 301">
              <a:extLst>
                <a:ext uri="{FF2B5EF4-FFF2-40B4-BE49-F238E27FC236}">
                  <a16:creationId xmlns:a16="http://schemas.microsoft.com/office/drawing/2014/main" id="{337E5DA8-CDFE-F4DB-C4D2-41FA08EDED1F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01CD361A-55A8-CB8A-846F-2283469F8406}"/>
              </a:ext>
            </a:extLst>
          </p:cNvPr>
          <p:cNvCxnSpPr>
            <a:cxnSpLocks/>
            <a:stCxn id="623" idx="2"/>
            <a:endCxn id="612" idx="0"/>
          </p:cNvCxnSpPr>
          <p:nvPr/>
        </p:nvCxnSpPr>
        <p:spPr>
          <a:xfrm>
            <a:off x="3685507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20" name="Rectangle 135">
            <a:extLst>
              <a:ext uri="{FF2B5EF4-FFF2-40B4-BE49-F238E27FC236}">
                <a16:creationId xmlns:a16="http://schemas.microsoft.com/office/drawing/2014/main" id="{7DC97906-198D-3D49-D737-7EB7418F5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46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6FC7C8EB-A20E-123A-ACC1-888E3AB05361}"/>
              </a:ext>
            </a:extLst>
          </p:cNvPr>
          <p:cNvGrpSpPr/>
          <p:nvPr/>
        </p:nvGrpSpPr>
        <p:grpSpPr>
          <a:xfrm>
            <a:off x="3531465" y="3181568"/>
            <a:ext cx="304284" cy="192585"/>
            <a:chOff x="980945" y="1888766"/>
            <a:chExt cx="271916" cy="172099"/>
          </a:xfrm>
        </p:grpSpPr>
        <p:grpSp>
          <p:nvGrpSpPr>
            <p:cNvPr id="622" name="Group 898">
              <a:extLst>
                <a:ext uri="{FF2B5EF4-FFF2-40B4-BE49-F238E27FC236}">
                  <a16:creationId xmlns:a16="http://schemas.microsoft.com/office/drawing/2014/main" id="{69C3EF5D-BEB2-5D81-81E5-5E146FEE7CF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24" name="Rectangle 88">
                <a:extLst>
                  <a:ext uri="{FF2B5EF4-FFF2-40B4-BE49-F238E27FC236}">
                    <a16:creationId xmlns:a16="http://schemas.microsoft.com/office/drawing/2014/main" id="{D9702F8C-8B96-A8CE-D93E-2802665D9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5" name="Isosceles Triangle 624">
                <a:extLst>
                  <a:ext uri="{FF2B5EF4-FFF2-40B4-BE49-F238E27FC236}">
                    <a16:creationId xmlns:a16="http://schemas.microsoft.com/office/drawing/2014/main" id="{C0941A09-B349-C799-2CCB-36C9D54DD33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6" name="Oval 341">
                <a:extLst>
                  <a:ext uri="{FF2B5EF4-FFF2-40B4-BE49-F238E27FC236}">
                    <a16:creationId xmlns:a16="http://schemas.microsoft.com/office/drawing/2014/main" id="{3838BE7B-C17A-FFD1-C043-0F59018859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23" name="Trapezoid 320">
              <a:extLst>
                <a:ext uri="{FF2B5EF4-FFF2-40B4-BE49-F238E27FC236}">
                  <a16:creationId xmlns:a16="http://schemas.microsoft.com/office/drawing/2014/main" id="{CE69C082-B1F0-9A1F-E8C2-702A2AC7A72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874CE956-9855-7343-690C-DBC489AD6953}"/>
              </a:ext>
            </a:extLst>
          </p:cNvPr>
          <p:cNvCxnSpPr>
            <a:cxnSpLocks/>
            <a:stCxn id="629" idx="2"/>
            <a:endCxn id="624" idx="0"/>
          </p:cNvCxnSpPr>
          <p:nvPr/>
        </p:nvCxnSpPr>
        <p:spPr>
          <a:xfrm>
            <a:off x="3677820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28" name="Group 254">
            <a:extLst>
              <a:ext uri="{FF2B5EF4-FFF2-40B4-BE49-F238E27FC236}">
                <a16:creationId xmlns:a16="http://schemas.microsoft.com/office/drawing/2014/main" id="{4F6E3DF4-CEE3-91F3-730A-A84C09C55D28}"/>
              </a:ext>
            </a:extLst>
          </p:cNvPr>
          <p:cNvGrpSpPr>
            <a:grpSpLocks noChangeAspect="1"/>
          </p:cNvGrpSpPr>
          <p:nvPr/>
        </p:nvGrpSpPr>
        <p:grpSpPr>
          <a:xfrm>
            <a:off x="3549511" y="2879893"/>
            <a:ext cx="256616" cy="147672"/>
            <a:chOff x="8421872" y="1904968"/>
            <a:chExt cx="347879" cy="255571"/>
          </a:xfrm>
        </p:grpSpPr>
        <p:sp>
          <p:nvSpPr>
            <p:cNvPr id="629" name="Rectangle 60">
              <a:extLst>
                <a:ext uri="{FF2B5EF4-FFF2-40B4-BE49-F238E27FC236}">
                  <a16:creationId xmlns:a16="http://schemas.microsoft.com/office/drawing/2014/main" id="{58EB876F-DC3E-BD0C-71AC-2EDBF451C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30" name="Group 719">
              <a:extLst>
                <a:ext uri="{FF2B5EF4-FFF2-40B4-BE49-F238E27FC236}">
                  <a16:creationId xmlns:a16="http://schemas.microsoft.com/office/drawing/2014/main" id="{8766A6CA-6498-CC97-6293-465355E5A3D3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BCDB1073-B81E-8EFD-B52B-C4A03F25E26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768AE1E3-F576-F7E3-A7B8-0BD5ED8D34B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DAF8627F-6945-262C-3DD7-EA4E9570A0B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589C65D8-885E-71F9-C37E-B6169C7238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31" name="Trapezoid 396">
              <a:extLst>
                <a:ext uri="{FF2B5EF4-FFF2-40B4-BE49-F238E27FC236}">
                  <a16:creationId xmlns:a16="http://schemas.microsoft.com/office/drawing/2014/main" id="{BD2B73AA-8490-8592-6103-B9727F97372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36" name="Rectangle 135">
            <a:extLst>
              <a:ext uri="{FF2B5EF4-FFF2-40B4-BE49-F238E27FC236}">
                <a16:creationId xmlns:a16="http://schemas.microsoft.com/office/drawing/2014/main" id="{D4530726-3D1D-8DC0-A1FC-DF0C31AF0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314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E2161D6-FB35-AA6A-6528-32E22D19DB16}"/>
              </a:ext>
            </a:extLst>
          </p:cNvPr>
          <p:cNvCxnSpPr>
            <a:stCxn id="102" idx="3"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A05A8B48-3CB0-0F1C-3CCB-271DC9C6C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E664FF72-ED07-9764-FD0B-A204A747C801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E6FADA60-A9BA-4E69-FA6D-AC13A0409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128060E0-3AAC-A8FF-796A-692889F97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66D381F3-1447-7EFD-D3EB-11496FBC3320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2FFDDB9F-F2D9-6FAA-D206-B83EC687A636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C86500C3-BA36-A2DA-CD77-65C6CD83E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031CC96F-395D-0725-3B7F-C4CBB5C04D3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DA2FE095-0676-ACC3-931C-EF7627A0012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7E942F-F928-5691-8F21-D3B735C0BB8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DA33FD0-1BD7-5440-8417-4692234054A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A2CA106-130C-63C5-C9B4-56FA08D86D2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0D3143A9-5013-8137-1A37-A5446193B83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61DAA94-FF18-0B23-CD47-4A91519A7715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045288BC-916A-6E3F-6D0D-8780B00C2BF1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61FB25E2-9D74-50EC-17EA-004EC7A9E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EFAC913E-0A89-ACA7-BF05-E1B33863C40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BD3E2789-7BBF-77CC-6BA7-2A2EB105D2E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CB11EA40-14F0-9A49-EAA8-9FCD8D0CA0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31015A95-47FA-C8CC-22B0-BA9E2613232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BE2FE20C-7C8F-76AD-5DE1-72CE3707248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172732AE-A0B2-EC8A-7A5E-F047579C743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4B71C45-B249-8034-3EEB-73583304CB29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F6CBCE8-5C75-056E-E39E-35B69D8240BA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0DB0B06-C9A7-7F7F-316D-55DA631E866D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86E5822F-9F81-4E06-C362-28642570F841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7BA9FDB7-EAA0-B1DF-465B-7369EB75C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6B728A35-1A4F-ABE5-5C2A-CFD60B519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2128F438-B74F-1F0B-2B42-4587EE9CA79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6D0E066B-436E-6615-8BE6-4D100EFA2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3FDB0E36-3EAA-672E-A842-31663195267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93E81C8-2EE5-4738-D4F7-85BF13D38C19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102E3ACF-CFA2-18C2-4E7A-4D0062CA9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0C5439F4-049F-6B40-DE11-9B61B0C25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982919E-376B-7DB3-158A-ED8FF4EF60EA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BDEB15A-A385-1125-1F53-5CEF21E46123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F38A62-17C1-DB6A-FC69-D60BEA9A2FAD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3B35185-C179-FF29-5E27-54AD74C6F8A0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113044C-BF5D-4AEC-3D8D-022B6B876411}"/>
              </a:ext>
            </a:extLst>
          </p:cNvPr>
          <p:cNvCxnSpPr>
            <a:cxnSpLocks/>
            <a:stCxn id="132" idx="0"/>
            <a:endCxn id="299" idx="2"/>
          </p:cNvCxnSpPr>
          <p:nvPr/>
        </p:nvCxnSpPr>
        <p:spPr>
          <a:xfrm flipH="1" flipV="1">
            <a:off x="8712331" y="3716160"/>
            <a:ext cx="886701" cy="20032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>
            <a:extLst>
              <a:ext uri="{FF2B5EF4-FFF2-40B4-BE49-F238E27FC236}">
                <a16:creationId xmlns:a16="http://schemas.microsoft.com/office/drawing/2014/main" id="{C735FED7-2656-E56E-0D02-85CFE9FCCBB4}"/>
              </a:ext>
            </a:extLst>
          </p:cNvPr>
          <p:cNvSpPr txBox="1"/>
          <p:nvPr/>
        </p:nvSpPr>
        <p:spPr>
          <a:xfrm>
            <a:off x="4939587" y="5934234"/>
            <a:ext cx="3491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Standard TAPI modelling… </a:t>
            </a:r>
          </a:p>
          <a:p>
            <a:r>
              <a:rPr lang="en-GB" sz="1200" dirty="0">
                <a:solidFill>
                  <a:srgbClr val="FF0000"/>
                </a:solidFill>
              </a:rPr>
              <a:t>Internal structure ignored</a:t>
            </a:r>
          </a:p>
          <a:p>
            <a:r>
              <a:rPr lang="en-GB" sz="1200" dirty="0">
                <a:solidFill>
                  <a:srgbClr val="FF0000"/>
                </a:solidFill>
              </a:rPr>
              <a:t>Ethernet projected to edge</a:t>
            </a: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145" name="Rectangle 135">
            <a:extLst>
              <a:ext uri="{FF2B5EF4-FFF2-40B4-BE49-F238E27FC236}">
                <a16:creationId xmlns:a16="http://schemas.microsoft.com/office/drawing/2014/main" id="{82991A54-7E58-9C36-F485-4725182AA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51C86DC5-3CD4-98EA-BED5-AB64CD594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5" name="Rectangle 135">
            <a:extLst>
              <a:ext uri="{FF2B5EF4-FFF2-40B4-BE49-F238E27FC236}">
                <a16:creationId xmlns:a16="http://schemas.microsoft.com/office/drawing/2014/main" id="{B34E6F3A-07F5-8436-735C-CF264D462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853" y="3914699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70C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Internal detail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70" name="Rectangle 135">
            <a:extLst>
              <a:ext uri="{FF2B5EF4-FFF2-40B4-BE49-F238E27FC236}">
                <a16:creationId xmlns:a16="http://schemas.microsoft.com/office/drawing/2014/main" id="{AC6B6B32-438F-3EFC-998F-6940EF065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575" y="1940416"/>
            <a:ext cx="62969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Ethernet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72" name="Rectangle: Rounded Corners 671">
            <a:extLst>
              <a:ext uri="{FF2B5EF4-FFF2-40B4-BE49-F238E27FC236}">
                <a16:creationId xmlns:a16="http://schemas.microsoft.com/office/drawing/2014/main" id="{06DA982D-9554-C91B-EEB6-928188CE079D}"/>
              </a:ext>
            </a:extLst>
          </p:cNvPr>
          <p:cNvSpPr/>
          <p:nvPr/>
        </p:nvSpPr>
        <p:spPr>
          <a:xfrm>
            <a:off x="8423013" y="2602908"/>
            <a:ext cx="1657545" cy="30422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3" name="Rectangle: Rounded Corners 672">
            <a:extLst>
              <a:ext uri="{FF2B5EF4-FFF2-40B4-BE49-F238E27FC236}">
                <a16:creationId xmlns:a16="http://schemas.microsoft.com/office/drawing/2014/main" id="{87123E29-C1E1-F806-A8BF-53C070C61A95}"/>
              </a:ext>
            </a:extLst>
          </p:cNvPr>
          <p:cNvSpPr/>
          <p:nvPr/>
        </p:nvSpPr>
        <p:spPr>
          <a:xfrm>
            <a:off x="2881258" y="1763038"/>
            <a:ext cx="1698973" cy="8287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Rectangle 135">
            <a:extLst>
              <a:ext uri="{FF2B5EF4-FFF2-40B4-BE49-F238E27FC236}">
                <a16:creationId xmlns:a16="http://schemas.microsoft.com/office/drawing/2014/main" id="{E6D03E8D-F625-E604-699B-EB78D9490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8490" y="2759045"/>
            <a:ext cx="345359" cy="12311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B0F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TAPI</a:t>
            </a:r>
            <a:endParaRPr lang="en-GB" sz="800" kern="0" dirty="0">
              <a:solidFill>
                <a:srgbClr val="00B0F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96" name="Rectangle 135">
            <a:extLst>
              <a:ext uri="{FF2B5EF4-FFF2-40B4-BE49-F238E27FC236}">
                <a16:creationId xmlns:a16="http://schemas.microsoft.com/office/drawing/2014/main" id="{DD375CBA-EDE1-D195-7EF0-B064F102B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996" y="2009695"/>
            <a:ext cx="345359" cy="12311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B0F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IETF</a:t>
            </a:r>
            <a:endParaRPr lang="en-GB" sz="800" kern="0" dirty="0">
              <a:solidFill>
                <a:srgbClr val="00B0F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3784C8F8-B31F-3528-F869-F2E5123373C4}"/>
              </a:ext>
            </a:extLst>
          </p:cNvPr>
          <p:cNvCxnSpPr>
            <a:cxnSpLocks/>
            <a:stCxn id="171" idx="3"/>
            <a:endCxn id="90" idx="0"/>
          </p:cNvCxnSpPr>
          <p:nvPr/>
        </p:nvCxnSpPr>
        <p:spPr>
          <a:xfrm>
            <a:off x="3290177" y="2444823"/>
            <a:ext cx="5419518" cy="110316"/>
          </a:xfrm>
          <a:prstGeom prst="straightConnector1">
            <a:avLst/>
          </a:prstGeom>
          <a:ln w="25400" cap="rnd" cmpd="sng">
            <a:solidFill>
              <a:srgbClr val="FF000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ectangle 135">
            <a:extLst>
              <a:ext uri="{FF2B5EF4-FFF2-40B4-BE49-F238E27FC236}">
                <a16:creationId xmlns:a16="http://schemas.microsoft.com/office/drawing/2014/main" id="{377E4BD4-98EA-614F-3AE8-22755DAB5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115" y="2042983"/>
            <a:ext cx="248346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IETF-TAPI Linkage</a:t>
            </a:r>
            <a:endParaRPr lang="en-GB" sz="1200" kern="0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67" name="Rectangle 60">
            <a:extLst>
              <a:ext uri="{FF2B5EF4-FFF2-40B4-BE49-F238E27FC236}">
                <a16:creationId xmlns:a16="http://schemas.microsoft.com/office/drawing/2014/main" id="{5892041E-2DCD-9013-88BD-1E44310EE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550" y="287070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68" name="Flowchart: Process 167">
            <a:extLst>
              <a:ext uri="{FF2B5EF4-FFF2-40B4-BE49-F238E27FC236}">
                <a16:creationId xmlns:a16="http://schemas.microsoft.com/office/drawing/2014/main" id="{A6953EBA-8A17-8512-914A-E68E113FD150}"/>
              </a:ext>
            </a:extLst>
          </p:cNvPr>
          <p:cNvSpPr/>
          <p:nvPr/>
        </p:nvSpPr>
        <p:spPr>
          <a:xfrm>
            <a:off x="3602610" y="2923847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Flowchart: Process 168">
            <a:extLst>
              <a:ext uri="{FF2B5EF4-FFF2-40B4-BE49-F238E27FC236}">
                <a16:creationId xmlns:a16="http://schemas.microsoft.com/office/drawing/2014/main" id="{02FD04BC-E3CF-A521-010B-64B1AC7178EC}"/>
              </a:ext>
            </a:extLst>
          </p:cNvPr>
          <p:cNvSpPr/>
          <p:nvPr/>
        </p:nvSpPr>
        <p:spPr>
          <a:xfrm>
            <a:off x="3602592" y="2923847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AA4ED8E6-5DAA-66D0-EA0E-F58AB5C20EEC}"/>
              </a:ext>
            </a:extLst>
          </p:cNvPr>
          <p:cNvCxnSpPr>
            <a:cxnSpLocks/>
            <a:stCxn id="171" idx="2"/>
            <a:endCxn id="167" idx="1"/>
          </p:cNvCxnSpPr>
          <p:nvPr/>
        </p:nvCxnSpPr>
        <p:spPr>
          <a:xfrm>
            <a:off x="3101581" y="2554795"/>
            <a:ext cx="406969" cy="421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D772638-5D73-D1F8-A032-3FE626C50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985" y="2334851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69C2479-6EDD-5F2B-EFA2-D83CCD9B4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310" y="2366149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4" name="Flowchart: Process 173">
            <a:extLst>
              <a:ext uri="{FF2B5EF4-FFF2-40B4-BE49-F238E27FC236}">
                <a16:creationId xmlns:a16="http://schemas.microsoft.com/office/drawing/2014/main" id="{D1B89928-AED9-D1BC-FB57-E36E56F4B8A8}"/>
              </a:ext>
            </a:extLst>
          </p:cNvPr>
          <p:cNvSpPr/>
          <p:nvPr/>
        </p:nvSpPr>
        <p:spPr>
          <a:xfrm>
            <a:off x="3028514" y="2403556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35">
            <a:extLst>
              <a:ext uri="{FF2B5EF4-FFF2-40B4-BE49-F238E27FC236}">
                <a16:creationId xmlns:a16="http://schemas.microsoft.com/office/drawing/2014/main" id="{EE972894-15EB-F71C-B0D8-28D65F634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273" y="2390283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D13CAF1-3C51-5D87-9631-EF7D6420745A}"/>
              </a:ext>
            </a:extLst>
          </p:cNvPr>
          <p:cNvCxnSpPr>
            <a:cxnSpLocks/>
            <a:stCxn id="166" idx="2"/>
            <a:endCxn id="167" idx="0"/>
          </p:cNvCxnSpPr>
          <p:nvPr/>
        </p:nvCxnSpPr>
        <p:spPr>
          <a:xfrm>
            <a:off x="3692416" y="2401873"/>
            <a:ext cx="0" cy="46883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66" name="Rectangle 60">
            <a:extLst>
              <a:ext uri="{FF2B5EF4-FFF2-40B4-BE49-F238E27FC236}">
                <a16:creationId xmlns:a16="http://schemas.microsoft.com/office/drawing/2014/main" id="{93B1363A-16A0-C621-23BA-16E1D2E8D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550" y="219025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78" name="Flowchart: Process 177">
            <a:extLst>
              <a:ext uri="{FF2B5EF4-FFF2-40B4-BE49-F238E27FC236}">
                <a16:creationId xmlns:a16="http://schemas.microsoft.com/office/drawing/2014/main" id="{38120742-30B5-F54F-B171-FA0997A87354}"/>
              </a:ext>
            </a:extLst>
          </p:cNvPr>
          <p:cNvSpPr/>
          <p:nvPr/>
        </p:nvSpPr>
        <p:spPr>
          <a:xfrm>
            <a:off x="3602592" y="2243400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F3F126A7-E31A-58FC-3130-7ED2BAB3414F}"/>
              </a:ext>
            </a:extLst>
          </p:cNvPr>
          <p:cNvCxnSpPr>
            <a:cxnSpLocks/>
            <a:stCxn id="180" idx="2"/>
            <a:endCxn id="166" idx="1"/>
          </p:cNvCxnSpPr>
          <p:nvPr/>
        </p:nvCxnSpPr>
        <p:spPr>
          <a:xfrm>
            <a:off x="3101581" y="2071574"/>
            <a:ext cx="406969" cy="2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23DEEA9-67A3-4A09-498B-F2AC53A42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985" y="1851630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9DEA6E6-B3BB-47AA-5464-B4BF5CDFB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310" y="1882928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82" name="Flowchart: Process 181">
            <a:extLst>
              <a:ext uri="{FF2B5EF4-FFF2-40B4-BE49-F238E27FC236}">
                <a16:creationId xmlns:a16="http://schemas.microsoft.com/office/drawing/2014/main" id="{A315FD51-E045-EACC-E9F9-95C68ACFBD33}"/>
              </a:ext>
            </a:extLst>
          </p:cNvPr>
          <p:cNvSpPr/>
          <p:nvPr/>
        </p:nvSpPr>
        <p:spPr>
          <a:xfrm>
            <a:off x="3028514" y="1920335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610205B9-23DA-DC4F-F4CD-9C302D7A7A54}"/>
              </a:ext>
            </a:extLst>
          </p:cNvPr>
          <p:cNvSpPr/>
          <p:nvPr/>
        </p:nvSpPr>
        <p:spPr>
          <a:xfrm>
            <a:off x="2752387" y="2570420"/>
            <a:ext cx="5486302" cy="2418932"/>
          </a:xfrm>
          <a:prstGeom prst="roundRect">
            <a:avLst>
              <a:gd name="adj" fmla="val 0"/>
            </a:avLst>
          </a:prstGeom>
          <a:solidFill>
            <a:srgbClr val="DBE7F5">
              <a:alpha val="5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39" name="Straight Arrow Connector 638">
            <a:extLst>
              <a:ext uri="{FF2B5EF4-FFF2-40B4-BE49-F238E27FC236}">
                <a16:creationId xmlns:a16="http://schemas.microsoft.com/office/drawing/2014/main" id="{1E13A961-6AE9-87CC-CBD1-54D78AA2AB83}"/>
              </a:ext>
            </a:extLst>
          </p:cNvPr>
          <p:cNvCxnSpPr>
            <a:cxnSpLocks/>
            <a:stCxn id="166" idx="3"/>
            <a:endCxn id="90" idx="0"/>
          </p:cNvCxnSpPr>
          <p:nvPr/>
        </p:nvCxnSpPr>
        <p:spPr>
          <a:xfrm>
            <a:off x="3876282" y="2296065"/>
            <a:ext cx="4833413" cy="259074"/>
          </a:xfrm>
          <a:prstGeom prst="straightConnector1">
            <a:avLst/>
          </a:prstGeom>
          <a:ln w="25400" cap="rnd" cmpd="sng">
            <a:solidFill>
              <a:srgbClr val="FF000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643">
            <a:extLst>
              <a:ext uri="{FF2B5EF4-FFF2-40B4-BE49-F238E27FC236}">
                <a16:creationId xmlns:a16="http://schemas.microsoft.com/office/drawing/2014/main" id="{C1625CE2-C695-5EEC-E63C-293914685FDE}"/>
              </a:ext>
            </a:extLst>
          </p:cNvPr>
          <p:cNvCxnSpPr>
            <a:cxnSpLocks/>
            <a:stCxn id="180" idx="2"/>
            <a:endCxn id="171" idx="0"/>
          </p:cNvCxnSpPr>
          <p:nvPr/>
        </p:nvCxnSpPr>
        <p:spPr>
          <a:xfrm>
            <a:off x="3101581" y="2071574"/>
            <a:ext cx="0" cy="263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91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BBEF-5BD9-6DB9-3072-F1FF0B2BF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A8026658-3FFD-E194-93D9-F38AF1EE0092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55B5477-4ECB-6928-AA3A-0ADB689BE792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293F9162-B654-2882-2EDA-ECD0556012E9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874593-E6DF-6079-8423-07D0AB3F33C4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125DD00-175A-87E1-1143-7061850C9B54}"/>
              </a:ext>
            </a:extLst>
          </p:cNvPr>
          <p:cNvSpPr/>
          <p:nvPr/>
        </p:nvSpPr>
        <p:spPr>
          <a:xfrm flipV="1">
            <a:off x="3003093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F0C2DDDC-C73D-8FEC-4A4D-25ED8E7C64B3}"/>
              </a:ext>
            </a:extLst>
          </p:cNvPr>
          <p:cNvSpPr/>
          <p:nvPr/>
        </p:nvSpPr>
        <p:spPr>
          <a:xfrm>
            <a:off x="3107747" y="1382261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E08E0-6DDE-6600-AF0C-B34B23B7AB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D320F3C-30DB-FBD1-4077-3954D4933470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F2910231-53C2-E72C-2E08-C83E32A2CAC3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891C65D5-F0F4-8303-25F4-68C8F1EF4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1809FCE4-5A5B-913A-A342-E54C3A42C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0BA691E8-244D-1780-5F94-DF437C6514A6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8BD08FCC-BCA5-5158-FFD5-CB800C4CA44F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4B71A26D-57FC-B498-268C-035C5DB1F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C8FBCEE4-AE2C-C1A4-B1AB-A34C223AB17E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42DCFF99-ACE5-63EF-DE4A-89941CB92C3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F441BA75-C88A-7B1B-B854-B91CDA631C7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FBF7F38C-BD9A-EF25-8F6F-B4FC128B548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CC490258-1715-8978-3187-90FE592F955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1B2BD2FB-72E8-0FA7-2447-3E03D3F4EDF9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B6C3DFFE-10FC-3931-CD9C-D742CE86C618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66CDD387-145E-F4C0-6FF1-6403060F1AE7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30C88903-2A91-442C-DB16-28C08EB80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CB60FF11-0522-E682-8053-0505B397BB2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362E14C0-C026-473F-811D-929E3FC7143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E2B0CA9E-1258-20FA-EB3B-42151520D92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0B480DE3-C06F-D8A9-9C38-246634A1A91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C74855B4-F813-4979-8D42-556DFEE21F1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FCC1BA37-B1FE-C0BA-0B39-8E2E6B9417D8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0402790A-FBA2-16CC-0169-C508374D1C02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10EFBE09-3651-E5C9-CBDA-95350C88C3AA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86E5350-1425-F570-9C8B-BDF611708E77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2A1E434A-CDEB-F516-3BE5-2AA7E4A20EB0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9CEA52B8-60C7-EB63-9F64-ADF97394F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1C06F300-E0D8-B102-8CBE-834085787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ADA5C0D4-FB53-C062-6AEF-4A1882E09D9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E24560F1-22B9-3D1F-6FF5-0FA3A8278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6E6261AA-D289-7AEE-D58E-B86301363ED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24CC5E90-71EC-5862-42A3-042138C0F4AE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C3555472-7452-1440-D395-533FF5716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6EB1788A-16F1-2BD7-2ECA-90924D7B2164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6040A553-86A0-3D85-6FF3-2224BCD59BA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8C97F127-1092-BD89-E706-BEB2ED29709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54D938B1-99EC-E1A0-8725-517BA2C8E81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0B463DC9-500A-6289-0A72-6A81D0DF059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E0C95B90-6A3E-5CF2-D67E-0AC27692E7C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15B3DAC1-D934-5EF2-231D-30A579AAEFBF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0F62110C-2BBF-9A06-5AF2-566C50092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918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7CE53EA-1C01-C111-297A-87CCB56962BC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4859ABBB-3F3A-AD19-45E4-FA96EF11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7183A17B-D9F3-BA4D-5532-C2C8EB8FB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B0B37572-F18A-866A-2281-020FC683EB08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EFCE6E5A-4C43-43B3-4179-D78608D21FCD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656ACC1-0176-9F63-131D-06CF1F660DC3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6BDE95C-DB3D-F2A7-112B-8CC5E2D07215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BCA21D67-C291-4A92-DD5A-4AAC6B7AB1F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AACD5D67-2575-7D8D-D37C-71620E399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EA3DE66-AF82-F644-6671-0C6819830C3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B7FA83FE-AD19-820F-E603-A826843A5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B2FF77F5-F75A-DEAD-CC33-43ACEEF49B5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2126BEAD-DDB9-E2A2-CCC7-89F0C4A9B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852" y="3218355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59631EEE-5BAB-4BC2-2548-7D9B4DE790CA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E363727F-E3DD-B192-0548-E068DA3E349E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F4C28E18-589D-4E2C-3EEB-6EC66087B0BC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04C55262-CB70-C026-E1D7-C7CF4A1A8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3AEE3B5E-CCDA-243C-6819-15EF658C170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26F1FCAB-6A5A-035C-26BF-E951A4ADB77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D5C48851-16A3-6B43-5691-CE3283D4BE1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05D3AAD1-5373-FB6C-4806-795C5FF1166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375B8342-3457-6F69-740D-E86FC77F40B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B3953357-F6BE-8047-2F8E-5D626F0FB62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404" name="Rectangle 135">
            <a:extLst>
              <a:ext uri="{FF2B5EF4-FFF2-40B4-BE49-F238E27FC236}">
                <a16:creationId xmlns:a16="http://schemas.microsoft.com/office/drawing/2014/main" id="{E0A3B458-9407-D8C7-90A4-AE6CE2BED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82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DE6A3F75-5E25-7155-5666-154B71742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7" name="Rectangle 135">
            <a:extLst>
              <a:ext uri="{FF2B5EF4-FFF2-40B4-BE49-F238E27FC236}">
                <a16:creationId xmlns:a16="http://schemas.microsoft.com/office/drawing/2014/main" id="{F29EB928-7B0C-E69E-5273-0B4160F57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252" y="391669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4FBFF3-EC0C-5C75-127C-722EF8AA6C41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89BF73D7-C938-DC80-D23D-0C81C9A2F08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0326D533-BC0C-825F-B078-887528B0D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5E48D594-B698-A05C-8A92-65F6EC13185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BE372CCB-3369-53C1-B362-02D40213D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F8DD0786-DA78-B441-A646-3CC52F990FA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1A3E446-5B91-0D4D-61E2-B952E95911F2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F5094C6A-2164-FFDD-C747-526700EB37A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012B1BD1-14B7-DED2-A8BF-9CE2D6E3D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6658D531-7C3C-E655-B523-74B573B7887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CBDDCD7F-187B-E7D6-FCF5-8C732B734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9C1983FA-0090-6768-0E64-D2C91EFDE5B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0732592-8FB3-2875-33AA-8E5EDD45159C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750C0B0F-6260-4996-0CCE-356F887A0C01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8A2B8BA0-4F85-D1E2-E808-2D510A341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103DB084-A463-713F-6C6C-7EF7F7E6149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DD15171C-7DDA-B6DF-266F-F10E783B5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ACEC5852-3830-DA7B-81D7-44FAC774303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AB5CCB-E205-85A4-9758-94FA37FCCCFB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3B17F0A5-3C03-053D-22AE-37ADF6B2437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BACC6A2D-1F62-B8B1-FE80-CB57FDA9D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DAB4FA73-1AB4-DCF9-B454-234609ED3A7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C5072C24-0193-9D66-862F-37F1C3C9A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795506E6-F0B3-4F6E-E410-0D8D0CA35A9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34B048-03B6-A6B0-6A6E-67340CA6490D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91BE1422-F9AB-4B48-2FDC-8A0C6AAD304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290A4ADE-9104-1363-B97F-030A392AD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F2FFBAA2-EA43-E29C-4C3C-634CB15BB1B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C08939F1-C9ED-B2BB-4895-B2B18E1A2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DD3625D2-6292-FAAF-E083-EC1AF5E4A7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A5B995E-689F-FEAD-C3DB-69205B7CFBB2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715A696C-A0B0-9B73-6767-97540DF8953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CDD474D6-BEC0-9787-3F53-64B155F1E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4CE360D6-6C8D-AE9F-5DD5-1DC64A5D13B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439836A4-6F25-95C2-AB9C-964FCFBBE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F6A549F8-059B-0601-D027-F46CA488437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84FE0D5-C814-F653-B427-F9D3D105F938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95089588-714F-DD0E-4B0B-177AECD45D5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93A0CE6A-5ABE-56CB-EF54-2F85EF391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D23B77F6-0222-EA4F-E5B9-1FDCB128687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D01D78FD-9C9A-D7F6-4B26-7F3359370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F9713B91-709A-92FE-43E6-97C2A761A15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6026FA3-FFDA-2514-F103-87A57F42B68A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901C0645-E7CB-DD8D-EEEE-D4C18F41875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79BE0BFB-8D2B-0545-3B7E-277C97FD1A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7CE57C56-29C4-60DE-AA71-F77E591F74C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459F6951-13CD-2F9E-3A12-C9087EF10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44B8AC31-3604-D4DE-4FF1-86E1217BB14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16CFF12-F243-AAB5-FF07-1A6B4DC8DBDB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CF34944E-56F5-3437-FD5E-AE58C763005D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F1188CE0-398A-471F-1AD7-461F3631D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EBDCC129-9F60-65BC-785D-F49B2AC2AB1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06AD984-4ACD-7281-0EDA-B473565F079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832004C-8400-1702-60B0-D231E6C3998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1803C105-C935-DCCA-49FC-75D1DE5244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1A19E0A6-CC11-3F32-0CE3-3ED745E5F01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2325809C-F0FF-F029-803E-2545261011C9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FBB4367-C0FF-9E0C-BBBB-5536E5EA7716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F8C66857-404F-9D6E-5DDA-451BB5DDA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CA81BF1-ABAD-6361-426E-221257D289CA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CC646DF6-99AF-212A-DC50-9BB77B8529AD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BFEDFB07-CBBB-BAB2-4E43-16785DA3F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7CDA7B80-7D01-FC2C-1BFA-EE5C6A86B53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5C91E4B9-5602-D94C-D3CC-8F57C8229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3138FA10-8FF8-E797-6ADA-0A16A247589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D3075C1-9998-F1E8-7110-BA3FE9B0A598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78C311D9-0A5B-9CDE-FAEB-D3BC071A84C5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8E8C69A5-3E9E-7E19-CF9D-3AC75EEAF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79B47094-7A22-A6D7-B4A7-F21C6FDF9E41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FA92643-3D12-8DFF-1E40-757E9B5D8BC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AFA9FEE-D0CD-A70D-7B64-A6017E10425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6F757129-1A84-C3C2-23D3-C32DA48233A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A054099A-4F9C-288C-E36D-EFEE64F2AC7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89085C28-AAEA-3987-D4D3-9E4A5A894250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40B42E5E-BB6E-29A4-839C-DBEFB0102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D7F1FC0-D939-CB90-627D-BDC97C40C3F4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DD1E3C71-1AC2-2670-9D97-FA9A8A9CF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49931E90-7640-A20F-D093-9873EB303566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5E85A85-154F-748C-2597-6ECFEBA9671F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AF19FAEE-D406-DEDA-1580-673D5CC9F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97AAFB40-99A9-987D-31EB-6BE10A4EDEE8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5C74787-5B86-7900-1DAA-4BC793EAD06F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831DA92-E14D-7089-B208-048CC5F10E4F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F58F0B8-C471-4F8B-DF8A-26EF245D2337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BBFC5E3-3EFE-AFDD-DF8B-36DF90676546}"/>
              </a:ext>
            </a:extLst>
          </p:cNvPr>
          <p:cNvGrpSpPr/>
          <p:nvPr/>
        </p:nvGrpSpPr>
        <p:grpSpPr>
          <a:xfrm>
            <a:off x="3121358" y="4039596"/>
            <a:ext cx="211053" cy="133563"/>
            <a:chOff x="980943" y="1888785"/>
            <a:chExt cx="271916" cy="172080"/>
          </a:xfrm>
        </p:grpSpPr>
        <p:grpSp>
          <p:nvGrpSpPr>
            <p:cNvPr id="104" name="Group 898">
              <a:extLst>
                <a:ext uri="{FF2B5EF4-FFF2-40B4-BE49-F238E27FC236}">
                  <a16:creationId xmlns:a16="http://schemas.microsoft.com/office/drawing/2014/main" id="{665C73C6-F2C7-4C86-1654-E58C0ACF4D5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06" name="Rectangle 88">
                <a:extLst>
                  <a:ext uri="{FF2B5EF4-FFF2-40B4-BE49-F238E27FC236}">
                    <a16:creationId xmlns:a16="http://schemas.microsoft.com/office/drawing/2014/main" id="{0CC7D4FA-45A4-6CC7-8D76-B38DBB880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37B14D57-578F-3E11-9E43-4A5A51616BA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8" name="Oval 341">
                <a:extLst>
                  <a:ext uri="{FF2B5EF4-FFF2-40B4-BE49-F238E27FC236}">
                    <a16:creationId xmlns:a16="http://schemas.microsoft.com/office/drawing/2014/main" id="{9CBD57BB-18C1-1CBE-D098-AD4F41AD2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5" name="Trapezoid 118">
              <a:extLst>
                <a:ext uri="{FF2B5EF4-FFF2-40B4-BE49-F238E27FC236}">
                  <a16:creationId xmlns:a16="http://schemas.microsoft.com/office/drawing/2014/main" id="{7DE6957B-1A6C-1467-CFAE-CB954EE6E64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3624956-0A41-B892-A6C6-71B11F137FFF}"/>
              </a:ext>
            </a:extLst>
          </p:cNvPr>
          <p:cNvGrpSpPr/>
          <p:nvPr/>
        </p:nvGrpSpPr>
        <p:grpSpPr>
          <a:xfrm>
            <a:off x="3244065" y="4070799"/>
            <a:ext cx="211053" cy="133563"/>
            <a:chOff x="980943" y="1888785"/>
            <a:chExt cx="271916" cy="172080"/>
          </a:xfrm>
        </p:grpSpPr>
        <p:grpSp>
          <p:nvGrpSpPr>
            <p:cNvPr id="110" name="Group 898">
              <a:extLst>
                <a:ext uri="{FF2B5EF4-FFF2-40B4-BE49-F238E27FC236}">
                  <a16:creationId xmlns:a16="http://schemas.microsoft.com/office/drawing/2014/main" id="{BE57B26F-19B7-73A3-7B22-9D1B324DB65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12" name="Rectangle 88">
                <a:extLst>
                  <a:ext uri="{FF2B5EF4-FFF2-40B4-BE49-F238E27FC236}">
                    <a16:creationId xmlns:a16="http://schemas.microsoft.com/office/drawing/2014/main" id="{3CDBDF87-80CD-BD4A-0F8B-1E1F1DABD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6F42260B-516D-781F-A7B4-EFB9CD7973F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4" name="Oval 341">
                <a:extLst>
                  <a:ext uri="{FF2B5EF4-FFF2-40B4-BE49-F238E27FC236}">
                    <a16:creationId xmlns:a16="http://schemas.microsoft.com/office/drawing/2014/main" id="{3956F100-D3F0-C242-3131-5D0AAEC3D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1" name="Trapezoid 124">
              <a:extLst>
                <a:ext uri="{FF2B5EF4-FFF2-40B4-BE49-F238E27FC236}">
                  <a16:creationId xmlns:a16="http://schemas.microsoft.com/office/drawing/2014/main" id="{3A66BACD-FDB4-7BED-323B-772BA8B1BA6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66D0AC5-092B-0072-000C-0FED89EB4C6E}"/>
              </a:ext>
            </a:extLst>
          </p:cNvPr>
          <p:cNvGrpSpPr/>
          <p:nvPr/>
        </p:nvGrpSpPr>
        <p:grpSpPr>
          <a:xfrm>
            <a:off x="3375270" y="4102951"/>
            <a:ext cx="211053" cy="133563"/>
            <a:chOff x="980943" y="1888785"/>
            <a:chExt cx="271916" cy="172080"/>
          </a:xfrm>
        </p:grpSpPr>
        <p:grpSp>
          <p:nvGrpSpPr>
            <p:cNvPr id="127" name="Group 898">
              <a:extLst>
                <a:ext uri="{FF2B5EF4-FFF2-40B4-BE49-F238E27FC236}">
                  <a16:creationId xmlns:a16="http://schemas.microsoft.com/office/drawing/2014/main" id="{268CB215-B5C8-9680-868A-03251511AA1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77" name="Rectangle 88">
                <a:extLst>
                  <a:ext uri="{FF2B5EF4-FFF2-40B4-BE49-F238E27FC236}">
                    <a16:creationId xmlns:a16="http://schemas.microsoft.com/office/drawing/2014/main" id="{84D9774B-6337-4F52-B37C-130C140AE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8" name="Isosceles Triangle 577">
                <a:extLst>
                  <a:ext uri="{FF2B5EF4-FFF2-40B4-BE49-F238E27FC236}">
                    <a16:creationId xmlns:a16="http://schemas.microsoft.com/office/drawing/2014/main" id="{7426F13D-233B-EBB9-4450-4958C067BB9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9" name="Oval 341">
                <a:extLst>
                  <a:ext uri="{FF2B5EF4-FFF2-40B4-BE49-F238E27FC236}">
                    <a16:creationId xmlns:a16="http://schemas.microsoft.com/office/drawing/2014/main" id="{9AFB2B6A-ECD7-FB29-7721-4B54CDFD1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76" name="Trapezoid 135">
              <a:extLst>
                <a:ext uri="{FF2B5EF4-FFF2-40B4-BE49-F238E27FC236}">
                  <a16:creationId xmlns:a16="http://schemas.microsoft.com/office/drawing/2014/main" id="{BF0C29E9-571F-89D5-D080-A7871B0543F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4A28F16A-81A4-AB72-E92C-7BCF0FE07F48}"/>
              </a:ext>
            </a:extLst>
          </p:cNvPr>
          <p:cNvGrpSpPr/>
          <p:nvPr/>
        </p:nvGrpSpPr>
        <p:grpSpPr>
          <a:xfrm>
            <a:off x="3504326" y="4137327"/>
            <a:ext cx="211053" cy="133563"/>
            <a:chOff x="980943" y="1888785"/>
            <a:chExt cx="271916" cy="172080"/>
          </a:xfrm>
        </p:grpSpPr>
        <p:grpSp>
          <p:nvGrpSpPr>
            <p:cNvPr id="581" name="Group 898">
              <a:extLst>
                <a:ext uri="{FF2B5EF4-FFF2-40B4-BE49-F238E27FC236}">
                  <a16:creationId xmlns:a16="http://schemas.microsoft.com/office/drawing/2014/main" id="{2B793DD2-C4C8-E05A-C0A6-5389A0325FA4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3" name="Rectangle 88">
                <a:extLst>
                  <a:ext uri="{FF2B5EF4-FFF2-40B4-BE49-F238E27FC236}">
                    <a16:creationId xmlns:a16="http://schemas.microsoft.com/office/drawing/2014/main" id="{D86FEFD7-BADA-6786-57F7-A5AC71FD7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4" name="Isosceles Triangle 583">
                <a:extLst>
                  <a:ext uri="{FF2B5EF4-FFF2-40B4-BE49-F238E27FC236}">
                    <a16:creationId xmlns:a16="http://schemas.microsoft.com/office/drawing/2014/main" id="{5F1C6965-EEFA-EAB9-AD12-3613F4A37AA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5" name="Oval 341">
                <a:extLst>
                  <a:ext uri="{FF2B5EF4-FFF2-40B4-BE49-F238E27FC236}">
                    <a16:creationId xmlns:a16="http://schemas.microsoft.com/office/drawing/2014/main" id="{3B150599-1C39-9128-48D2-A69987DD2E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2" name="Trapezoid 141">
              <a:extLst>
                <a:ext uri="{FF2B5EF4-FFF2-40B4-BE49-F238E27FC236}">
                  <a16:creationId xmlns:a16="http://schemas.microsoft.com/office/drawing/2014/main" id="{716DBC47-8931-737B-39C9-336EC336494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C9AF21CA-26A8-9A8F-2B7E-67FFFE99D5E6}"/>
              </a:ext>
            </a:extLst>
          </p:cNvPr>
          <p:cNvGrpSpPr/>
          <p:nvPr/>
        </p:nvGrpSpPr>
        <p:grpSpPr>
          <a:xfrm>
            <a:off x="3630055" y="4170858"/>
            <a:ext cx="211053" cy="133563"/>
            <a:chOff x="980943" y="1888785"/>
            <a:chExt cx="271916" cy="172080"/>
          </a:xfrm>
        </p:grpSpPr>
        <p:grpSp>
          <p:nvGrpSpPr>
            <p:cNvPr id="587" name="Group 898">
              <a:extLst>
                <a:ext uri="{FF2B5EF4-FFF2-40B4-BE49-F238E27FC236}">
                  <a16:creationId xmlns:a16="http://schemas.microsoft.com/office/drawing/2014/main" id="{D2496AFF-BB07-5B09-32AE-F6E4B6CA6C17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9" name="Rectangle 88">
                <a:extLst>
                  <a:ext uri="{FF2B5EF4-FFF2-40B4-BE49-F238E27FC236}">
                    <a16:creationId xmlns:a16="http://schemas.microsoft.com/office/drawing/2014/main" id="{93671BA0-4830-9705-8E1A-23C765FA9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0" name="Isosceles Triangle 589">
                <a:extLst>
                  <a:ext uri="{FF2B5EF4-FFF2-40B4-BE49-F238E27FC236}">
                    <a16:creationId xmlns:a16="http://schemas.microsoft.com/office/drawing/2014/main" id="{65A743E6-9B20-908A-1F8E-9A5DA108CD4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1" name="Oval 341">
                <a:extLst>
                  <a:ext uri="{FF2B5EF4-FFF2-40B4-BE49-F238E27FC236}">
                    <a16:creationId xmlns:a16="http://schemas.microsoft.com/office/drawing/2014/main" id="{F9788169-9DA7-87ED-3DF6-43492FEFB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8" name="Trapezoid 149">
              <a:extLst>
                <a:ext uri="{FF2B5EF4-FFF2-40B4-BE49-F238E27FC236}">
                  <a16:creationId xmlns:a16="http://schemas.microsoft.com/office/drawing/2014/main" id="{F4C3A291-1346-C554-4ADB-C36EAE05206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B4B30319-B4CD-41A6-1D8E-AD01C0E202D3}"/>
              </a:ext>
            </a:extLst>
          </p:cNvPr>
          <p:cNvGrpSpPr/>
          <p:nvPr/>
        </p:nvGrpSpPr>
        <p:grpSpPr>
          <a:xfrm>
            <a:off x="3752762" y="4202060"/>
            <a:ext cx="211053" cy="133563"/>
            <a:chOff x="980943" y="1888785"/>
            <a:chExt cx="271916" cy="172080"/>
          </a:xfrm>
        </p:grpSpPr>
        <p:grpSp>
          <p:nvGrpSpPr>
            <p:cNvPr id="593" name="Group 898">
              <a:extLst>
                <a:ext uri="{FF2B5EF4-FFF2-40B4-BE49-F238E27FC236}">
                  <a16:creationId xmlns:a16="http://schemas.microsoft.com/office/drawing/2014/main" id="{C2A880A6-4274-1B63-2D8E-27159D1EC457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95" name="Rectangle 88">
                <a:extLst>
                  <a:ext uri="{FF2B5EF4-FFF2-40B4-BE49-F238E27FC236}">
                    <a16:creationId xmlns:a16="http://schemas.microsoft.com/office/drawing/2014/main" id="{7F2DEFFB-1793-A2D5-4958-105931607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6" name="Isosceles Triangle 595">
                <a:extLst>
                  <a:ext uri="{FF2B5EF4-FFF2-40B4-BE49-F238E27FC236}">
                    <a16:creationId xmlns:a16="http://schemas.microsoft.com/office/drawing/2014/main" id="{A9523C27-CC29-42BB-5972-FF16D4CF915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7" name="Oval 341">
                <a:extLst>
                  <a:ext uri="{FF2B5EF4-FFF2-40B4-BE49-F238E27FC236}">
                    <a16:creationId xmlns:a16="http://schemas.microsoft.com/office/drawing/2014/main" id="{AF7F2E83-597C-FEA4-D0C5-8C77546C9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94" name="Trapezoid 157">
              <a:extLst>
                <a:ext uri="{FF2B5EF4-FFF2-40B4-BE49-F238E27FC236}">
                  <a16:creationId xmlns:a16="http://schemas.microsoft.com/office/drawing/2014/main" id="{C3BEFD76-04B9-F329-47E3-D295C16D28B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A2E463A4-BB70-8401-B7FB-E098BCAB320D}"/>
              </a:ext>
            </a:extLst>
          </p:cNvPr>
          <p:cNvGrpSpPr/>
          <p:nvPr/>
        </p:nvGrpSpPr>
        <p:grpSpPr>
          <a:xfrm>
            <a:off x="3883967" y="4234212"/>
            <a:ext cx="211053" cy="133563"/>
            <a:chOff x="980943" y="1888785"/>
            <a:chExt cx="271916" cy="172080"/>
          </a:xfrm>
        </p:grpSpPr>
        <p:grpSp>
          <p:nvGrpSpPr>
            <p:cNvPr id="599" name="Group 898">
              <a:extLst>
                <a:ext uri="{FF2B5EF4-FFF2-40B4-BE49-F238E27FC236}">
                  <a16:creationId xmlns:a16="http://schemas.microsoft.com/office/drawing/2014/main" id="{A6AA54D7-6A63-F8CB-BE10-5A9A34E8D64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1" name="Rectangle 88">
                <a:extLst>
                  <a:ext uri="{FF2B5EF4-FFF2-40B4-BE49-F238E27FC236}">
                    <a16:creationId xmlns:a16="http://schemas.microsoft.com/office/drawing/2014/main" id="{8929226C-AF5A-5E26-A956-FF02AC8C3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2" name="Isosceles Triangle 601">
                <a:extLst>
                  <a:ext uri="{FF2B5EF4-FFF2-40B4-BE49-F238E27FC236}">
                    <a16:creationId xmlns:a16="http://schemas.microsoft.com/office/drawing/2014/main" id="{A62C3275-C6BC-D1BC-B518-203A615BDD1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3" name="Oval 341">
                <a:extLst>
                  <a:ext uri="{FF2B5EF4-FFF2-40B4-BE49-F238E27FC236}">
                    <a16:creationId xmlns:a16="http://schemas.microsoft.com/office/drawing/2014/main" id="{954A44CB-22F9-6787-9AB7-18A82DA24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0" name="Trapezoid 164">
              <a:extLst>
                <a:ext uri="{FF2B5EF4-FFF2-40B4-BE49-F238E27FC236}">
                  <a16:creationId xmlns:a16="http://schemas.microsoft.com/office/drawing/2014/main" id="{2E9020FC-B9EC-920E-B0F4-033B7A0E31E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058A3104-90FE-A1DE-85C2-A42A526BD136}"/>
              </a:ext>
            </a:extLst>
          </p:cNvPr>
          <p:cNvGrpSpPr/>
          <p:nvPr/>
        </p:nvGrpSpPr>
        <p:grpSpPr>
          <a:xfrm>
            <a:off x="4013023" y="4268588"/>
            <a:ext cx="211053" cy="133563"/>
            <a:chOff x="980943" y="1888785"/>
            <a:chExt cx="271916" cy="172080"/>
          </a:xfrm>
        </p:grpSpPr>
        <p:grpSp>
          <p:nvGrpSpPr>
            <p:cNvPr id="605" name="Group 898">
              <a:extLst>
                <a:ext uri="{FF2B5EF4-FFF2-40B4-BE49-F238E27FC236}">
                  <a16:creationId xmlns:a16="http://schemas.microsoft.com/office/drawing/2014/main" id="{B77322CB-8692-AE7A-5195-94202A7F427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7" name="Rectangle 88">
                <a:extLst>
                  <a:ext uri="{FF2B5EF4-FFF2-40B4-BE49-F238E27FC236}">
                    <a16:creationId xmlns:a16="http://schemas.microsoft.com/office/drawing/2014/main" id="{55DC2DFB-DB3F-8A43-1E66-3AD210D77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8" name="Isosceles Triangle 607">
                <a:extLst>
                  <a:ext uri="{FF2B5EF4-FFF2-40B4-BE49-F238E27FC236}">
                    <a16:creationId xmlns:a16="http://schemas.microsoft.com/office/drawing/2014/main" id="{C2F0B2F5-2A0A-8FFF-25F8-7E19AE7AA89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9" name="Oval 341">
                <a:extLst>
                  <a:ext uri="{FF2B5EF4-FFF2-40B4-BE49-F238E27FC236}">
                    <a16:creationId xmlns:a16="http://schemas.microsoft.com/office/drawing/2014/main" id="{6E07CBD4-DA47-6688-553F-8BB997709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6" name="Trapezoid 175">
              <a:extLst>
                <a:ext uri="{FF2B5EF4-FFF2-40B4-BE49-F238E27FC236}">
                  <a16:creationId xmlns:a16="http://schemas.microsoft.com/office/drawing/2014/main" id="{1F792C54-28BD-5557-9585-61A486637DA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95DADAAE-61E6-6AF1-8196-CC95C5D1FA73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3683016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11" name="Group 254">
            <a:extLst>
              <a:ext uri="{FF2B5EF4-FFF2-40B4-BE49-F238E27FC236}">
                <a16:creationId xmlns:a16="http://schemas.microsoft.com/office/drawing/2014/main" id="{F0C691E9-6D00-44FC-9CAA-29E4BB9889F2}"/>
              </a:ext>
            </a:extLst>
          </p:cNvPr>
          <p:cNvGrpSpPr>
            <a:grpSpLocks noChangeAspect="1"/>
          </p:cNvGrpSpPr>
          <p:nvPr/>
        </p:nvGrpSpPr>
        <p:grpSpPr>
          <a:xfrm>
            <a:off x="3557935" y="3568488"/>
            <a:ext cx="256616" cy="147672"/>
            <a:chOff x="8421872" y="1904968"/>
            <a:chExt cx="347879" cy="255571"/>
          </a:xfrm>
        </p:grpSpPr>
        <p:sp>
          <p:nvSpPr>
            <p:cNvPr id="612" name="Rectangle 60">
              <a:extLst>
                <a:ext uri="{FF2B5EF4-FFF2-40B4-BE49-F238E27FC236}">
                  <a16:creationId xmlns:a16="http://schemas.microsoft.com/office/drawing/2014/main" id="{A623BD60-321E-5AC0-670E-74BCA833E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3" name="Group 719">
              <a:extLst>
                <a:ext uri="{FF2B5EF4-FFF2-40B4-BE49-F238E27FC236}">
                  <a16:creationId xmlns:a16="http://schemas.microsoft.com/office/drawing/2014/main" id="{397BE0EC-7E12-71FC-72D1-12FB4E8397EB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D78B46C0-68B5-CD1C-6540-B946B15C48B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941B0FB2-E478-E874-83C6-C2F6F535A7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0ADCF9FC-B015-F7DB-1653-2A106515F52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8" name="Straight Connector 617">
                <a:extLst>
                  <a:ext uri="{FF2B5EF4-FFF2-40B4-BE49-F238E27FC236}">
                    <a16:creationId xmlns:a16="http://schemas.microsoft.com/office/drawing/2014/main" id="{B79B6187-A73B-9B32-31AD-BAB7486420E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14" name="Trapezoid 301">
              <a:extLst>
                <a:ext uri="{FF2B5EF4-FFF2-40B4-BE49-F238E27FC236}">
                  <a16:creationId xmlns:a16="http://schemas.microsoft.com/office/drawing/2014/main" id="{5F0203B8-3EFA-0FE2-BC80-87F4C91343C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F2E7666C-2122-8C3E-2C20-085518BCA09C}"/>
              </a:ext>
            </a:extLst>
          </p:cNvPr>
          <p:cNvCxnSpPr>
            <a:cxnSpLocks/>
            <a:stCxn id="623" idx="2"/>
            <a:endCxn id="612" idx="0"/>
          </p:cNvCxnSpPr>
          <p:nvPr/>
        </p:nvCxnSpPr>
        <p:spPr>
          <a:xfrm>
            <a:off x="3685507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20" name="Rectangle 135">
            <a:extLst>
              <a:ext uri="{FF2B5EF4-FFF2-40B4-BE49-F238E27FC236}">
                <a16:creationId xmlns:a16="http://schemas.microsoft.com/office/drawing/2014/main" id="{FB4BD24D-D67D-CE68-A2ED-5DB9EBDF6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46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7953AC8E-C30B-10FE-4EE0-B9B0E2879B09}"/>
              </a:ext>
            </a:extLst>
          </p:cNvPr>
          <p:cNvGrpSpPr/>
          <p:nvPr/>
        </p:nvGrpSpPr>
        <p:grpSpPr>
          <a:xfrm>
            <a:off x="3531465" y="3181568"/>
            <a:ext cx="304284" cy="192585"/>
            <a:chOff x="980945" y="1888766"/>
            <a:chExt cx="271916" cy="172099"/>
          </a:xfrm>
        </p:grpSpPr>
        <p:grpSp>
          <p:nvGrpSpPr>
            <p:cNvPr id="622" name="Group 898">
              <a:extLst>
                <a:ext uri="{FF2B5EF4-FFF2-40B4-BE49-F238E27FC236}">
                  <a16:creationId xmlns:a16="http://schemas.microsoft.com/office/drawing/2014/main" id="{EAE1A452-E746-FDFD-780A-8B0E306E93F0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24" name="Rectangle 88">
                <a:extLst>
                  <a:ext uri="{FF2B5EF4-FFF2-40B4-BE49-F238E27FC236}">
                    <a16:creationId xmlns:a16="http://schemas.microsoft.com/office/drawing/2014/main" id="{CBF511B8-E9BA-ADF8-080D-646C84754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5" name="Isosceles Triangle 624">
                <a:extLst>
                  <a:ext uri="{FF2B5EF4-FFF2-40B4-BE49-F238E27FC236}">
                    <a16:creationId xmlns:a16="http://schemas.microsoft.com/office/drawing/2014/main" id="{3E27412A-9E4B-B828-C6DB-98A15E6DDB3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6" name="Oval 341">
                <a:extLst>
                  <a:ext uri="{FF2B5EF4-FFF2-40B4-BE49-F238E27FC236}">
                    <a16:creationId xmlns:a16="http://schemas.microsoft.com/office/drawing/2014/main" id="{A4C1B7AE-2E90-FE42-ECBA-B9EF41103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23" name="Trapezoid 320">
              <a:extLst>
                <a:ext uri="{FF2B5EF4-FFF2-40B4-BE49-F238E27FC236}">
                  <a16:creationId xmlns:a16="http://schemas.microsoft.com/office/drawing/2014/main" id="{9835631C-AC6A-41F4-D6B3-2A234D865AC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A370F3E4-6B01-A1D8-A668-E4761D2AE210}"/>
              </a:ext>
            </a:extLst>
          </p:cNvPr>
          <p:cNvCxnSpPr>
            <a:cxnSpLocks/>
            <a:endCxn id="624" idx="0"/>
          </p:cNvCxnSpPr>
          <p:nvPr/>
        </p:nvCxnSpPr>
        <p:spPr>
          <a:xfrm>
            <a:off x="3677820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EE4464B-86BE-BBF6-B04A-7232D1A59624}"/>
              </a:ext>
            </a:extLst>
          </p:cNvPr>
          <p:cNvCxnSpPr>
            <a:stCxn id="102" idx="3"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B0AEBED3-A1DE-D7CE-8240-37351F738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AC2E0326-1DCC-B5B3-7DDA-B82354866565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87398509-751C-24DA-8265-A01D52044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3297AB0E-C586-A29F-4C18-75D961527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640EB12C-A5C5-6082-007D-530D0EA28DB0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C4284D3E-C2A5-D825-C8B0-99025994D1CE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6EE0EBB4-3D1B-1FD3-5493-4288AF33F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36391AC6-DC7D-AA38-89FB-CEFA9293C18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A23E403C-3CBD-90A9-17C6-17951055BEA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15D054BC-3E93-5D0D-D407-5E47B4E477C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F904CEFC-F07B-23BC-F678-8B266E796F2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CA52379-1A66-132B-EF90-80EE56C533B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A2319936-1B8B-2B21-D38B-9F42C0B7B22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F862AF1-B4B1-FF0F-092F-951C8611C02E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01F16A2C-9DEF-C0E8-3650-63BB3C218F4C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994F08CF-CBB7-2315-504E-5AE4504AC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AA6748BA-E94C-7854-0229-92B2B942498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B48F0714-109E-916B-C15C-AA879401189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12206528-7BA2-105C-29F0-2EED516C242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80C874BE-3BB2-62C6-19D4-4C3F1759B90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A21EB3C2-52F4-8F07-2946-DB668A2FD8D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3517795E-9B19-03CC-E486-B2A1F22AB26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07E3A81-176A-5F44-7001-F57EDEB9405C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4F4E098-7A86-7A08-596F-9232B3EDE1B7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D1125B0-05AB-E118-821F-AA145531F223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06482A43-72E8-B797-9DCA-CCA847F921BD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8071AC9B-B2BD-89B8-6081-067798F55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216E6079-7CB7-0D13-AE63-3A6F868B3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FAECE594-93C3-FF66-71A4-B5FF53EE43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136A7E93-FD84-127F-ADB8-1DB0CDFED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EAD18C83-7283-4657-A39D-759DC8606CD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7B408A7-CA58-9F0A-4304-73903666C7C7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0783C5CD-7E09-2D35-EC5C-54B4E2B84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235A7E1B-F48B-66AE-7E9E-F29459F8E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145748E-218E-8C6A-D797-EC2E8E3D2641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7ECE200-2010-0969-045E-8E9F1CF87EA8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9AE6AC7-4C24-3424-A293-0F97D11CB4C4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E60BB48-EF16-6A7A-81E4-27C7747D61B8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18CC44A-97D0-BB0E-8BAB-04B64900B0BE}"/>
              </a:ext>
            </a:extLst>
          </p:cNvPr>
          <p:cNvCxnSpPr>
            <a:cxnSpLocks/>
            <a:stCxn id="132" idx="0"/>
            <a:endCxn id="299" idx="2"/>
          </p:cNvCxnSpPr>
          <p:nvPr/>
        </p:nvCxnSpPr>
        <p:spPr>
          <a:xfrm flipH="1" flipV="1">
            <a:off x="8712331" y="3716160"/>
            <a:ext cx="886701" cy="20032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>
            <a:extLst>
              <a:ext uri="{FF2B5EF4-FFF2-40B4-BE49-F238E27FC236}">
                <a16:creationId xmlns:a16="http://schemas.microsoft.com/office/drawing/2014/main" id="{42D012C9-BD21-9688-32D3-32118EB14802}"/>
              </a:ext>
            </a:extLst>
          </p:cNvPr>
          <p:cNvSpPr txBox="1"/>
          <p:nvPr/>
        </p:nvSpPr>
        <p:spPr>
          <a:xfrm>
            <a:off x="4939587" y="5934234"/>
            <a:ext cx="3491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Standard TAPI modelling… </a:t>
            </a:r>
          </a:p>
          <a:p>
            <a:r>
              <a:rPr lang="en-GB" sz="1200" dirty="0">
                <a:solidFill>
                  <a:srgbClr val="FF0000"/>
                </a:solidFill>
              </a:rPr>
              <a:t>Internal structure ignored</a:t>
            </a:r>
          </a:p>
          <a:p>
            <a:r>
              <a:rPr lang="en-GB" sz="1200" dirty="0">
                <a:solidFill>
                  <a:srgbClr val="FF0000"/>
                </a:solidFill>
              </a:rPr>
              <a:t>Ethernet projected to edge</a:t>
            </a: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145" name="Rectangle 135">
            <a:extLst>
              <a:ext uri="{FF2B5EF4-FFF2-40B4-BE49-F238E27FC236}">
                <a16:creationId xmlns:a16="http://schemas.microsoft.com/office/drawing/2014/main" id="{A2321ADD-CF05-FB6C-3564-552EC921D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E1F6B329-0B22-1EB7-F464-11D7EC74C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5" name="Rectangle 135">
            <a:extLst>
              <a:ext uri="{FF2B5EF4-FFF2-40B4-BE49-F238E27FC236}">
                <a16:creationId xmlns:a16="http://schemas.microsoft.com/office/drawing/2014/main" id="{2FE75673-B70A-E61B-8A13-F2C7EA96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853" y="3914699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70C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Internal detail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72" name="Rectangle: Rounded Corners 671">
            <a:extLst>
              <a:ext uri="{FF2B5EF4-FFF2-40B4-BE49-F238E27FC236}">
                <a16:creationId xmlns:a16="http://schemas.microsoft.com/office/drawing/2014/main" id="{387CD5AA-9B25-AC10-B23E-4FA6DFA63D12}"/>
              </a:ext>
            </a:extLst>
          </p:cNvPr>
          <p:cNvSpPr/>
          <p:nvPr/>
        </p:nvSpPr>
        <p:spPr>
          <a:xfrm>
            <a:off x="8423013" y="2602908"/>
            <a:ext cx="1657545" cy="30422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3" name="Rectangle: Rounded Corners 672">
            <a:extLst>
              <a:ext uri="{FF2B5EF4-FFF2-40B4-BE49-F238E27FC236}">
                <a16:creationId xmlns:a16="http://schemas.microsoft.com/office/drawing/2014/main" id="{73985FC8-96C2-3D59-4A8C-B11BCA503B33}"/>
              </a:ext>
            </a:extLst>
          </p:cNvPr>
          <p:cNvSpPr/>
          <p:nvPr/>
        </p:nvSpPr>
        <p:spPr>
          <a:xfrm>
            <a:off x="2881258" y="1763038"/>
            <a:ext cx="1698973" cy="8287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74" name="Group 254">
            <a:extLst>
              <a:ext uri="{FF2B5EF4-FFF2-40B4-BE49-F238E27FC236}">
                <a16:creationId xmlns:a16="http://schemas.microsoft.com/office/drawing/2014/main" id="{740ED0BC-762D-77AA-8CC7-10207D1968E1}"/>
              </a:ext>
            </a:extLst>
          </p:cNvPr>
          <p:cNvGrpSpPr>
            <a:grpSpLocks noChangeAspect="1"/>
          </p:cNvGrpSpPr>
          <p:nvPr/>
        </p:nvGrpSpPr>
        <p:grpSpPr>
          <a:xfrm>
            <a:off x="8578236" y="2190858"/>
            <a:ext cx="256616" cy="147672"/>
            <a:chOff x="8421872" y="1904968"/>
            <a:chExt cx="347879" cy="255571"/>
          </a:xfrm>
        </p:grpSpPr>
        <p:sp>
          <p:nvSpPr>
            <p:cNvPr id="675" name="Rectangle 60">
              <a:extLst>
                <a:ext uri="{FF2B5EF4-FFF2-40B4-BE49-F238E27FC236}">
                  <a16:creationId xmlns:a16="http://schemas.microsoft.com/office/drawing/2014/main" id="{7384A8FF-CCC6-B0AC-3371-91A3DA964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76" name="Group 719">
              <a:extLst>
                <a:ext uri="{FF2B5EF4-FFF2-40B4-BE49-F238E27FC236}">
                  <a16:creationId xmlns:a16="http://schemas.microsoft.com/office/drawing/2014/main" id="{BFFB9F0C-4E01-2083-6BFA-FED921BA57D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78" name="Straight Connector 677">
                <a:extLst>
                  <a:ext uri="{FF2B5EF4-FFF2-40B4-BE49-F238E27FC236}">
                    <a16:creationId xmlns:a16="http://schemas.microsoft.com/office/drawing/2014/main" id="{4E970D8C-2A90-038D-D900-A2AFB842AF8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79" name="Straight Connector 678">
                <a:extLst>
                  <a:ext uri="{FF2B5EF4-FFF2-40B4-BE49-F238E27FC236}">
                    <a16:creationId xmlns:a16="http://schemas.microsoft.com/office/drawing/2014/main" id="{2FA25B76-375C-7D28-2204-690C2AE048C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80" name="Straight Connector 679">
                <a:extLst>
                  <a:ext uri="{FF2B5EF4-FFF2-40B4-BE49-F238E27FC236}">
                    <a16:creationId xmlns:a16="http://schemas.microsoft.com/office/drawing/2014/main" id="{235D07A3-6173-9C7E-FD2A-A65CCB3EBE7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81" name="Straight Connector 680">
                <a:extLst>
                  <a:ext uri="{FF2B5EF4-FFF2-40B4-BE49-F238E27FC236}">
                    <a16:creationId xmlns:a16="http://schemas.microsoft.com/office/drawing/2014/main" id="{FEC81A5E-6CF3-DA11-4530-FDD43BAE368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77" name="Trapezoid 301">
              <a:extLst>
                <a:ext uri="{FF2B5EF4-FFF2-40B4-BE49-F238E27FC236}">
                  <a16:creationId xmlns:a16="http://schemas.microsoft.com/office/drawing/2014/main" id="{5D2FA29B-91DC-022D-5E65-76714ADBBB6F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82" name="Group 681">
            <a:extLst>
              <a:ext uri="{FF2B5EF4-FFF2-40B4-BE49-F238E27FC236}">
                <a16:creationId xmlns:a16="http://schemas.microsoft.com/office/drawing/2014/main" id="{9852040B-A6DD-5BD8-3DAB-761BDC141485}"/>
              </a:ext>
            </a:extLst>
          </p:cNvPr>
          <p:cNvGrpSpPr/>
          <p:nvPr/>
        </p:nvGrpSpPr>
        <p:grpSpPr>
          <a:xfrm>
            <a:off x="8551766" y="1845128"/>
            <a:ext cx="304284" cy="192585"/>
            <a:chOff x="980945" y="1888766"/>
            <a:chExt cx="271916" cy="172099"/>
          </a:xfrm>
        </p:grpSpPr>
        <p:grpSp>
          <p:nvGrpSpPr>
            <p:cNvPr id="683" name="Group 898">
              <a:extLst>
                <a:ext uri="{FF2B5EF4-FFF2-40B4-BE49-F238E27FC236}">
                  <a16:creationId xmlns:a16="http://schemas.microsoft.com/office/drawing/2014/main" id="{7FC4EB21-E8BB-B7F0-BC4C-1AC670FA880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85" name="Rectangle 88">
                <a:extLst>
                  <a:ext uri="{FF2B5EF4-FFF2-40B4-BE49-F238E27FC236}">
                    <a16:creationId xmlns:a16="http://schemas.microsoft.com/office/drawing/2014/main" id="{AE96A014-45C3-EF1D-CE71-AB937E8C0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86" name="Isosceles Triangle 685">
                <a:extLst>
                  <a:ext uri="{FF2B5EF4-FFF2-40B4-BE49-F238E27FC236}">
                    <a16:creationId xmlns:a16="http://schemas.microsoft.com/office/drawing/2014/main" id="{C237E47B-5E2E-F30D-DB35-17B35AD1EDD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87" name="Oval 341">
                <a:extLst>
                  <a:ext uri="{FF2B5EF4-FFF2-40B4-BE49-F238E27FC236}">
                    <a16:creationId xmlns:a16="http://schemas.microsoft.com/office/drawing/2014/main" id="{6EC07D20-D050-A2F6-7C4E-90FAAC2E4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84" name="Trapezoid 320">
              <a:extLst>
                <a:ext uri="{FF2B5EF4-FFF2-40B4-BE49-F238E27FC236}">
                  <a16:creationId xmlns:a16="http://schemas.microsoft.com/office/drawing/2014/main" id="{02513DCE-2681-959E-6D62-04C2ED18CD9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88" name="Rectangle: Rounded Corners 687">
            <a:extLst>
              <a:ext uri="{FF2B5EF4-FFF2-40B4-BE49-F238E27FC236}">
                <a16:creationId xmlns:a16="http://schemas.microsoft.com/office/drawing/2014/main" id="{07C36019-A4A8-68ED-B0EC-532CF913E0A3}"/>
              </a:ext>
            </a:extLst>
          </p:cNvPr>
          <p:cNvSpPr/>
          <p:nvPr/>
        </p:nvSpPr>
        <p:spPr>
          <a:xfrm>
            <a:off x="8341569" y="1763038"/>
            <a:ext cx="1698973" cy="8444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9" name="Arrow: Right 688">
            <a:extLst>
              <a:ext uri="{FF2B5EF4-FFF2-40B4-BE49-F238E27FC236}">
                <a16:creationId xmlns:a16="http://schemas.microsoft.com/office/drawing/2014/main" id="{EB3757F4-55FD-6682-801E-4EF7F671F7A8}"/>
              </a:ext>
            </a:extLst>
          </p:cNvPr>
          <p:cNvSpPr/>
          <p:nvPr/>
        </p:nvSpPr>
        <p:spPr>
          <a:xfrm>
            <a:off x="4654378" y="1893900"/>
            <a:ext cx="3574011" cy="3954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Projection</a:t>
            </a:r>
          </a:p>
        </p:txBody>
      </p:sp>
      <p:grpSp>
        <p:nvGrpSpPr>
          <p:cNvPr id="700" name="Group 699">
            <a:extLst>
              <a:ext uri="{FF2B5EF4-FFF2-40B4-BE49-F238E27FC236}">
                <a16:creationId xmlns:a16="http://schemas.microsoft.com/office/drawing/2014/main" id="{1B2C25E9-6E29-616D-3012-9056C6A44042}"/>
              </a:ext>
            </a:extLst>
          </p:cNvPr>
          <p:cNvGrpSpPr/>
          <p:nvPr/>
        </p:nvGrpSpPr>
        <p:grpSpPr>
          <a:xfrm>
            <a:off x="8564843" y="2479395"/>
            <a:ext cx="304284" cy="192585"/>
            <a:chOff x="980945" y="1888766"/>
            <a:chExt cx="271916" cy="172099"/>
          </a:xfrm>
        </p:grpSpPr>
        <p:grpSp>
          <p:nvGrpSpPr>
            <p:cNvPr id="701" name="Group 898">
              <a:extLst>
                <a:ext uri="{FF2B5EF4-FFF2-40B4-BE49-F238E27FC236}">
                  <a16:creationId xmlns:a16="http://schemas.microsoft.com/office/drawing/2014/main" id="{EC7857E8-4B4C-D7F1-7D2B-058562DB451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03" name="Rectangle 88">
                <a:extLst>
                  <a:ext uri="{FF2B5EF4-FFF2-40B4-BE49-F238E27FC236}">
                    <a16:creationId xmlns:a16="http://schemas.microsoft.com/office/drawing/2014/main" id="{ACF3B0CE-3313-F606-A5EB-BF9C396051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92" name="Isosceles Triangle 191">
                <a:extLst>
                  <a:ext uri="{FF2B5EF4-FFF2-40B4-BE49-F238E27FC236}">
                    <a16:creationId xmlns:a16="http://schemas.microsoft.com/office/drawing/2014/main" id="{851251DE-F909-C879-CD42-4018B102CE5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93" name="Oval 341">
                <a:extLst>
                  <a:ext uri="{FF2B5EF4-FFF2-40B4-BE49-F238E27FC236}">
                    <a16:creationId xmlns:a16="http://schemas.microsoft.com/office/drawing/2014/main" id="{A5BB6028-D0FB-73B5-F631-4DBF3DCB3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02" name="Trapezoid 320">
              <a:extLst>
                <a:ext uri="{FF2B5EF4-FFF2-40B4-BE49-F238E27FC236}">
                  <a16:creationId xmlns:a16="http://schemas.microsoft.com/office/drawing/2014/main" id="{E9FB6D20-2012-43BB-6218-C70496915CC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9192FAB6-61E8-C473-D2A2-83A3BBFE2AF5}"/>
              </a:ext>
            </a:extLst>
          </p:cNvPr>
          <p:cNvSpPr/>
          <p:nvPr/>
        </p:nvSpPr>
        <p:spPr>
          <a:xfrm>
            <a:off x="2752387" y="2570420"/>
            <a:ext cx="5486302" cy="2418932"/>
          </a:xfrm>
          <a:prstGeom prst="roundRect">
            <a:avLst>
              <a:gd name="adj" fmla="val 0"/>
            </a:avLst>
          </a:prstGeom>
          <a:solidFill>
            <a:srgbClr val="DBE7F5">
              <a:alpha val="5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Rectangle 135">
            <a:extLst>
              <a:ext uri="{FF2B5EF4-FFF2-40B4-BE49-F238E27FC236}">
                <a16:creationId xmlns:a16="http://schemas.microsoft.com/office/drawing/2014/main" id="{61A59D6C-C54F-9F96-0B09-3C832EB51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8490" y="2759045"/>
            <a:ext cx="345359" cy="12311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B0F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TAPI</a:t>
            </a:r>
            <a:endParaRPr lang="en-GB" sz="800" kern="0" dirty="0">
              <a:solidFill>
                <a:srgbClr val="00B0F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96" name="Rectangle 135">
            <a:extLst>
              <a:ext uri="{FF2B5EF4-FFF2-40B4-BE49-F238E27FC236}">
                <a16:creationId xmlns:a16="http://schemas.microsoft.com/office/drawing/2014/main" id="{C37F27D5-9F11-1771-97C5-AD0C001DF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8490" y="2009695"/>
            <a:ext cx="345359" cy="12311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B0F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IETF</a:t>
            </a:r>
            <a:endParaRPr lang="en-GB" sz="800" kern="0" dirty="0">
              <a:solidFill>
                <a:srgbClr val="00B0F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9" name="Rectangle 135">
            <a:extLst>
              <a:ext uri="{FF2B5EF4-FFF2-40B4-BE49-F238E27FC236}">
                <a16:creationId xmlns:a16="http://schemas.microsoft.com/office/drawing/2014/main" id="{97A53AEF-EDD7-E871-EA85-3ECE2F049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273" y="2409240"/>
            <a:ext cx="9891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IETF-TAPI Linkage (peer)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128" name="Group 254">
            <a:extLst>
              <a:ext uri="{FF2B5EF4-FFF2-40B4-BE49-F238E27FC236}">
                <a16:creationId xmlns:a16="http://schemas.microsoft.com/office/drawing/2014/main" id="{45A37780-8D24-0C28-0F8F-F1B115B91E86}"/>
              </a:ext>
            </a:extLst>
          </p:cNvPr>
          <p:cNvGrpSpPr>
            <a:grpSpLocks noChangeAspect="1"/>
          </p:cNvGrpSpPr>
          <p:nvPr/>
        </p:nvGrpSpPr>
        <p:grpSpPr>
          <a:xfrm>
            <a:off x="3549511" y="2879893"/>
            <a:ext cx="256616" cy="147672"/>
            <a:chOff x="8421872" y="1904968"/>
            <a:chExt cx="347879" cy="255571"/>
          </a:xfrm>
        </p:grpSpPr>
        <p:sp>
          <p:nvSpPr>
            <p:cNvPr id="148" name="Rectangle 60">
              <a:extLst>
                <a:ext uri="{FF2B5EF4-FFF2-40B4-BE49-F238E27FC236}">
                  <a16:creationId xmlns:a16="http://schemas.microsoft.com/office/drawing/2014/main" id="{2B4F3A35-D84F-88FB-4BC4-7816739E7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149" name="Group 719">
              <a:extLst>
                <a:ext uri="{FF2B5EF4-FFF2-40B4-BE49-F238E27FC236}">
                  <a16:creationId xmlns:a16="http://schemas.microsoft.com/office/drawing/2014/main" id="{66529A46-0D90-DBFB-5229-344A87CDA724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25CBF3E8-6FA4-EBC8-E5E5-3646AB2C65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B6974F14-33BF-37FD-5652-0DAD80708EE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3B4944B3-FEED-E296-434F-7F1FF3C88A2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4B1D5B9C-6F79-5D0A-BEE0-D0C00989B1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50" name="Trapezoid 396">
              <a:extLst>
                <a:ext uri="{FF2B5EF4-FFF2-40B4-BE49-F238E27FC236}">
                  <a16:creationId xmlns:a16="http://schemas.microsoft.com/office/drawing/2014/main" id="{727C1A5C-B6D2-0379-C841-C324FEA545B4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55" name="Rectangle 135">
            <a:extLst>
              <a:ext uri="{FF2B5EF4-FFF2-40B4-BE49-F238E27FC236}">
                <a16:creationId xmlns:a16="http://schemas.microsoft.com/office/drawing/2014/main" id="{2A59166A-1BF7-6E1B-CB50-588C8FCD9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314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56" name="Rectangle 135">
            <a:extLst>
              <a:ext uri="{FF2B5EF4-FFF2-40B4-BE49-F238E27FC236}">
                <a16:creationId xmlns:a16="http://schemas.microsoft.com/office/drawing/2014/main" id="{0E42DB51-17D5-F798-568D-CBAD97FFC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575" y="1940416"/>
            <a:ext cx="62969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Ethernet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57" name="Rectangle 60">
            <a:extLst>
              <a:ext uri="{FF2B5EF4-FFF2-40B4-BE49-F238E27FC236}">
                <a16:creationId xmlns:a16="http://schemas.microsoft.com/office/drawing/2014/main" id="{06F0FB38-89AE-D1DE-F850-F3BF1C52D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550" y="287070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58" name="Flowchart: Process 157">
            <a:extLst>
              <a:ext uri="{FF2B5EF4-FFF2-40B4-BE49-F238E27FC236}">
                <a16:creationId xmlns:a16="http://schemas.microsoft.com/office/drawing/2014/main" id="{687A68AE-BC30-34C5-5E57-667FECAF65C8}"/>
              </a:ext>
            </a:extLst>
          </p:cNvPr>
          <p:cNvSpPr/>
          <p:nvPr/>
        </p:nvSpPr>
        <p:spPr>
          <a:xfrm>
            <a:off x="3602610" y="2923847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lowchart: Process 158">
            <a:extLst>
              <a:ext uri="{FF2B5EF4-FFF2-40B4-BE49-F238E27FC236}">
                <a16:creationId xmlns:a16="http://schemas.microsoft.com/office/drawing/2014/main" id="{96A4AE07-3251-0869-934E-D979A9F92C92}"/>
              </a:ext>
            </a:extLst>
          </p:cNvPr>
          <p:cNvSpPr/>
          <p:nvPr/>
        </p:nvSpPr>
        <p:spPr>
          <a:xfrm>
            <a:off x="3602592" y="2923847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03BE72CB-1C19-7A13-1F7F-772370BA2647}"/>
              </a:ext>
            </a:extLst>
          </p:cNvPr>
          <p:cNvCxnSpPr>
            <a:cxnSpLocks/>
            <a:stCxn id="161" idx="2"/>
            <a:endCxn id="157" idx="1"/>
          </p:cNvCxnSpPr>
          <p:nvPr/>
        </p:nvCxnSpPr>
        <p:spPr>
          <a:xfrm>
            <a:off x="3101581" y="2554795"/>
            <a:ext cx="406969" cy="421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58EFD37-FABE-6F59-9216-3E1BCACD1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985" y="2334851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C821A5F-EEC1-70F8-F0AE-14CE9C8BE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310" y="2366149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63" name="Flowchart: Process 162">
            <a:extLst>
              <a:ext uri="{FF2B5EF4-FFF2-40B4-BE49-F238E27FC236}">
                <a16:creationId xmlns:a16="http://schemas.microsoft.com/office/drawing/2014/main" id="{3CF9A09A-EBAC-3662-CCEA-595C1A3739A8}"/>
              </a:ext>
            </a:extLst>
          </p:cNvPr>
          <p:cNvSpPr/>
          <p:nvPr/>
        </p:nvSpPr>
        <p:spPr>
          <a:xfrm>
            <a:off x="3028514" y="2403556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35">
            <a:extLst>
              <a:ext uri="{FF2B5EF4-FFF2-40B4-BE49-F238E27FC236}">
                <a16:creationId xmlns:a16="http://schemas.microsoft.com/office/drawing/2014/main" id="{6F057A54-3F5D-AC43-6F69-6F6CF6F30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273" y="2390283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2D403C7-E3BE-B497-24FF-5C5A3291FDF0}"/>
              </a:ext>
            </a:extLst>
          </p:cNvPr>
          <p:cNvCxnSpPr>
            <a:cxnSpLocks/>
            <a:stCxn id="166" idx="2"/>
            <a:endCxn id="157" idx="0"/>
          </p:cNvCxnSpPr>
          <p:nvPr/>
        </p:nvCxnSpPr>
        <p:spPr>
          <a:xfrm>
            <a:off x="3692416" y="2401873"/>
            <a:ext cx="0" cy="46883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66" name="Rectangle 60">
            <a:extLst>
              <a:ext uri="{FF2B5EF4-FFF2-40B4-BE49-F238E27FC236}">
                <a16:creationId xmlns:a16="http://schemas.microsoft.com/office/drawing/2014/main" id="{9A683AF1-BCCA-4C47-12BC-0EEC4580D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550" y="219025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67" name="Flowchart: Process 166">
            <a:extLst>
              <a:ext uri="{FF2B5EF4-FFF2-40B4-BE49-F238E27FC236}">
                <a16:creationId xmlns:a16="http://schemas.microsoft.com/office/drawing/2014/main" id="{F065125D-1A2A-C9CC-C313-3BE6ACB74920}"/>
              </a:ext>
            </a:extLst>
          </p:cNvPr>
          <p:cNvSpPr/>
          <p:nvPr/>
        </p:nvSpPr>
        <p:spPr>
          <a:xfrm>
            <a:off x="3602592" y="2243400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945035-11D9-1CD4-6791-3F182CE8C47E}"/>
              </a:ext>
            </a:extLst>
          </p:cNvPr>
          <p:cNvCxnSpPr>
            <a:cxnSpLocks/>
            <a:stCxn id="169" idx="2"/>
            <a:endCxn id="166" idx="1"/>
          </p:cNvCxnSpPr>
          <p:nvPr/>
        </p:nvCxnSpPr>
        <p:spPr>
          <a:xfrm>
            <a:off x="3101581" y="2071574"/>
            <a:ext cx="406969" cy="2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F8A7770-B544-8D2A-C384-93F7296C8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985" y="1851630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D781825-EA8E-E5D8-897A-943488262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310" y="1882928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1" name="Flowchart: Process 170">
            <a:extLst>
              <a:ext uri="{FF2B5EF4-FFF2-40B4-BE49-F238E27FC236}">
                <a16:creationId xmlns:a16="http://schemas.microsoft.com/office/drawing/2014/main" id="{B765EDA7-0732-6C37-C435-9DE97C89D9D3}"/>
              </a:ext>
            </a:extLst>
          </p:cNvPr>
          <p:cNvSpPr/>
          <p:nvPr/>
        </p:nvSpPr>
        <p:spPr>
          <a:xfrm>
            <a:off x="3028514" y="1920335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6C1C4571-9C6E-4326-6C2A-FF3C9F5F295B}"/>
              </a:ext>
            </a:extLst>
          </p:cNvPr>
          <p:cNvCxnSpPr>
            <a:cxnSpLocks/>
            <a:stCxn id="169" idx="2"/>
            <a:endCxn id="161" idx="0"/>
          </p:cNvCxnSpPr>
          <p:nvPr/>
        </p:nvCxnSpPr>
        <p:spPr>
          <a:xfrm>
            <a:off x="3101581" y="2071574"/>
            <a:ext cx="0" cy="263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69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3382A-FFAE-F220-425E-674280F5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F4BB7239-C5AB-A789-CE78-2F9711660BA4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040EA31-5AA9-2D29-2977-27966AC7530F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D1AFD928-D563-9DF9-6A15-EF246B6752E1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246454-C6E5-26CB-0EE5-ECF59A6747D8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308D7D57-2D05-DA8D-CE51-7F89BD069CDC}"/>
              </a:ext>
            </a:extLst>
          </p:cNvPr>
          <p:cNvSpPr/>
          <p:nvPr/>
        </p:nvSpPr>
        <p:spPr>
          <a:xfrm>
            <a:off x="2817348" y="1950364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CFD42-428D-D322-AE7D-57CE9C0FB4E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E11C2A48-EF13-3AF7-3543-7512ECD3FA4F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A7FD44EB-8C30-D338-A5C3-055B1A8FAF33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AE96D625-A28D-3A83-3506-C92392ED9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D003D69C-3A4B-74A7-40CC-3B7C18CD1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E4AD7ADB-A237-7EF2-5008-325923B33AC0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F941054E-E789-215C-A5A9-3D5EFD8B7C70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4B640DBA-799A-0FB9-4C00-54FCDFE2D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3017E4A8-B306-9C99-3AF0-BDA3D4E3077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C4817A55-0A98-8DFF-A86F-604565051DB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16AEDD00-0FA6-6127-F82B-1F597716E68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9CC62B5-1ECC-523E-AF24-3B770CA1F09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3F45EA71-2CCE-08AC-D08C-EB728132DEF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9DA16DA5-7EA0-9F3B-B459-0E7B7C88EB14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0A2B4ECB-8948-E97D-86BB-C6FCCF51ABE2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1C0D3ECD-DA63-3287-6D02-B7CB631D58DB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DAD59C22-EA1C-2DC9-B486-3251F8FDC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9BD03C28-DED9-3E96-82CD-0DC68C4646DF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EAE16AE2-D36F-FAC7-71E2-FB0247C803C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816399EB-C0EE-EAE0-A246-45B07B88BFD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15DB5736-D421-9AD9-59AE-62CB06C2F3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AC4ACFD6-947C-3192-62AD-6FB5C4422EB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64970D11-E835-C7B0-420A-14F6299BA41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1B241B9E-8786-7066-F8CA-704666058377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9471D2CF-DBF2-D56C-B85F-99E45DF840D0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6E3AAF52-B180-2A6D-5A8F-5819B2AACFEA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B064647A-7745-CDCE-156A-E2D1B8C18E45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433C5909-9C5D-2EB4-E32C-C1873DF8B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8A4425E5-13B6-2CD0-8143-A5B09A29F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BBF41BBC-8BA2-00D3-0963-A3DAC8A3E07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AF9D2812-E763-0A43-0F0A-BB9214862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3961F8D6-3EC4-4E2B-4785-4D03C0CD833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D03A8D7F-4AC9-13F0-EFF5-91BD5B82F83B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A3AF7FBB-9B87-3DBD-9817-DBDE5469F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A8B12EAB-748D-5651-670C-1D3EB5BCAE7B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15D66C48-5F22-2205-AABC-C61C4639A33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D028DDFE-108D-8A0B-C795-8EF05E545BD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7300B4DB-B4F1-D7D9-5D5A-248C258556C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8C5ACA18-1225-1087-CCB5-09E1BF9C50B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0D2CF842-8300-B8F1-C927-A9ECE2ACC718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15B33EDB-E326-E5F4-866D-C3CCA556C89C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131794F-DB87-1727-0095-B2E461608913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1617737F-C36D-89DA-BAC2-CE2169C98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89096394-3D92-AB63-8784-9AD13F2F5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5E1119F8-181C-DFD6-4167-88BCFA77FCD6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613F1679-47E0-C775-5163-296BC9D512D1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AD01ED99-03E0-CC28-81B3-B25E373E652C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3FC0A61-588A-5124-EDBC-8DEDE044E73D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8375B697-42C8-3569-CD93-510556183E2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D538F522-19A4-0B4F-60E0-EBD6A0672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A22AB310-E5BE-B1E5-A9E2-2660475A56B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796CB342-6C5E-8FF0-B24A-2548EF299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7F19EAD8-77EB-9A34-F7AC-921FCAEEEE7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84" name="Rectangle 383">
            <a:extLst>
              <a:ext uri="{FF2B5EF4-FFF2-40B4-BE49-F238E27FC236}">
                <a16:creationId xmlns:a16="http://schemas.microsoft.com/office/drawing/2014/main" id="{B4D8BF8D-F44E-75EE-2740-CAB062FDBD78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3FB0793-EA1F-409C-2D10-289925405EDC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8218335C-DFC2-F20A-C550-F0824D197A6C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1A3F975B-B829-E261-898B-0B42F0102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24E9C84D-3B04-0A33-7A10-98CDAC395B0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76E111D0-934C-946C-3575-3B6DF3456B7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E53D1F00-2FD2-8613-AD6D-F7A0041F758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86BDCD25-1D87-0A69-776B-1DB4277F810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170133D4-7060-67BE-3B31-E3FAD9EF3AF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9F507017-EE46-B19F-2F8C-B7C8F29D3ED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41" name="Rectangle 135">
            <a:extLst>
              <a:ext uri="{FF2B5EF4-FFF2-40B4-BE49-F238E27FC236}">
                <a16:creationId xmlns:a16="http://schemas.microsoft.com/office/drawing/2014/main" id="{D867B8B7-6BCA-6FE3-F03E-F7B5036B7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7" name="Rectangle 135">
            <a:extLst>
              <a:ext uri="{FF2B5EF4-FFF2-40B4-BE49-F238E27FC236}">
                <a16:creationId xmlns:a16="http://schemas.microsoft.com/office/drawing/2014/main" id="{CA57F1BC-936C-9F4A-86B9-8AEF3FD34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884" y="386632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49E32C-CA61-E4B1-5D1D-6B893BC829EA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C41CB393-5A47-BD3F-F0B2-489AEC61229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E7990B1C-1F92-7759-107A-8B8500171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5CB01D5F-CDE8-3371-8025-3B8A5A40D80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DC5FBF56-BB44-78B0-8834-EFB9F945F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96FBC79F-96F4-1D7F-A3A8-61842AEDE6D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86DEA3-128B-63D6-423F-3DB118B65743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531C5631-E561-E540-F972-BDCDB18E1B5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1F1BEE2C-49F3-05F7-720C-CD2CD22D5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97F6F4FB-A471-A815-2CDE-276C7CF82CC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6506A3C2-7849-8FDB-F39B-EFB17DF7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81F08A75-A162-9527-DF56-318185E1F73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40D252-BB52-8D51-5BA5-77A866232912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D608D3B1-0FDB-C228-3A22-82918DF9A63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95EF518D-434F-C89B-2A38-95E1177A6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AAECAF9C-1F8A-4804-E53F-21B10498380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4C69F2EF-AD99-BED1-206D-C21E78FD6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8AE1DFB6-BA87-2BBC-A7B2-519CE4512DC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F2FA45-4FAB-1F27-8320-14B8336681F4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CDCEBA01-BC1D-88EF-9BA3-8E43A44E8E5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0D8DCC45-19C6-92A4-C7E4-D8A08C92C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5EE9B647-DC4D-853D-9A08-E417704D786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36A1061C-EB37-9AEC-7320-002A2CE54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96A9C766-54F9-FA30-7FCE-57B88533BA5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6D5923-6C08-B1F9-8769-E94426ECAEC4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6C345735-0F5B-061E-02C5-1E2A020C536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F19D0E41-075C-3977-5675-68F7471B2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D4FA64A3-F996-2968-9596-6FF8EAFA447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50F9536D-A13E-F77A-1BFF-D1DA986B2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8974A4DA-F4C3-D7CC-BC49-FF4D8D7DE72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1BAA640-984D-47FB-744A-4B2F6719CD3C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1A95377C-A7A3-0326-6381-AD88466D4DC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2E7C573B-7618-A254-38C0-03A808570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CB8E678A-3981-6FB3-93E8-683C6C20F7F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92979324-F233-3E5B-CFDE-E6ED17CFE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F5FEF3B4-A74B-7B58-AD9D-0811FC6D289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F60FC97-8954-B41A-5511-8CAA71DBB7E8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EBC60159-3777-9E13-95B2-3079AAE221B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55AB700E-C2BB-0471-B28D-E172A3C5C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03BB4599-2466-E66A-27D7-5299086A2D5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78F7507F-BECF-BC28-C731-0AE4D23C8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DB388DF3-4C54-4F47-56BB-0B92212B862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B3261DC-A9C0-40C8-599A-4152E0321F4A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4F34279C-1AF4-469A-0A6E-A06ECB2109F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8960C15F-FEF1-D93A-E357-8294A3AE8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2A137251-6FD7-079E-6404-BAAFA592A3F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90A69EF9-FA4A-DA60-1536-9E9806252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2EFC9883-66F3-84F9-BF11-ADB936A3E6B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6EE3EBE-9DCE-06FD-0217-BAC5736FC88D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8579225B-49FB-B342-F5B8-022CF1DC0146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34731AB7-8077-27A2-607E-926EEE7C5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B26E6161-9B80-87DD-9480-1EB4F4FBE06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7FF81EA-EC0B-4ED1-EBB0-179C53630A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0CD3CE-EBFA-5659-E966-75D6C65314E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98B7272-0ECE-33FD-0D71-E68C6ED93D3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C217FEA4-8F08-B793-F45D-992891C8CCC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2486BE37-C2A2-C085-94AC-20EC11EE0C76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B01E0FF-7045-A76D-04F1-4EB89796E57B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C53A02BF-77EE-4297-791B-EF627228B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27FB040-98EF-46FA-4CE1-2C63BAD5AC64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A0B75B22-716F-1C04-9395-BD2987A3828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1350D0CD-C947-0B74-1AD2-71D66B799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485D2299-863F-9589-9D1E-09499F4F12D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3A516C68-17FB-544B-0E4F-7391DEDD4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71580EED-DD6A-B5B1-2E2A-24FFBD677DD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A08E711-769E-C1A8-9418-AFE4072880F2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1D5BA686-D00B-F3A6-54C8-FC692C6918AA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1D13415B-4F1E-B872-63F3-818AC0F6A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3547E501-02C5-2FCC-E0B6-74703731D1F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6777552-E993-18F7-26FA-FF69494CD97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15E8B1B-04A8-B04D-9742-A93D1F4A058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B8A0781-CB90-93CA-90CB-C6EDEFD4DDB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0BC529B5-A591-F2B2-4EEC-66E2C0F0780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C8C338C9-E99A-B9DB-2434-09637B43DB36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832ABA0C-9B0A-B2B5-7450-DB0DB3215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7C2CB38-58FF-9BB3-29A8-CE478BB83987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99DA8B37-60DB-5F63-AA89-86B708A1D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27458FAD-28A8-9F1F-1CC1-BB8EACE32762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0602F7C-A254-0A11-0726-D164AED6082A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BBF1AEF6-236F-0DA1-4EA5-DAF539907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4B14ECB2-D817-900B-42EC-A67EFE14A964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92C55AD-3E87-6A6C-0190-3E83A8042826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8E12320-CB6A-B3EF-EF7C-AB548B4D9738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9D4BE43-D9C4-CB3E-62F7-E8D318C72D74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4D0AF8A-B30E-A038-0C9F-FEB940DC0EB7}"/>
              </a:ext>
            </a:extLst>
          </p:cNvPr>
          <p:cNvCxnSpPr>
            <a:cxnSpLocks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14D6025E-3338-8FC7-CF34-0836CA8F8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6644CB83-DCE0-ADE5-F2B8-71EC120C6880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C9CC2FA6-A3B1-8FA4-26AC-3BB187F8A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272EB4D2-FE63-6828-2980-D50375E00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D4720A63-F982-8F3B-C25B-8871B1EBD60B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56A753DE-84EC-2B5C-3E2C-17ED580F6F7F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3F67995C-EBBD-12FC-A679-A014A670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5E274C24-0812-CD93-D6A9-F4BD530E5DF0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BB9EC1F-5143-BA20-CFB0-011352F543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3F538E0-7121-A975-6383-0EDF81FE92E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BE6D71CE-F202-7BF0-C0C6-4227B52AC0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E8D4CA83-F37C-A575-F270-557D66D14C2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7EC6DB20-9A3D-C4D9-57D3-BCA3D2A4EE4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978A45B-B832-BF08-1F19-68F8ACF009CC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CF3FF3AD-7C34-E667-3574-DAE799E40BF7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F600AC87-C6D0-9C33-E919-FB0B5D56C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F145C157-CFDC-8E28-E237-67383515FFF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B2443E6B-FD52-485F-E543-1D2B448E3DA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C21A4F92-64D0-6EFE-6958-85752B1F3E4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13B2D434-B2D8-AA42-9594-ED9E376FE0B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D2162496-6FE0-7112-5E4A-3AC98122905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E4344E82-7335-D489-987B-7E47B6EFDC0E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AE76440-097A-8F28-6E23-0F7037AAA486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39F4A02-B3B5-7124-D5F5-1DAC0EA8721C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CF71B09-7474-60F2-91ED-1511C20663AB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4A990D26-524F-DD76-5EF5-03A7CD0CF26F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AD00EA9A-FA94-0AA3-40A4-CD38BFD7B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143D4015-39F9-2580-725D-75C269ED0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624FD8E2-9A21-E648-6CE7-FC46C636CF3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165D330C-41E4-4544-E1C3-A2B36CB35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EF6A8073-5835-63ED-53A1-7CAFEF5D0DC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A3ADBA8-949F-4690-4515-54EB9A6A8F54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A1C00A9F-7BF1-7D75-C556-C1F75D365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85C7C0E6-3E8D-6CD6-304A-470A64054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C9707BD1-B9DD-E258-803A-1DD7B837B4B3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E99CEE9-444F-6F2B-27C4-B0417C07BD45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78C490C-E91F-9B62-4249-1505FAF03121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F915B48-16AE-AEAA-1BF1-A9973554AEF3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2EB70A1-AC5B-C1B3-D6FC-40F96FA94D10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8649929" y="3716161"/>
            <a:ext cx="949103" cy="20032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35">
            <a:extLst>
              <a:ext uri="{FF2B5EF4-FFF2-40B4-BE49-F238E27FC236}">
                <a16:creationId xmlns:a16="http://schemas.microsoft.com/office/drawing/2014/main" id="{657D4BD3-8786-6416-E3A6-4E0311B44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452E0954-8760-86F6-5DEF-AA75AAA1F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86" name="Rectangle 135">
            <a:extLst>
              <a:ext uri="{FF2B5EF4-FFF2-40B4-BE49-F238E27FC236}">
                <a16:creationId xmlns:a16="http://schemas.microsoft.com/office/drawing/2014/main" id="{06F60807-AE21-8A95-894C-DD80444E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918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9" name="Rectangle 135">
            <a:extLst>
              <a:ext uri="{FF2B5EF4-FFF2-40B4-BE49-F238E27FC236}">
                <a16:creationId xmlns:a16="http://schemas.microsoft.com/office/drawing/2014/main" id="{2B60293B-20A0-514B-7E82-6C06D8D4E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852" y="3218355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3" name="Rectangle 135">
            <a:extLst>
              <a:ext uri="{FF2B5EF4-FFF2-40B4-BE49-F238E27FC236}">
                <a16:creationId xmlns:a16="http://schemas.microsoft.com/office/drawing/2014/main" id="{06A7A8DE-370F-A0D8-367A-3FECABE3F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82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EA23CBCE-BA0A-F354-04D3-34D6EB42DEE1}"/>
              </a:ext>
            </a:extLst>
          </p:cNvPr>
          <p:cNvSpPr/>
          <p:nvPr/>
        </p:nvSpPr>
        <p:spPr>
          <a:xfrm>
            <a:off x="6088332" y="4101983"/>
            <a:ext cx="218398" cy="1417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A2053087-7BDD-BBA2-BD0C-9C15FCD20378}"/>
              </a:ext>
            </a:extLst>
          </p:cNvPr>
          <p:cNvSpPr/>
          <p:nvPr/>
        </p:nvSpPr>
        <p:spPr>
          <a:xfrm>
            <a:off x="5470399" y="4101983"/>
            <a:ext cx="218398" cy="1417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6" name="Rectangle 135">
            <a:extLst>
              <a:ext uri="{FF2B5EF4-FFF2-40B4-BE49-F238E27FC236}">
                <a16:creationId xmlns:a16="http://schemas.microsoft.com/office/drawing/2014/main" id="{A52904E8-1AC8-031A-9147-31A8C72A7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198" y="4320177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Access Ports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7" name="Oval 656">
            <a:extLst>
              <a:ext uri="{FF2B5EF4-FFF2-40B4-BE49-F238E27FC236}">
                <a16:creationId xmlns:a16="http://schemas.microsoft.com/office/drawing/2014/main" id="{74125293-36A1-07B6-BC80-EE8C2C56FDD7}"/>
              </a:ext>
            </a:extLst>
          </p:cNvPr>
          <p:cNvSpPr/>
          <p:nvPr/>
        </p:nvSpPr>
        <p:spPr>
          <a:xfrm>
            <a:off x="5263978" y="3705002"/>
            <a:ext cx="1194843" cy="1130745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8" name="Rectangle 135">
            <a:extLst>
              <a:ext uri="{FF2B5EF4-FFF2-40B4-BE49-F238E27FC236}">
                <a16:creationId xmlns:a16="http://schemas.microsoft.com/office/drawing/2014/main" id="{7A39EB07-35D1-9555-7C50-E40C02BC9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198" y="3765991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Physical Span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148" name="Group 254">
            <a:extLst>
              <a:ext uri="{FF2B5EF4-FFF2-40B4-BE49-F238E27FC236}">
                <a16:creationId xmlns:a16="http://schemas.microsoft.com/office/drawing/2014/main" id="{961F8396-9026-8370-8A17-E0625A7406EA}"/>
              </a:ext>
            </a:extLst>
          </p:cNvPr>
          <p:cNvGrpSpPr>
            <a:grpSpLocks noChangeAspect="1"/>
          </p:cNvGrpSpPr>
          <p:nvPr/>
        </p:nvGrpSpPr>
        <p:grpSpPr>
          <a:xfrm>
            <a:off x="3532010" y="3627881"/>
            <a:ext cx="256616" cy="147672"/>
            <a:chOff x="8421872" y="1904968"/>
            <a:chExt cx="347879" cy="255571"/>
          </a:xfrm>
        </p:grpSpPr>
        <p:sp>
          <p:nvSpPr>
            <p:cNvPr id="149" name="Rectangle 60">
              <a:extLst>
                <a:ext uri="{FF2B5EF4-FFF2-40B4-BE49-F238E27FC236}">
                  <a16:creationId xmlns:a16="http://schemas.microsoft.com/office/drawing/2014/main" id="{92A26B87-2988-64A7-1F8D-E48B42050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150" name="Group 719">
              <a:extLst>
                <a:ext uri="{FF2B5EF4-FFF2-40B4-BE49-F238E27FC236}">
                  <a16:creationId xmlns:a16="http://schemas.microsoft.com/office/drawing/2014/main" id="{2EC79970-5B1A-2E00-4032-545631830043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6C9586D1-CF74-A98C-9EA8-C5BB839B315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55C0D991-1DAB-E233-88B1-80B4CA8BE3A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35243879-EFD6-8EEE-A027-6212611CADC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C0E60B3A-5A27-249E-A6EF-09296F1C26E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51" name="Trapezoid 396">
              <a:extLst>
                <a:ext uri="{FF2B5EF4-FFF2-40B4-BE49-F238E27FC236}">
                  <a16:creationId xmlns:a16="http://schemas.microsoft.com/office/drawing/2014/main" id="{B32D838F-8EF3-8858-5047-C5E32D64E73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56" name="Rectangle 135">
            <a:extLst>
              <a:ext uri="{FF2B5EF4-FFF2-40B4-BE49-F238E27FC236}">
                <a16:creationId xmlns:a16="http://schemas.microsoft.com/office/drawing/2014/main" id="{5E2CB33C-8B81-8B2D-4FA3-B4E0BA11D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13" y="3621492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57" name="Rectangle 135">
            <a:extLst>
              <a:ext uri="{FF2B5EF4-FFF2-40B4-BE49-F238E27FC236}">
                <a16:creationId xmlns:a16="http://schemas.microsoft.com/office/drawing/2014/main" id="{19DF7701-04FA-1A36-02F6-D7502137A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074" y="2688404"/>
            <a:ext cx="62969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58" name="Rectangle 60">
            <a:extLst>
              <a:ext uri="{FF2B5EF4-FFF2-40B4-BE49-F238E27FC236}">
                <a16:creationId xmlns:a16="http://schemas.microsoft.com/office/drawing/2014/main" id="{FCF5A939-DEEF-138B-402D-CAB842165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049" y="3618692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59" name="Flowchart: Process 158">
            <a:extLst>
              <a:ext uri="{FF2B5EF4-FFF2-40B4-BE49-F238E27FC236}">
                <a16:creationId xmlns:a16="http://schemas.microsoft.com/office/drawing/2014/main" id="{BFD87FDD-0C81-DFEE-3839-36EF36B9EB93}"/>
              </a:ext>
            </a:extLst>
          </p:cNvPr>
          <p:cNvSpPr/>
          <p:nvPr/>
        </p:nvSpPr>
        <p:spPr>
          <a:xfrm>
            <a:off x="3585109" y="3671835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Process 159">
            <a:extLst>
              <a:ext uri="{FF2B5EF4-FFF2-40B4-BE49-F238E27FC236}">
                <a16:creationId xmlns:a16="http://schemas.microsoft.com/office/drawing/2014/main" id="{5DB16709-F686-14E8-BEEC-F7487984F754}"/>
              </a:ext>
            </a:extLst>
          </p:cNvPr>
          <p:cNvSpPr/>
          <p:nvPr/>
        </p:nvSpPr>
        <p:spPr>
          <a:xfrm>
            <a:off x="3585091" y="3671835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37CC1CF-0CAB-CB39-F9C9-12534FB64989}"/>
              </a:ext>
            </a:extLst>
          </p:cNvPr>
          <p:cNvCxnSpPr>
            <a:cxnSpLocks/>
            <a:stCxn id="162" idx="2"/>
            <a:endCxn id="158" idx="1"/>
          </p:cNvCxnSpPr>
          <p:nvPr/>
        </p:nvCxnSpPr>
        <p:spPr>
          <a:xfrm>
            <a:off x="3084080" y="3302783"/>
            <a:ext cx="406969" cy="421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F8B08BD-4E59-EDF1-3A05-6F98DCC3E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484" y="3082839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E1BC963-9359-7971-0E2C-C28489EA8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809" y="3114137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64" name="Flowchart: Process 163">
            <a:extLst>
              <a:ext uri="{FF2B5EF4-FFF2-40B4-BE49-F238E27FC236}">
                <a16:creationId xmlns:a16="http://schemas.microsoft.com/office/drawing/2014/main" id="{25ACC4F2-CA0A-D911-DB42-D610AEE39ED1}"/>
              </a:ext>
            </a:extLst>
          </p:cNvPr>
          <p:cNvSpPr/>
          <p:nvPr/>
        </p:nvSpPr>
        <p:spPr>
          <a:xfrm>
            <a:off x="3011013" y="3151544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35">
            <a:extLst>
              <a:ext uri="{FF2B5EF4-FFF2-40B4-BE49-F238E27FC236}">
                <a16:creationId xmlns:a16="http://schemas.microsoft.com/office/drawing/2014/main" id="{3E439CA9-D145-8F1A-033A-63CF1C174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772" y="313827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2320ED3E-34D7-0234-51BE-6EA198626C9B}"/>
              </a:ext>
            </a:extLst>
          </p:cNvPr>
          <p:cNvCxnSpPr>
            <a:cxnSpLocks/>
            <a:stCxn id="167" idx="2"/>
            <a:endCxn id="158" idx="0"/>
          </p:cNvCxnSpPr>
          <p:nvPr/>
        </p:nvCxnSpPr>
        <p:spPr>
          <a:xfrm>
            <a:off x="3674915" y="3149861"/>
            <a:ext cx="0" cy="46883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67" name="Rectangle 60">
            <a:extLst>
              <a:ext uri="{FF2B5EF4-FFF2-40B4-BE49-F238E27FC236}">
                <a16:creationId xmlns:a16="http://schemas.microsoft.com/office/drawing/2014/main" id="{8D858224-525E-F64A-F3F9-7B425EFAD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049" y="2938245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68" name="Flowchart: Process 167">
            <a:extLst>
              <a:ext uri="{FF2B5EF4-FFF2-40B4-BE49-F238E27FC236}">
                <a16:creationId xmlns:a16="http://schemas.microsoft.com/office/drawing/2014/main" id="{C614FF3D-E3E5-DA40-FF2B-483B96E549E0}"/>
              </a:ext>
            </a:extLst>
          </p:cNvPr>
          <p:cNvSpPr/>
          <p:nvPr/>
        </p:nvSpPr>
        <p:spPr>
          <a:xfrm>
            <a:off x="3585091" y="2991388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8036CB8-54B4-1527-38A5-1586A5CDB818}"/>
              </a:ext>
            </a:extLst>
          </p:cNvPr>
          <p:cNvCxnSpPr>
            <a:cxnSpLocks/>
            <a:stCxn id="170" idx="2"/>
            <a:endCxn id="167" idx="1"/>
          </p:cNvCxnSpPr>
          <p:nvPr/>
        </p:nvCxnSpPr>
        <p:spPr>
          <a:xfrm>
            <a:off x="3084080" y="2819562"/>
            <a:ext cx="406969" cy="2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0F300D8-C07A-D3BC-23EA-EAD9E28A9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484" y="2599618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0F7CA50-B667-7711-F0B3-98623F143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809" y="2630916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3" name="Flowchart: Process 172">
            <a:extLst>
              <a:ext uri="{FF2B5EF4-FFF2-40B4-BE49-F238E27FC236}">
                <a16:creationId xmlns:a16="http://schemas.microsoft.com/office/drawing/2014/main" id="{660CD005-42DB-E9A9-539C-C7639B15BDEC}"/>
              </a:ext>
            </a:extLst>
          </p:cNvPr>
          <p:cNvSpPr/>
          <p:nvPr/>
        </p:nvSpPr>
        <p:spPr>
          <a:xfrm>
            <a:off x="3011013" y="2668323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0F935874-45E3-D8F5-FB4D-A1BDA759ECDF}"/>
              </a:ext>
            </a:extLst>
          </p:cNvPr>
          <p:cNvCxnSpPr>
            <a:cxnSpLocks/>
            <a:stCxn id="170" idx="2"/>
            <a:endCxn id="162" idx="0"/>
          </p:cNvCxnSpPr>
          <p:nvPr/>
        </p:nvCxnSpPr>
        <p:spPr>
          <a:xfrm>
            <a:off x="3084080" y="2819562"/>
            <a:ext cx="0" cy="263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FAADDC2A-1630-D054-B2DE-FDCB3157201A}"/>
              </a:ext>
            </a:extLst>
          </p:cNvPr>
          <p:cNvGrpSpPr/>
          <p:nvPr/>
        </p:nvGrpSpPr>
        <p:grpSpPr>
          <a:xfrm>
            <a:off x="3657216" y="4058700"/>
            <a:ext cx="686042" cy="580958"/>
            <a:chOff x="389447" y="4423072"/>
            <a:chExt cx="949394" cy="803971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ED2ACCD3-9B30-415C-6E87-3DF0F379A414}"/>
                </a:ext>
              </a:extLst>
            </p:cNvPr>
            <p:cNvGrpSpPr/>
            <p:nvPr/>
          </p:nvGrpSpPr>
          <p:grpSpPr>
            <a:xfrm>
              <a:off x="389447" y="4423072"/>
              <a:ext cx="261663" cy="168433"/>
              <a:chOff x="3649174" y="6234931"/>
              <a:chExt cx="377192" cy="219944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A8C5C0E-9430-00E0-81AB-D1297429B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FA76AFCE-0F90-B15B-5DFC-24D8CC147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179" name="Flowchart: Process 178">
                <a:extLst>
                  <a:ext uri="{FF2B5EF4-FFF2-40B4-BE49-F238E27FC236}">
                    <a16:creationId xmlns:a16="http://schemas.microsoft.com/office/drawing/2014/main" id="{FE189944-8FA7-03D3-D636-400D6A3708C8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9EEF0E57-9970-3280-F4E6-4A766853E096}"/>
                </a:ext>
              </a:extLst>
            </p:cNvPr>
            <p:cNvGrpSpPr/>
            <p:nvPr/>
          </p:nvGrpSpPr>
          <p:grpSpPr>
            <a:xfrm>
              <a:off x="465889" y="4517780"/>
              <a:ext cx="261663" cy="168433"/>
              <a:chOff x="3649174" y="6234931"/>
              <a:chExt cx="377192" cy="219944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2CA2045A-F197-7246-95B5-B90C358D4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5B091D01-2AAA-6143-5A02-6A63C0773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190" name="Flowchart: Process 189">
                <a:extLst>
                  <a:ext uri="{FF2B5EF4-FFF2-40B4-BE49-F238E27FC236}">
                    <a16:creationId xmlns:a16="http://schemas.microsoft.com/office/drawing/2014/main" id="{AC809D88-E72A-7E4F-1023-32253ACDC18D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A99550D0-A117-60D7-77D3-1D1FAAF073E3}"/>
                </a:ext>
              </a:extLst>
            </p:cNvPr>
            <p:cNvGrpSpPr/>
            <p:nvPr/>
          </p:nvGrpSpPr>
          <p:grpSpPr>
            <a:xfrm>
              <a:off x="567920" y="4621338"/>
              <a:ext cx="261663" cy="168433"/>
              <a:chOff x="3649174" y="6234931"/>
              <a:chExt cx="377192" cy="219944"/>
            </a:xfrm>
          </p:grpSpPr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C4CCF6F7-41A3-6D22-5A07-756CD40C8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D83BB78A-C05A-6A4E-1F91-C9014CC73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43" name="Flowchart: Process 642">
                <a:extLst>
                  <a:ext uri="{FF2B5EF4-FFF2-40B4-BE49-F238E27FC236}">
                    <a16:creationId xmlns:a16="http://schemas.microsoft.com/office/drawing/2014/main" id="{CF34CDAC-90DD-3B6F-8D6D-0AAF2CB485D6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4" name="Group 643">
              <a:extLst>
                <a:ext uri="{FF2B5EF4-FFF2-40B4-BE49-F238E27FC236}">
                  <a16:creationId xmlns:a16="http://schemas.microsoft.com/office/drawing/2014/main" id="{784AAECC-4CCF-F479-9E58-14F379233621}"/>
                </a:ext>
              </a:extLst>
            </p:cNvPr>
            <p:cNvGrpSpPr/>
            <p:nvPr/>
          </p:nvGrpSpPr>
          <p:grpSpPr>
            <a:xfrm>
              <a:off x="667943" y="4719213"/>
              <a:ext cx="261663" cy="168433"/>
              <a:chOff x="3649174" y="6234931"/>
              <a:chExt cx="377192" cy="219944"/>
            </a:xfrm>
          </p:grpSpPr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01FAD902-432A-B389-1589-11BA8287A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C95A0B9D-BC26-535B-CED2-FC945635E8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47" name="Flowchart: Process 646">
                <a:extLst>
                  <a:ext uri="{FF2B5EF4-FFF2-40B4-BE49-F238E27FC236}">
                    <a16:creationId xmlns:a16="http://schemas.microsoft.com/office/drawing/2014/main" id="{92BE2F8E-8A85-4FDD-A5DD-3223931F7C44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8" name="Group 647">
              <a:extLst>
                <a:ext uri="{FF2B5EF4-FFF2-40B4-BE49-F238E27FC236}">
                  <a16:creationId xmlns:a16="http://schemas.microsoft.com/office/drawing/2014/main" id="{55601AF4-6D97-8A96-B948-D8FF7241B094}"/>
                </a:ext>
              </a:extLst>
            </p:cNvPr>
            <p:cNvGrpSpPr/>
            <p:nvPr/>
          </p:nvGrpSpPr>
          <p:grpSpPr>
            <a:xfrm>
              <a:off x="775429" y="4789156"/>
              <a:ext cx="261663" cy="168433"/>
              <a:chOff x="3649174" y="6234931"/>
              <a:chExt cx="377192" cy="219944"/>
            </a:xfrm>
          </p:grpSpPr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B0387CCE-56A7-F176-82BD-4ADB94A05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A5D42BC0-4B95-8D22-A28A-CD2AC532C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0" name="Flowchart: Process 659">
                <a:extLst>
                  <a:ext uri="{FF2B5EF4-FFF2-40B4-BE49-F238E27FC236}">
                    <a16:creationId xmlns:a16="http://schemas.microsoft.com/office/drawing/2014/main" id="{BDB656C5-E5D8-99F2-8A2A-119420F29465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1" name="Group 660">
              <a:extLst>
                <a:ext uri="{FF2B5EF4-FFF2-40B4-BE49-F238E27FC236}">
                  <a16:creationId xmlns:a16="http://schemas.microsoft.com/office/drawing/2014/main" id="{8A6955B0-9E45-F84F-BE0C-ADE7B846B6D5}"/>
                </a:ext>
              </a:extLst>
            </p:cNvPr>
            <p:cNvGrpSpPr/>
            <p:nvPr/>
          </p:nvGrpSpPr>
          <p:grpSpPr>
            <a:xfrm>
              <a:off x="874720" y="4872580"/>
              <a:ext cx="261663" cy="168433"/>
              <a:chOff x="3649174" y="6234931"/>
              <a:chExt cx="377192" cy="219944"/>
            </a:xfrm>
          </p:grpSpPr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7E209913-D794-17D2-1666-2B9056446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5768E773-48BB-6D18-95BF-93E78020F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4" name="Flowchart: Process 663">
                <a:extLst>
                  <a:ext uri="{FF2B5EF4-FFF2-40B4-BE49-F238E27FC236}">
                    <a16:creationId xmlns:a16="http://schemas.microsoft.com/office/drawing/2014/main" id="{CA9B176A-ED88-8D78-D15D-21202E20C8CB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" name="Group 664">
              <a:extLst>
                <a:ext uri="{FF2B5EF4-FFF2-40B4-BE49-F238E27FC236}">
                  <a16:creationId xmlns:a16="http://schemas.microsoft.com/office/drawing/2014/main" id="{82D9685A-86B3-84CD-CB69-5C8777721B02}"/>
                </a:ext>
              </a:extLst>
            </p:cNvPr>
            <p:cNvGrpSpPr/>
            <p:nvPr/>
          </p:nvGrpSpPr>
          <p:grpSpPr>
            <a:xfrm>
              <a:off x="968944" y="4963476"/>
              <a:ext cx="261663" cy="168433"/>
              <a:chOff x="3649174" y="6234931"/>
              <a:chExt cx="377192" cy="219944"/>
            </a:xfrm>
          </p:grpSpPr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F8A079EE-6F51-4F7B-9676-F914BA790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9103776C-2ADE-B22C-83F6-E688E745E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8" name="Flowchart: Process 667">
                <a:extLst>
                  <a:ext uri="{FF2B5EF4-FFF2-40B4-BE49-F238E27FC236}">
                    <a16:creationId xmlns:a16="http://schemas.microsoft.com/office/drawing/2014/main" id="{EB0760E3-1CF8-F248-7DC7-7609D22293A5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9" name="Group 668">
              <a:extLst>
                <a:ext uri="{FF2B5EF4-FFF2-40B4-BE49-F238E27FC236}">
                  <a16:creationId xmlns:a16="http://schemas.microsoft.com/office/drawing/2014/main" id="{77FF1561-2F9F-89C9-D70F-3EF162E72D33}"/>
                </a:ext>
              </a:extLst>
            </p:cNvPr>
            <p:cNvGrpSpPr/>
            <p:nvPr/>
          </p:nvGrpSpPr>
          <p:grpSpPr>
            <a:xfrm>
              <a:off x="1077178" y="5058610"/>
              <a:ext cx="261663" cy="168433"/>
              <a:chOff x="3649174" y="6234931"/>
              <a:chExt cx="377192" cy="219944"/>
            </a:xfrm>
          </p:grpSpPr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6703A4A4-08ED-B440-4B3B-3CCA803B0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BB4FE4F4-F9C2-CE6F-66A1-54FFF0F85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4"/>
                <a:ext cx="245906" cy="154633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72" name="Flowchart: Process 671">
                <a:extLst>
                  <a:ext uri="{FF2B5EF4-FFF2-40B4-BE49-F238E27FC236}">
                    <a16:creationId xmlns:a16="http://schemas.microsoft.com/office/drawing/2014/main" id="{44C4155E-EC3E-464C-9703-6272890158CF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74" name="Rectangle 673">
            <a:extLst>
              <a:ext uri="{FF2B5EF4-FFF2-40B4-BE49-F238E27FC236}">
                <a16:creationId xmlns:a16="http://schemas.microsoft.com/office/drawing/2014/main" id="{012A2D28-D8F1-7B88-072A-3424642605C5}"/>
              </a:ext>
            </a:extLst>
          </p:cNvPr>
          <p:cNvSpPr/>
          <p:nvPr/>
        </p:nvSpPr>
        <p:spPr>
          <a:xfrm flipV="1">
            <a:off x="3459972" y="3983228"/>
            <a:ext cx="976393" cy="7460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2">
            <a:extLst>
              <a:ext uri="{FF2B5EF4-FFF2-40B4-BE49-F238E27FC236}">
                <a16:creationId xmlns:a16="http://schemas.microsoft.com/office/drawing/2014/main" id="{4804CCD5-A809-E768-6051-CC13635F4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4" y="5548663"/>
            <a:ext cx="4595169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Physical Medium Attachment (PMA) / Electrical Interface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physical connection consists of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8 electrical lanes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(400GAUI-8).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Each lane uses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50G PAM4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(Pulse Amplitude Modulation 4-level) signaling.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7581C82-C755-50A1-6447-CD00BBE38230}"/>
              </a:ext>
            </a:extLst>
          </p:cNvPr>
          <p:cNvSpPr txBox="1"/>
          <p:nvPr/>
        </p:nvSpPr>
        <p:spPr>
          <a:xfrm>
            <a:off x="8535361" y="2279978"/>
            <a:ext cx="2546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E.g.,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 </a:t>
            </a: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400GbE (400 Gigabit Ethernet)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 </a:t>
            </a:r>
            <a:endParaRPr lang="en-GB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03B9079-5707-9826-C887-C0E9D3299F03}"/>
              </a:ext>
            </a:extLst>
          </p:cNvPr>
          <p:cNvSpPr txBox="1"/>
          <p:nvPr/>
        </p:nvSpPr>
        <p:spPr>
          <a:xfrm>
            <a:off x="4918241" y="2947745"/>
            <a:ext cx="2112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FEC / Mapping Layer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E.g., </a:t>
            </a: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Concatenated FEC (C-FEC)</a:t>
            </a:r>
            <a:endParaRPr lang="en-GB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8D40BBB-EA9C-9AB4-BBC7-2F14D058DB59}"/>
              </a:ext>
            </a:extLst>
          </p:cNvPr>
          <p:cNvSpPr txBox="1"/>
          <p:nvPr/>
        </p:nvSpPr>
        <p:spPr>
          <a:xfrm>
            <a:off x="2295054" y="4719049"/>
            <a:ext cx="5537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Physical Coding Sublayer (PCS)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Standard </a:t>
            </a: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IEEE 802.3 PCS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 is used for 400GBASE-R.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Functions include </a:t>
            </a: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64B/66B encoding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, scrambling, and lane distribution </a:t>
            </a:r>
            <a:r>
              <a:rPr lang="en-US" altLang="en-US" sz="1200" dirty="0">
                <a:solidFill>
                  <a:srgbClr val="FF0000"/>
                </a:solidFill>
                <a:latin typeface="Google Sans"/>
              </a:rPr>
              <a:t>(Inverse Mux)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595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C232C-151C-1670-CD46-0AB9ACB3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89A5F-9DC3-A9DB-ED00-AA424228A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ZR/ZR+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7487-49F8-D9E9-7345-4CAD48CD8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We can break the problem down into three separate considerations</a:t>
            </a:r>
          </a:p>
          <a:p>
            <a:pPr marL="761992" lvl="1" indent="-4572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GB" dirty="0"/>
              <a:t>The model for the ZR/ZR+ optics  including layer choices and specific properties – this is clearly necessary</a:t>
            </a:r>
          </a:p>
          <a:p>
            <a:pPr marL="761992" lvl="1" indent="-4572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GB" dirty="0"/>
              <a:t>The model for the plug lanes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May be necessary:</a:t>
            </a:r>
          </a:p>
          <a:p>
            <a:pPr lvl="3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Inter-vendor boundary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May not be necessary:</a:t>
            </a:r>
          </a:p>
          <a:p>
            <a:pPr lvl="3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It is internal tracking that corresponds to “backplane” in other contexts</a:t>
            </a:r>
          </a:p>
          <a:p>
            <a:pPr marL="761992" lvl="1" indent="-4572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GB" dirty="0"/>
              <a:t>The split between TAPI for L0/L1 and IETF for L3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If the lanes are to be modelled, who would model them?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underpinning of the split of responsibility is layer but that is conflated with IP device v photonic device is often conflated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This document focusses on (2) and (3). </a:t>
            </a:r>
          </a:p>
          <a:p>
            <a:r>
              <a:rPr lang="en-GB" dirty="0"/>
              <a:t>Options:</a:t>
            </a:r>
          </a:p>
          <a:p>
            <a:pPr lvl="1"/>
            <a:r>
              <a:rPr lang="en-GB" dirty="0"/>
              <a:t>Single abstracted proxy TP representing the 8 lanes v 8 separate TPs, one per lane, each to pins and via strands over the access port and span v 8 TPs but no strands and just links (no pin numbers etc.)</a:t>
            </a:r>
          </a:p>
          <a:p>
            <a:pPr lvl="1"/>
            <a:r>
              <a:rPr lang="en-GB" dirty="0"/>
              <a:t>Full stack v shallow stack (previously we got burnt with shallow stack </a:t>
            </a:r>
            <a:r>
              <a:rPr lang="en-GB" dirty="0">
                <a:sym typeface="Wingdings" panose="05000000000000000000" pitchFamily="2" charset="2"/>
              </a:rPr>
              <a:t>)</a:t>
            </a:r>
            <a:endParaRPr lang="en-GB" dirty="0"/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endParaRPr lang="en-GB" dirty="0"/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38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A10D-53B8-DDD0-3FCE-65C3003C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Rectangle 636">
            <a:extLst>
              <a:ext uri="{FF2B5EF4-FFF2-40B4-BE49-F238E27FC236}">
                <a16:creationId xmlns:a16="http://schemas.microsoft.com/office/drawing/2014/main" id="{22910EF2-18C1-5FB5-946D-DA3BC4B3532B}"/>
              </a:ext>
            </a:extLst>
          </p:cNvPr>
          <p:cNvSpPr/>
          <p:nvPr/>
        </p:nvSpPr>
        <p:spPr>
          <a:xfrm>
            <a:off x="3439219" y="1257986"/>
            <a:ext cx="250250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BC21813B-F6A6-7620-D611-FA2E52122FC4}"/>
              </a:ext>
            </a:extLst>
          </p:cNvPr>
          <p:cNvSpPr/>
          <p:nvPr/>
        </p:nvSpPr>
        <p:spPr>
          <a:xfrm>
            <a:off x="3439217" y="1257986"/>
            <a:ext cx="2502511" cy="606863"/>
          </a:xfrm>
          <a:prstGeom prst="rect">
            <a:avLst/>
          </a:prstGeom>
          <a:solidFill>
            <a:srgbClr val="FFCC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F5E0B-48F0-5E67-12A0-0FE6E274A1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E928F55-3F52-3465-F883-CA6D4AB3DFC3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4840548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2C88A5CA-79BF-A97C-2438-A5292809452F}"/>
              </a:ext>
            </a:extLst>
          </p:cNvPr>
          <p:cNvGrpSpPr/>
          <p:nvPr/>
        </p:nvGrpSpPr>
        <p:grpSpPr>
          <a:xfrm>
            <a:off x="4715275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79C23F3E-408E-BBED-0797-B3C06D0B7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99FE383C-6761-DC17-BAD2-121BB305F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90F0200D-E22F-C5EA-B0CB-DB75768FDC6F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023CB6DB-A7D2-337F-5273-4ED18BFFD3CA}"/>
              </a:ext>
            </a:extLst>
          </p:cNvPr>
          <p:cNvGrpSpPr>
            <a:grpSpLocks noChangeAspect="1"/>
          </p:cNvGrpSpPr>
          <p:nvPr/>
        </p:nvGrpSpPr>
        <p:grpSpPr>
          <a:xfrm>
            <a:off x="4711213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EABDB9FF-D9AE-049F-A7D3-8A7213B21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F5DF8631-9409-7D5C-AE39-EDD9030BBF4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B612FCF9-66AA-775C-220E-28B3A4EEE5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F944F51D-E844-93BF-F789-8D0BDE3D377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382B236-E5D9-0C5A-29AD-36FE8131610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C9FEDF9C-1DC6-A6F2-63D7-49CBD912CAD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F669CA05-EADA-9668-9A85-9A8D2462631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5A334E6-13FC-B4D6-91D4-FCB01FE61CEA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4839522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B7EFFA40-BB0E-EBCA-6591-8206F0FECFA7}"/>
              </a:ext>
            </a:extLst>
          </p:cNvPr>
          <p:cNvGrpSpPr>
            <a:grpSpLocks noChangeAspect="1"/>
          </p:cNvGrpSpPr>
          <p:nvPr/>
        </p:nvGrpSpPr>
        <p:grpSpPr>
          <a:xfrm>
            <a:off x="4718924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5CF1524A-B79F-C8CC-20FB-3E98F6B0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5A523F9D-1F88-7393-C9F2-526ED41336EA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CD167E33-954B-4EE8-EFB1-172161DE42A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64E7F44F-93DC-64EB-1208-F98511CD9F5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FC6A8DDB-C758-CDE1-A682-632A1833863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4343FD4A-8139-1097-6D9B-74B46944FCC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E19C0C35-9DA7-2687-CE7B-6723640B126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784B808-8BB1-5320-8483-2EBB9BFE3A5C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4841776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252B0149-C046-6396-D96C-F1ECF05B5176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4846690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94902BD-80BE-9F8D-2967-C51444EB293F}"/>
              </a:ext>
            </a:extLst>
          </p:cNvPr>
          <p:cNvGrpSpPr/>
          <p:nvPr/>
        </p:nvGrpSpPr>
        <p:grpSpPr>
          <a:xfrm>
            <a:off x="4698298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A7058FFF-526F-7035-79FE-EA310C12656B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E20E41C4-9472-0D38-D830-03ADF94F6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8C56BA05-7975-10CF-F8B0-170B8FAD3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DBBB5741-58FD-B766-11D5-0F6AF75DFBA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77323D31-4A13-76C8-B040-9F559762E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E37AA56E-B6BE-3A0F-7FC6-D36658EC533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BC782661-2D27-44C8-2B52-89022FEFE1D8}"/>
              </a:ext>
            </a:extLst>
          </p:cNvPr>
          <p:cNvGrpSpPr>
            <a:grpSpLocks noChangeAspect="1"/>
          </p:cNvGrpSpPr>
          <p:nvPr/>
        </p:nvGrpSpPr>
        <p:grpSpPr>
          <a:xfrm>
            <a:off x="4712240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6C8DA225-B836-ADF3-F198-86016CE5F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6D544E3B-A8C5-CABC-1CEA-07A3F0ECAB9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7960B7E7-7C3D-BDF0-1A36-1E3A6287370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3928F512-C147-F41A-AC75-9519F129E70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844D77D7-C2C5-CD32-C029-3FDF4024043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A476C9EF-32A7-A78C-DEEB-665F455F257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E5816945-67E3-4535-21B2-D6A207B9388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2826BA4D-C105-BE4F-821B-1CD800970F47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4839812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BA1425FA-08B6-3A0B-4D52-1ED2E0435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551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65E6F25-CDBA-AB73-63C1-411D4F4D0815}"/>
              </a:ext>
            </a:extLst>
          </p:cNvPr>
          <p:cNvSpPr/>
          <p:nvPr/>
        </p:nvSpPr>
        <p:spPr>
          <a:xfrm>
            <a:off x="4835213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D7611A8F-0B71-7374-ED3C-E610F09A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742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12CD2EE0-FCF3-BF48-9982-D426788F2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267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8431DF8F-3019-BFEA-196F-BB09DD41CEE8}"/>
              </a:ext>
            </a:extLst>
          </p:cNvPr>
          <p:cNvSpPr/>
          <p:nvPr/>
        </p:nvSpPr>
        <p:spPr>
          <a:xfrm>
            <a:off x="6215761" y="5046000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E7542050-4448-6B4A-8A86-D2C8F994D145}"/>
              </a:ext>
            </a:extLst>
          </p:cNvPr>
          <p:cNvSpPr txBox="1"/>
          <p:nvPr/>
        </p:nvSpPr>
        <p:spPr>
          <a:xfrm>
            <a:off x="6115775" y="5170747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1F7D325F-756C-0BB0-A011-96DD889A0196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>
            <a:off x="4967829" y="5133837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2EB8136-525C-9923-6B4C-ABFBF7FF3D12}"/>
              </a:ext>
            </a:extLst>
          </p:cNvPr>
          <p:cNvGrpSpPr/>
          <p:nvPr/>
        </p:nvGrpSpPr>
        <p:grpSpPr>
          <a:xfrm>
            <a:off x="4685770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B4DC839D-216D-186F-4C3C-F830A9DBA48E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9BC5553F-7FAA-A41F-CA42-F34E57C6F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933EBFF-CCC1-4A04-2041-0171ED9F547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EA89E8C9-B70C-33A4-AED0-57DAFA04B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1C7AFB58-A784-4795-B715-C2D181971DA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BC27F7B7-8EEA-986E-A8FD-890E1322C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261" y="3217771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OTSiMCA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962241C-3961-736C-FB90-025FD75F0487}"/>
              </a:ext>
            </a:extLst>
          </p:cNvPr>
          <p:cNvSpPr/>
          <p:nvPr/>
        </p:nvSpPr>
        <p:spPr>
          <a:xfrm>
            <a:off x="4937158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31605A73-55FE-A8C3-4FFA-E7B929C35127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4832125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43915A86-FC88-92D6-A31D-3BB122F7194C}"/>
              </a:ext>
            </a:extLst>
          </p:cNvPr>
          <p:cNvGrpSpPr>
            <a:grpSpLocks noChangeAspect="1"/>
          </p:cNvGrpSpPr>
          <p:nvPr/>
        </p:nvGrpSpPr>
        <p:grpSpPr>
          <a:xfrm>
            <a:off x="4703816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3FAB6E53-AFD7-83D2-1A11-AD432A60D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D0515AFD-255E-9A8D-2355-59126C31AE81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5577C94F-0979-F8C6-E4A6-519179E36CA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835530CA-2372-6F9D-937C-AE5A91468B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6088E678-A789-D04F-4700-215C1D37103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1FC0E99-4076-5FFB-4929-071498E96D6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7F5F3639-3CD3-DD55-6BD3-B25110E01794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E2CB7EF0-2A4F-5C4C-1340-DEC54F8993B3}"/>
              </a:ext>
            </a:extLst>
          </p:cNvPr>
          <p:cNvCxnSpPr>
            <a:cxnSpLocks/>
            <a:stCxn id="116" idx="0"/>
            <a:endCxn id="395" idx="0"/>
          </p:cNvCxnSpPr>
          <p:nvPr/>
        </p:nvCxnSpPr>
        <p:spPr>
          <a:xfrm>
            <a:off x="4831758" y="2608429"/>
            <a:ext cx="367" cy="2714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404" name="Rectangle 135">
            <a:extLst>
              <a:ext uri="{FF2B5EF4-FFF2-40B4-BE49-F238E27FC236}">
                <a16:creationId xmlns:a16="http://schemas.microsoft.com/office/drawing/2014/main" id="{83100324-30F7-6490-74D9-AC71F495B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619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39B2C059-90D2-BE2C-3CE1-B2FD4D473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546" y="1563678"/>
            <a:ext cx="88883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F43DE-DA7F-F99B-E9AE-F98CCE343D43}"/>
              </a:ext>
            </a:extLst>
          </p:cNvPr>
          <p:cNvSpPr txBox="1"/>
          <p:nvPr/>
        </p:nvSpPr>
        <p:spPr>
          <a:xfrm>
            <a:off x="6264945" y="1682731"/>
            <a:ext cx="46717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Calibri" panose="020F0502020204030204" pitchFamily="34" charset="0"/>
              </a:rPr>
              <a:t>OIF-400ZR-02.0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400GBASE-R, FlexO-4-DSH, and 400ZR frames have similar structures. The 400ZR frame OH area is the same as the FlexO-4-DSH, however, fewer OH fields are defined as required for 400ZR than for FlexO-4-DSH. Bonding across multiple PHYs is not supported by the 400ZR frame structure. 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The 400GBASE-R is asynchronously mapped into a 400ZR container using GMP.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The chapter “</a:t>
            </a:r>
            <a:r>
              <a:rPr lang="en-US" sz="1200" i="1">
                <a:solidFill>
                  <a:srgbClr val="000000"/>
                </a:solidFill>
                <a:latin typeface="Calibri" panose="020F0502020204030204" pitchFamily="34" charset="0"/>
              </a:rPr>
              <a:t>8.9 400ZR Error Detection and Signaling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” lists the alarms </a:t>
            </a:r>
            <a:endParaRPr lang="en-US" sz="1200"/>
          </a:p>
        </p:txBody>
      </p:sp>
      <p:sp>
        <p:nvSpPr>
          <p:cNvPr id="75" name="Rectangle 135">
            <a:extLst>
              <a:ext uri="{FF2B5EF4-FFF2-40B4-BE49-F238E27FC236}">
                <a16:creationId xmlns:a16="http://schemas.microsoft.com/office/drawing/2014/main" id="{3AB61D77-719A-A693-1C68-4043D5C81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3657" y="2210794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5AC0E6-795E-29C9-15C8-C184219C5720}"/>
              </a:ext>
            </a:extLst>
          </p:cNvPr>
          <p:cNvSpPr/>
          <p:nvPr/>
        </p:nvSpPr>
        <p:spPr>
          <a:xfrm flipV="1">
            <a:off x="4151834" y="2065504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FC299C1-DF79-074E-E9A9-D17EB6BE8299}"/>
              </a:ext>
            </a:extLst>
          </p:cNvPr>
          <p:cNvGrpSpPr/>
          <p:nvPr/>
        </p:nvGrpSpPr>
        <p:grpSpPr>
          <a:xfrm>
            <a:off x="4270099" y="2185345"/>
            <a:ext cx="211053" cy="133563"/>
            <a:chOff x="980943" y="1888785"/>
            <a:chExt cx="271916" cy="172080"/>
          </a:xfrm>
        </p:grpSpPr>
        <p:grpSp>
          <p:nvGrpSpPr>
            <p:cNvPr id="118" name="Group 898">
              <a:extLst>
                <a:ext uri="{FF2B5EF4-FFF2-40B4-BE49-F238E27FC236}">
                  <a16:creationId xmlns:a16="http://schemas.microsoft.com/office/drawing/2014/main" id="{9A25463E-4ACE-3BB3-FBDE-AE53988C23C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20" name="Rectangle 88">
                <a:extLst>
                  <a:ext uri="{FF2B5EF4-FFF2-40B4-BE49-F238E27FC236}">
                    <a16:creationId xmlns:a16="http://schemas.microsoft.com/office/drawing/2014/main" id="{7BC39E0C-11DD-A9AD-3ACF-CEE3D1275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" name="Isosceles Triangle 120">
                <a:extLst>
                  <a:ext uri="{FF2B5EF4-FFF2-40B4-BE49-F238E27FC236}">
                    <a16:creationId xmlns:a16="http://schemas.microsoft.com/office/drawing/2014/main" id="{E41BC59A-A415-22D9-2A3A-E3057FF2ADC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2" name="Oval 341">
                <a:extLst>
                  <a:ext uri="{FF2B5EF4-FFF2-40B4-BE49-F238E27FC236}">
                    <a16:creationId xmlns:a16="http://schemas.microsoft.com/office/drawing/2014/main" id="{879A37FF-6F2F-7FB5-6DA6-229476B86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" name="Trapezoid 118">
              <a:extLst>
                <a:ext uri="{FF2B5EF4-FFF2-40B4-BE49-F238E27FC236}">
                  <a16:creationId xmlns:a16="http://schemas.microsoft.com/office/drawing/2014/main" id="{E3ECD212-D2EB-1142-5786-26BC55CED16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0ACDEF9-DD60-CCA2-371E-B694E7E355F0}"/>
              </a:ext>
            </a:extLst>
          </p:cNvPr>
          <p:cNvGrpSpPr/>
          <p:nvPr/>
        </p:nvGrpSpPr>
        <p:grpSpPr>
          <a:xfrm>
            <a:off x="4392806" y="2216548"/>
            <a:ext cx="211053" cy="133563"/>
            <a:chOff x="980943" y="1888785"/>
            <a:chExt cx="271916" cy="172080"/>
          </a:xfrm>
        </p:grpSpPr>
        <p:grpSp>
          <p:nvGrpSpPr>
            <p:cNvPr id="124" name="Group 898">
              <a:extLst>
                <a:ext uri="{FF2B5EF4-FFF2-40B4-BE49-F238E27FC236}">
                  <a16:creationId xmlns:a16="http://schemas.microsoft.com/office/drawing/2014/main" id="{84EE3EF9-4306-DDFF-094A-76EDED7C12C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26" name="Rectangle 88">
                <a:extLst>
                  <a:ext uri="{FF2B5EF4-FFF2-40B4-BE49-F238E27FC236}">
                    <a16:creationId xmlns:a16="http://schemas.microsoft.com/office/drawing/2014/main" id="{7F6A2F8C-B60E-5FAF-EE28-0DF63A4C8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2" name="Isosceles Triangle 131">
                <a:extLst>
                  <a:ext uri="{FF2B5EF4-FFF2-40B4-BE49-F238E27FC236}">
                    <a16:creationId xmlns:a16="http://schemas.microsoft.com/office/drawing/2014/main" id="{1D1AB887-638B-B2CE-986C-93AD2D7CDCF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Oval 341">
                <a:extLst>
                  <a:ext uri="{FF2B5EF4-FFF2-40B4-BE49-F238E27FC236}">
                    <a16:creationId xmlns:a16="http://schemas.microsoft.com/office/drawing/2014/main" id="{7DDCF49C-AEC2-E2C0-B979-CFCD09408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5" name="Trapezoid 124">
              <a:extLst>
                <a:ext uri="{FF2B5EF4-FFF2-40B4-BE49-F238E27FC236}">
                  <a16:creationId xmlns:a16="http://schemas.microsoft.com/office/drawing/2014/main" id="{295F2965-B8D6-0042-987A-4D9BC23BA5C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77AB960-13F4-9B37-080C-960543DEA9B7}"/>
              </a:ext>
            </a:extLst>
          </p:cNvPr>
          <p:cNvGrpSpPr/>
          <p:nvPr/>
        </p:nvGrpSpPr>
        <p:grpSpPr>
          <a:xfrm>
            <a:off x="4524011" y="2248700"/>
            <a:ext cx="211053" cy="133563"/>
            <a:chOff x="980943" y="1888785"/>
            <a:chExt cx="271916" cy="172080"/>
          </a:xfrm>
        </p:grpSpPr>
        <p:grpSp>
          <p:nvGrpSpPr>
            <p:cNvPr id="135" name="Group 898">
              <a:extLst>
                <a:ext uri="{FF2B5EF4-FFF2-40B4-BE49-F238E27FC236}">
                  <a16:creationId xmlns:a16="http://schemas.microsoft.com/office/drawing/2014/main" id="{E31959EC-67A2-BBD0-070D-FD7CF3E8761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7" name="Rectangle 88">
                <a:extLst>
                  <a:ext uri="{FF2B5EF4-FFF2-40B4-BE49-F238E27FC236}">
                    <a16:creationId xmlns:a16="http://schemas.microsoft.com/office/drawing/2014/main" id="{75CFEF35-45E5-3F13-8FF8-5B6D4D3AB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8" name="Isosceles Triangle 137">
                <a:extLst>
                  <a:ext uri="{FF2B5EF4-FFF2-40B4-BE49-F238E27FC236}">
                    <a16:creationId xmlns:a16="http://schemas.microsoft.com/office/drawing/2014/main" id="{285673F6-4293-843A-BE9D-EB3F3288069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9" name="Oval 341">
                <a:extLst>
                  <a:ext uri="{FF2B5EF4-FFF2-40B4-BE49-F238E27FC236}">
                    <a16:creationId xmlns:a16="http://schemas.microsoft.com/office/drawing/2014/main" id="{C2609EFA-BCB6-EB8C-08E7-30510F3AA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6" name="Trapezoid 135">
              <a:extLst>
                <a:ext uri="{FF2B5EF4-FFF2-40B4-BE49-F238E27FC236}">
                  <a16:creationId xmlns:a16="http://schemas.microsoft.com/office/drawing/2014/main" id="{FF1908D6-D042-3B9D-B4AC-742B2944354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B86A1E7-7AAA-5880-D8B8-FEA598FB9DF5}"/>
              </a:ext>
            </a:extLst>
          </p:cNvPr>
          <p:cNvGrpSpPr/>
          <p:nvPr/>
        </p:nvGrpSpPr>
        <p:grpSpPr>
          <a:xfrm>
            <a:off x="4653067" y="2283076"/>
            <a:ext cx="211053" cy="133563"/>
            <a:chOff x="980943" y="1888785"/>
            <a:chExt cx="271916" cy="172080"/>
          </a:xfrm>
        </p:grpSpPr>
        <p:grpSp>
          <p:nvGrpSpPr>
            <p:cNvPr id="141" name="Group 898">
              <a:extLst>
                <a:ext uri="{FF2B5EF4-FFF2-40B4-BE49-F238E27FC236}">
                  <a16:creationId xmlns:a16="http://schemas.microsoft.com/office/drawing/2014/main" id="{1B9AAB49-8A2F-3D6F-B92D-16780A4A9E8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43" name="Rectangle 88">
                <a:extLst>
                  <a:ext uri="{FF2B5EF4-FFF2-40B4-BE49-F238E27FC236}">
                    <a16:creationId xmlns:a16="http://schemas.microsoft.com/office/drawing/2014/main" id="{FF09FBE0-47AE-5619-93F0-A5AFFD955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4" name="Isosceles Triangle 143">
                <a:extLst>
                  <a:ext uri="{FF2B5EF4-FFF2-40B4-BE49-F238E27FC236}">
                    <a16:creationId xmlns:a16="http://schemas.microsoft.com/office/drawing/2014/main" id="{3F5255BC-651B-E631-6718-FAAE10138D0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5" name="Oval 341">
                <a:extLst>
                  <a:ext uri="{FF2B5EF4-FFF2-40B4-BE49-F238E27FC236}">
                    <a16:creationId xmlns:a16="http://schemas.microsoft.com/office/drawing/2014/main" id="{9188DA9D-6A1D-1946-46BE-978A2DA38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42" name="Trapezoid 141">
              <a:extLst>
                <a:ext uri="{FF2B5EF4-FFF2-40B4-BE49-F238E27FC236}">
                  <a16:creationId xmlns:a16="http://schemas.microsoft.com/office/drawing/2014/main" id="{E6E2741A-7548-33C5-754D-16DF872B313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4446E61-FE98-B972-070C-E770FD64FCF1}"/>
              </a:ext>
            </a:extLst>
          </p:cNvPr>
          <p:cNvGrpSpPr/>
          <p:nvPr/>
        </p:nvGrpSpPr>
        <p:grpSpPr>
          <a:xfrm>
            <a:off x="4778796" y="2316607"/>
            <a:ext cx="211053" cy="133563"/>
            <a:chOff x="980943" y="1888785"/>
            <a:chExt cx="271916" cy="172080"/>
          </a:xfrm>
        </p:grpSpPr>
        <p:grpSp>
          <p:nvGrpSpPr>
            <p:cNvPr id="149" name="Group 898">
              <a:extLst>
                <a:ext uri="{FF2B5EF4-FFF2-40B4-BE49-F238E27FC236}">
                  <a16:creationId xmlns:a16="http://schemas.microsoft.com/office/drawing/2014/main" id="{D50A392C-DEEB-B955-25CA-1E8C6A021E9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51" name="Rectangle 88">
                <a:extLst>
                  <a:ext uri="{FF2B5EF4-FFF2-40B4-BE49-F238E27FC236}">
                    <a16:creationId xmlns:a16="http://schemas.microsoft.com/office/drawing/2014/main" id="{668CA5F0-7F06-7C1C-511C-EB5B2EF3F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2" name="Isosceles Triangle 151">
                <a:extLst>
                  <a:ext uri="{FF2B5EF4-FFF2-40B4-BE49-F238E27FC236}">
                    <a16:creationId xmlns:a16="http://schemas.microsoft.com/office/drawing/2014/main" id="{F1765748-292D-62FC-9061-0DED1D315CB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3" name="Oval 341">
                <a:extLst>
                  <a:ext uri="{FF2B5EF4-FFF2-40B4-BE49-F238E27FC236}">
                    <a16:creationId xmlns:a16="http://schemas.microsoft.com/office/drawing/2014/main" id="{AA33A5BC-DEA8-CFAE-D094-A11AABF87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50" name="Trapezoid 149">
              <a:extLst>
                <a:ext uri="{FF2B5EF4-FFF2-40B4-BE49-F238E27FC236}">
                  <a16:creationId xmlns:a16="http://schemas.microsoft.com/office/drawing/2014/main" id="{8B79A689-398B-3B76-D681-FD7D97A04E3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D84AFD1-E3C5-12CB-A0F0-87B209FDAFCD}"/>
              </a:ext>
            </a:extLst>
          </p:cNvPr>
          <p:cNvGrpSpPr/>
          <p:nvPr/>
        </p:nvGrpSpPr>
        <p:grpSpPr>
          <a:xfrm>
            <a:off x="4901503" y="2347809"/>
            <a:ext cx="211053" cy="133563"/>
            <a:chOff x="980943" y="1888785"/>
            <a:chExt cx="271916" cy="172080"/>
          </a:xfrm>
        </p:grpSpPr>
        <p:grpSp>
          <p:nvGrpSpPr>
            <p:cNvPr id="157" name="Group 898">
              <a:extLst>
                <a:ext uri="{FF2B5EF4-FFF2-40B4-BE49-F238E27FC236}">
                  <a16:creationId xmlns:a16="http://schemas.microsoft.com/office/drawing/2014/main" id="{D0D5B761-14F2-6526-7163-DE394FE7542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59" name="Rectangle 88">
                <a:extLst>
                  <a:ext uri="{FF2B5EF4-FFF2-40B4-BE49-F238E27FC236}">
                    <a16:creationId xmlns:a16="http://schemas.microsoft.com/office/drawing/2014/main" id="{4186FEE2-A3CC-62E5-2EA2-33127C7B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0" name="Isosceles Triangle 159">
                <a:extLst>
                  <a:ext uri="{FF2B5EF4-FFF2-40B4-BE49-F238E27FC236}">
                    <a16:creationId xmlns:a16="http://schemas.microsoft.com/office/drawing/2014/main" id="{257FA0F5-2EB1-C32D-2753-147AEFD3EDB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2" name="Oval 341">
                <a:extLst>
                  <a:ext uri="{FF2B5EF4-FFF2-40B4-BE49-F238E27FC236}">
                    <a16:creationId xmlns:a16="http://schemas.microsoft.com/office/drawing/2014/main" id="{5392DF40-DC7D-862B-DD74-9FB43D1E8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58" name="Trapezoid 157">
              <a:extLst>
                <a:ext uri="{FF2B5EF4-FFF2-40B4-BE49-F238E27FC236}">
                  <a16:creationId xmlns:a16="http://schemas.microsoft.com/office/drawing/2014/main" id="{1F67113F-82C9-53B4-CB43-E6057B4E1B9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361F708-C028-43C4-FF6E-8BA90A9CF0C7}"/>
              </a:ext>
            </a:extLst>
          </p:cNvPr>
          <p:cNvGrpSpPr/>
          <p:nvPr/>
        </p:nvGrpSpPr>
        <p:grpSpPr>
          <a:xfrm>
            <a:off x="5032708" y="2379961"/>
            <a:ext cx="211053" cy="133563"/>
            <a:chOff x="980943" y="1888785"/>
            <a:chExt cx="271916" cy="172080"/>
          </a:xfrm>
        </p:grpSpPr>
        <p:grpSp>
          <p:nvGrpSpPr>
            <p:cNvPr id="164" name="Group 898">
              <a:extLst>
                <a:ext uri="{FF2B5EF4-FFF2-40B4-BE49-F238E27FC236}">
                  <a16:creationId xmlns:a16="http://schemas.microsoft.com/office/drawing/2014/main" id="{70337050-DE02-45DA-513D-85A173E1A84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66" name="Rectangle 88">
                <a:extLst>
                  <a:ext uri="{FF2B5EF4-FFF2-40B4-BE49-F238E27FC236}">
                    <a16:creationId xmlns:a16="http://schemas.microsoft.com/office/drawing/2014/main" id="{DAD155DB-8BE8-C657-83FC-153EA9D42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9" name="Isosceles Triangle 168">
                <a:extLst>
                  <a:ext uri="{FF2B5EF4-FFF2-40B4-BE49-F238E27FC236}">
                    <a16:creationId xmlns:a16="http://schemas.microsoft.com/office/drawing/2014/main" id="{65A4097A-8FBF-ACE1-53DA-6D1B23A8364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0" name="Oval 341">
                <a:extLst>
                  <a:ext uri="{FF2B5EF4-FFF2-40B4-BE49-F238E27FC236}">
                    <a16:creationId xmlns:a16="http://schemas.microsoft.com/office/drawing/2014/main" id="{943BB2E9-BEC6-9BB5-E5DB-6E51279E1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65" name="Trapezoid 164">
              <a:extLst>
                <a:ext uri="{FF2B5EF4-FFF2-40B4-BE49-F238E27FC236}">
                  <a16:creationId xmlns:a16="http://schemas.microsoft.com/office/drawing/2014/main" id="{529AEABF-0F47-B278-5A77-D993CCA5C63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B6CA664-90B6-33D8-E17E-AA19131B4DB9}"/>
              </a:ext>
            </a:extLst>
          </p:cNvPr>
          <p:cNvGrpSpPr/>
          <p:nvPr/>
        </p:nvGrpSpPr>
        <p:grpSpPr>
          <a:xfrm>
            <a:off x="5161764" y="2414337"/>
            <a:ext cx="211053" cy="133563"/>
            <a:chOff x="980943" y="1888785"/>
            <a:chExt cx="271916" cy="172080"/>
          </a:xfrm>
        </p:grpSpPr>
        <p:grpSp>
          <p:nvGrpSpPr>
            <p:cNvPr id="175" name="Group 898">
              <a:extLst>
                <a:ext uri="{FF2B5EF4-FFF2-40B4-BE49-F238E27FC236}">
                  <a16:creationId xmlns:a16="http://schemas.microsoft.com/office/drawing/2014/main" id="{683FC934-72BB-8A51-9178-76739B1CB9C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77" name="Rectangle 88">
                <a:extLst>
                  <a:ext uri="{FF2B5EF4-FFF2-40B4-BE49-F238E27FC236}">
                    <a16:creationId xmlns:a16="http://schemas.microsoft.com/office/drawing/2014/main" id="{61F22BCC-FED5-DB92-12FC-42BCBE5E2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9" name="Isosceles Triangle 178">
                <a:extLst>
                  <a:ext uri="{FF2B5EF4-FFF2-40B4-BE49-F238E27FC236}">
                    <a16:creationId xmlns:a16="http://schemas.microsoft.com/office/drawing/2014/main" id="{829F320D-A171-7186-0E59-9EABA72DA12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80" name="Oval 341">
                <a:extLst>
                  <a:ext uri="{FF2B5EF4-FFF2-40B4-BE49-F238E27FC236}">
                    <a16:creationId xmlns:a16="http://schemas.microsoft.com/office/drawing/2014/main" id="{D2BB8548-DA32-97E0-ECBF-35DB0A926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76" name="Trapezoid 175">
              <a:extLst>
                <a:ext uri="{FF2B5EF4-FFF2-40B4-BE49-F238E27FC236}">
                  <a16:creationId xmlns:a16="http://schemas.microsoft.com/office/drawing/2014/main" id="{AD84AFF9-8867-D6CA-D27D-46279E3B713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96D4445A-1674-8679-4547-831AFCEBA5C7}"/>
              </a:ext>
            </a:extLst>
          </p:cNvPr>
          <p:cNvCxnSpPr>
            <a:cxnSpLocks/>
            <a:endCxn id="116" idx="2"/>
          </p:cNvCxnSpPr>
          <p:nvPr/>
        </p:nvCxnSpPr>
        <p:spPr>
          <a:xfrm>
            <a:off x="4831757" y="1864848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FFF4DA-34AF-6E2C-6DF9-4FBEFD1FB39B}"/>
              </a:ext>
            </a:extLst>
          </p:cNvPr>
          <p:cNvSpPr/>
          <p:nvPr/>
        </p:nvSpPr>
        <p:spPr>
          <a:xfrm rot="19637063">
            <a:off x="5689057" y="794975"/>
            <a:ext cx="2564942" cy="615021"/>
          </a:xfrm>
          <a:prstGeom prst="round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OLD SLIDE BY ANDREA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E332A4-503C-09AE-4088-5A3A053C04C2}"/>
              </a:ext>
            </a:extLst>
          </p:cNvPr>
          <p:cNvSpPr txBox="1"/>
          <p:nvPr/>
        </p:nvSpPr>
        <p:spPr>
          <a:xfrm>
            <a:off x="332018" y="3104566"/>
            <a:ext cx="2957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Note the use of </a:t>
            </a:r>
            <a:r>
              <a:rPr lang="en-IN" sz="1200" dirty="0" err="1">
                <a:solidFill>
                  <a:srgbClr val="C00000"/>
                </a:solidFill>
              </a:rPr>
              <a:t>PHOT:OTSiMCA</a:t>
            </a:r>
            <a:r>
              <a:rPr lang="en-IN" sz="1200" dirty="0">
                <a:solidFill>
                  <a:srgbClr val="C00000"/>
                </a:solidFill>
              </a:rPr>
              <a:t> l-p-q as a CEP contained by a DSR NEP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B8393-DCCB-72AA-688F-30AE51C7B529}"/>
              </a:ext>
            </a:extLst>
          </p:cNvPr>
          <p:cNvSpPr txBox="1"/>
          <p:nvPr/>
        </p:nvSpPr>
        <p:spPr>
          <a:xfrm>
            <a:off x="7208109" y="3970638"/>
            <a:ext cx="47861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We would not normally model the backplane… BUT….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The lane consideration is important at vendor boundary.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It is not shown correctly in the model sketch</a:t>
            </a:r>
          </a:p>
        </p:txBody>
      </p:sp>
    </p:spTree>
    <p:extLst>
      <p:ext uri="{BB962C8B-B14F-4D97-AF65-F5344CB8AC3E}">
        <p14:creationId xmlns:p14="http://schemas.microsoft.com/office/powerpoint/2010/main" val="3391921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0545D-C9D9-9BBF-5F2E-C3C4BDE2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9CF9E30E-9E7C-18DA-D87B-73D5E690E8E9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91336EE-3781-B254-7702-2EF82D48718D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244F505B-68D7-4522-C8BC-E0CC611A7216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2A875-CF2F-8A8D-C985-E950EDDCB868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B01583A-C62C-6F37-0B5C-7217CF65ADD2}"/>
              </a:ext>
            </a:extLst>
          </p:cNvPr>
          <p:cNvSpPr/>
          <p:nvPr/>
        </p:nvSpPr>
        <p:spPr>
          <a:xfrm flipV="1">
            <a:off x="3003093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4" name="Rectangle: Rounded Corners 653">
            <a:extLst>
              <a:ext uri="{FF2B5EF4-FFF2-40B4-BE49-F238E27FC236}">
                <a16:creationId xmlns:a16="http://schemas.microsoft.com/office/drawing/2014/main" id="{66904A6C-0D49-AB1F-4A0D-7F63D2CEB264}"/>
              </a:ext>
            </a:extLst>
          </p:cNvPr>
          <p:cNvSpPr/>
          <p:nvPr/>
        </p:nvSpPr>
        <p:spPr>
          <a:xfrm>
            <a:off x="2752387" y="2506335"/>
            <a:ext cx="5638831" cy="2483017"/>
          </a:xfrm>
          <a:prstGeom prst="roundRect">
            <a:avLst/>
          </a:prstGeom>
          <a:solidFill>
            <a:srgbClr val="DBE7F5">
              <a:alpha val="5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50A3EE25-B818-10A3-D329-467EDC5EB577}"/>
              </a:ext>
            </a:extLst>
          </p:cNvPr>
          <p:cNvSpPr/>
          <p:nvPr/>
        </p:nvSpPr>
        <p:spPr>
          <a:xfrm>
            <a:off x="2817348" y="1950364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DBCE1-0F76-51FC-D086-22F7AB7F7D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91AAE90C-7DFA-F22B-B4C1-A14B6952E1FB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C83BFA56-AA88-7682-384B-273370D2D3C1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96CAE683-0342-B898-32A5-5D5F34FFA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48CA0C9D-2629-0B8E-B782-670D0AEB8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D520C88B-8F0D-CAF7-7296-6A407F7027AC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5C4ECE80-7A80-CBCC-92A0-1C8F36717EBE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2CE2DB44-21F5-EFE9-CBD5-AC0700E13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05B87AD8-CBD2-DF0B-48AF-BFCB560625CE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6B1C746A-D2AE-3AC8-C55D-F27A73C4E33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49083CD1-9FA9-D686-22C8-2D4983249AC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CEB29EEC-393D-8BF4-1704-27EF141DD6F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F76DE041-0CE6-27C7-7315-2821BF7E21E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B59B46AE-7371-7D58-7EB4-D5DAE64C0186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71F20FF7-4C88-2134-3C23-6A58C8A0C135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6415C1E2-4CD3-DE6E-3106-9E51FE613B94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7C7C6C1C-BF72-5BEE-5A97-C76DAC44B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1D9AB65A-AD6B-A9C6-390A-D14D97E6FFC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C915F0E0-11A6-1C09-A929-937C52F8E04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AA2E3EFC-8B63-557B-5DD4-4A01F170A6E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7DE34092-4289-098D-957E-2CF628B17D7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E5163462-BF91-8B1D-6652-39F2160F2B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71EA15CA-2ACE-1C04-138F-B92C3DD82D74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C7F00FFA-29C9-E679-8E49-4F9DA828DD23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32A27702-CD5F-1393-231C-EFB618B1A852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876446E-8310-5E18-832F-2C2D2B2D4445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CABFAC8B-5AB3-95A9-EEF0-AD8062AB837C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5286E336-93CD-B60F-5257-96B11512C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576B457E-8994-62FE-5882-36E8E4C90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900489EF-7611-E00E-525A-C8B73B4392E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ACCDF5D8-E0B4-6C35-6FB0-1D5F37922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AFA76808-BA51-8B98-1C0A-552736FE8FA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1EEAB611-AAA8-2B7E-7CC3-16154A17547E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BE52EB8C-6462-1616-FC04-03A74EC83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2623CCD9-C0A5-0EBB-8650-E0EFD1E8032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85B54804-CDCA-128A-D66F-607222CA6F6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D89118F1-BD9E-0A09-BE57-43DF32BFE65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80674E47-056F-F5F4-5C22-041D2B9910B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19748378-DA62-53AB-FD00-4898B72FC7A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12747638-787C-E780-8998-238BAD109C09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99984629-1922-60BD-8ABF-9C774246D885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D64BB0C4-6574-1FA3-98BB-7D57F7775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349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8BC3C23-DA50-54B0-8716-AE750C4DD234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700983D8-5CE4-A9E6-3C5A-A007A5FB0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68C13523-D9C7-9BA4-4C83-BD9C9EB2E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B6630017-F526-6CB6-DCE7-4AD5DB35F403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121783B-594C-239A-2445-3FEE7EF7EA4D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EAC0D67A-0F44-C836-4A4C-79107C88D4A4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65BAC23B-8FDA-D708-31B7-AB58FE467E04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5A7B8736-7B61-6BF3-DA83-BDE7957E855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A2F01A77-A660-EACC-0BE8-4A1EB6B62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9E8C66D-772D-07C7-A168-E8565CD05B0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8DE2D92F-1AA4-32C7-F6B4-4D246E735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D98ED0F6-143C-9DE7-635C-E3F988AF6C5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13DF5615-65E5-092C-868D-A47D25CB8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4200" y="3217771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87C11765-B2C6-A20F-ECCC-BD8F6FEFE2E8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B8D2AE54-9747-9CE1-B12E-CF09EB75E8C5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60F6D0AF-2AB4-A1CC-8916-C2D903A07C07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63BB0115-3A13-DA58-CCC6-9E48AA21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8D1D2BC8-4743-1137-E40C-A81F9060F7E1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D6EB6F4F-4446-FD16-6304-54529A8F1BD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190C1152-E65C-6E94-CC6E-9C14DC306EC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DEC839B0-D308-EF12-A0FF-D071AED1885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9AD7F7DF-6A13-65C8-94FC-A39FFD2139E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2967BCBB-6517-B030-ABEF-1A17ABC0F46A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404" name="Rectangle 135">
            <a:extLst>
              <a:ext uri="{FF2B5EF4-FFF2-40B4-BE49-F238E27FC236}">
                <a16:creationId xmlns:a16="http://schemas.microsoft.com/office/drawing/2014/main" id="{F151A996-ED84-8783-4F7E-4EA9B41C6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55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A5865931-C79B-3471-AAFC-FB98FDDB8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5B20ECA1-4E23-C712-EFD4-11E44C83C1B8}"/>
              </a:ext>
            </a:extLst>
          </p:cNvPr>
          <p:cNvCxnSpPr>
            <a:cxnSpLocks/>
          </p:cNvCxnSpPr>
          <p:nvPr/>
        </p:nvCxnSpPr>
        <p:spPr>
          <a:xfrm>
            <a:off x="3647963" y="2331140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7" name="Rectangle 135">
            <a:extLst>
              <a:ext uri="{FF2B5EF4-FFF2-40B4-BE49-F238E27FC236}">
                <a16:creationId xmlns:a16="http://schemas.microsoft.com/office/drawing/2014/main" id="{9E3EA421-AA6D-9029-5BF2-90A93FBAE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252" y="391669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1A095-E35B-C13E-C8ED-DFDA7A48BE2C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8EAF2E0D-5A55-A4E3-6674-BAF991B2AD1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B7EC6F58-2EBA-1F7F-FFDD-BDB541E43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FA8D9FC5-A375-BB7B-ADA2-E15DE37BE42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29A8BF31-051F-441B-0866-D6AEC9FD5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3E4113A1-58FE-DC48-5BD9-2B68DFDE261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3CF5E4-5443-B31C-CF43-268BF9C63AE6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7F5A8276-CBAE-40E3-8302-89992804C83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399F61EB-83CC-338B-0165-873B1C4CC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25A57559-E152-4E9B-2B78-DA0DBA38AA5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C85D63F5-D190-A452-C318-C481EBA2B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27858EED-CE7A-2BEA-6D72-BDE606A9E34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D7CDA2-288A-E0A4-7B22-B73D93055558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4276E0D5-84F9-7AAD-6A2F-A4FAE2B1B30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AD627DFF-8151-4329-15FE-014A4242B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51791FF4-6739-E7FD-C5A7-9712CC886F3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F699CBE5-0491-9CDA-34D5-66DD578D9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82201B51-6FBE-CAA6-D848-287A333940F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11BA82-E317-3A37-FE1F-B4AD7673EBCB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B248B95C-5DC0-5C73-578F-4F1DDAB8A87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F0602D3C-AFF2-2FBE-62CA-649EE89DBE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7281A97F-B8A9-7B7D-21FE-71EB4D011A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88CA091D-99F4-8017-6AAC-45A133958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C5E8105B-95D7-30F8-529C-408898C5A07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61914A1-911D-C394-F2F5-9998ACC876A2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CA8CB0A8-FCCF-9FCA-C5E6-D1DB7D81611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4A04EE23-200E-452D-8A25-3F99C153D2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4197FBDE-2458-BBF0-5DA4-9205B9D6025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B47C3D6C-FABA-828E-FBA0-3FB57FD5F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1431DEF5-DF3F-7B1B-0B2B-DBAD6A27A3E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D29313B-2CF0-14E3-DAC1-0AB0F0AB25AB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9640E390-0F21-037C-1175-E523F0FE682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347DA4B6-8A8C-DF56-3885-189197DCE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24311E70-E1FC-E773-D274-0EABB299BDE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E7201EF0-FEB9-F3EE-966C-F1E370923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4669562B-14EE-9F98-7213-4DBF24655F3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B23BFF1-CBE4-82B0-8034-F9CFD855051F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C938B40E-83D2-1DE1-B4DD-4528CC135FF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535F010F-4AC3-A9A3-2C2A-99983B397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179C4389-822E-9BA1-2F53-21FF2D86FEE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E67505BA-E257-78BD-2E44-4642BA97E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62A3D778-58D4-A46B-C2AB-49F499F544E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2ED868-1F72-88C2-426A-8DD6EB4E12B5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44CAE00A-9DEF-B39D-676E-BC277B2FFD9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82A6377B-B846-7804-3910-D58EE3306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8BA7EB38-EE44-85B7-3EEE-D86E2204A6E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287FDC8F-F2A7-D85A-D00E-BC1A2E76BB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3C87720F-7D5A-2CC0-7F72-03E7AF8BE0B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140510-1B6F-7646-1307-5808999F26A0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35823BFD-5ADF-D7F6-9540-C5590C1907E6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E2D4B726-260D-C126-4109-1E0836B52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02366A92-2623-357F-24EA-1FD30B300D6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966651B-A7D4-CCE9-9EDE-40635B01B52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FD6D1DA-89D3-A396-7EF7-412A2EEC68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EDDBC71-1656-7A64-4F0E-14E418F9A79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E0F70B3-693A-2E7F-E2D9-5D10E413BDF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F181ED27-8369-48AA-5DF8-6A48C137E527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66E62D8-974D-7224-1707-CB124B3AA74E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3CC1260E-D540-C797-07E0-8932A2F06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1BF4EC4-DAD9-3792-9D63-31719858ED97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FD09B5B7-091D-95B0-6184-CA45437244E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2B8AE248-CC5B-72EB-07B1-EF67DD8AA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F1D3DE41-4CE0-5ABC-E093-9314261224C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2AB08B86-3881-880F-08B8-88544C708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927E4AE5-0764-9FBF-4200-060CB4FC5CE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4409AE7-0AB7-AC44-B6A4-4C643C172FF1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EDA6CC76-3FC6-98A0-D7DF-7776D5E8659B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C53DC03D-F769-79AF-0988-CCA1B1D28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484A9BCB-5F0F-5E11-52A1-EFE7E0EF665B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8E926BF-962D-844F-DC03-58D6BC4CE83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A81900A-8D1D-907E-5DED-BE5DBDFD676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7AD9F5F-4238-E6A9-171A-741F22FF62F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CB439206-B4B7-D8DA-CDA3-16C6C7D5F46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FD5C6A78-389C-B909-8A96-5F0E4FD089D8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BDD985FE-88B5-1E4B-20A8-E59AF368D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A3773B1-E2A4-DD91-9D55-2E9277ADC9F2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E7D1A176-E7D3-9851-6680-C22AA1558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B3BD02B0-27A6-D75D-055E-89F186B9FD64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21B386D-A5FD-9DB9-B876-AC59450DC24D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35DB0973-E050-2937-EDBF-D312F8D31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4BE7BB79-B02C-0DA9-5FD6-182CA278324B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28075D3-97AD-7BDF-ED6E-999F7041FEE3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AF9FF36-25AD-D7E7-3115-3DC53353F665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6F4818A-48AE-E58F-6343-2696F771632A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9B32EC6-E659-BDE9-4036-28C5DC25273B}"/>
              </a:ext>
            </a:extLst>
          </p:cNvPr>
          <p:cNvGrpSpPr/>
          <p:nvPr/>
        </p:nvGrpSpPr>
        <p:grpSpPr>
          <a:xfrm>
            <a:off x="3121358" y="4039596"/>
            <a:ext cx="211053" cy="133563"/>
            <a:chOff x="980943" y="1888785"/>
            <a:chExt cx="271916" cy="172080"/>
          </a:xfrm>
        </p:grpSpPr>
        <p:grpSp>
          <p:nvGrpSpPr>
            <p:cNvPr id="104" name="Group 898">
              <a:extLst>
                <a:ext uri="{FF2B5EF4-FFF2-40B4-BE49-F238E27FC236}">
                  <a16:creationId xmlns:a16="http://schemas.microsoft.com/office/drawing/2014/main" id="{0849AD4F-4F04-B497-BA2E-5DDA78BF667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06" name="Rectangle 88">
                <a:extLst>
                  <a:ext uri="{FF2B5EF4-FFF2-40B4-BE49-F238E27FC236}">
                    <a16:creationId xmlns:a16="http://schemas.microsoft.com/office/drawing/2014/main" id="{5F27D4A6-38BA-5AA9-EA51-0A0806877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044D7022-D79C-B635-525D-1AA1E8DD9C7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8" name="Oval 341">
                <a:extLst>
                  <a:ext uri="{FF2B5EF4-FFF2-40B4-BE49-F238E27FC236}">
                    <a16:creationId xmlns:a16="http://schemas.microsoft.com/office/drawing/2014/main" id="{868C2857-FCFF-1ED0-4968-12108C3B8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5" name="Trapezoid 118">
              <a:extLst>
                <a:ext uri="{FF2B5EF4-FFF2-40B4-BE49-F238E27FC236}">
                  <a16:creationId xmlns:a16="http://schemas.microsoft.com/office/drawing/2014/main" id="{26326B6B-3F6A-12A5-C253-115D2B5D5C0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23B3519-EBFC-E0D0-F4BC-A2DD3773C521}"/>
              </a:ext>
            </a:extLst>
          </p:cNvPr>
          <p:cNvGrpSpPr/>
          <p:nvPr/>
        </p:nvGrpSpPr>
        <p:grpSpPr>
          <a:xfrm>
            <a:off x="3244065" y="4070799"/>
            <a:ext cx="211053" cy="133563"/>
            <a:chOff x="980943" y="1888785"/>
            <a:chExt cx="271916" cy="172080"/>
          </a:xfrm>
        </p:grpSpPr>
        <p:grpSp>
          <p:nvGrpSpPr>
            <p:cNvPr id="110" name="Group 898">
              <a:extLst>
                <a:ext uri="{FF2B5EF4-FFF2-40B4-BE49-F238E27FC236}">
                  <a16:creationId xmlns:a16="http://schemas.microsoft.com/office/drawing/2014/main" id="{8DC6C111-7B61-E5CD-FEE5-6C2C3EE49A44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12" name="Rectangle 88">
                <a:extLst>
                  <a:ext uri="{FF2B5EF4-FFF2-40B4-BE49-F238E27FC236}">
                    <a16:creationId xmlns:a16="http://schemas.microsoft.com/office/drawing/2014/main" id="{FC17F3A3-DAF4-0BDD-9A6F-EB1A8BB9A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92BA21DE-3C72-CF34-31D2-7989AD8EE88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4" name="Oval 341">
                <a:extLst>
                  <a:ext uri="{FF2B5EF4-FFF2-40B4-BE49-F238E27FC236}">
                    <a16:creationId xmlns:a16="http://schemas.microsoft.com/office/drawing/2014/main" id="{352205C5-4CE6-DA02-2B53-B2D2A3B88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1" name="Trapezoid 124">
              <a:extLst>
                <a:ext uri="{FF2B5EF4-FFF2-40B4-BE49-F238E27FC236}">
                  <a16:creationId xmlns:a16="http://schemas.microsoft.com/office/drawing/2014/main" id="{4068C5C2-447D-5C20-50E8-419CEA24FAC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F3DD38C-2A42-005E-BC9C-0E7C6648EE48}"/>
              </a:ext>
            </a:extLst>
          </p:cNvPr>
          <p:cNvGrpSpPr/>
          <p:nvPr/>
        </p:nvGrpSpPr>
        <p:grpSpPr>
          <a:xfrm>
            <a:off x="3375270" y="4102951"/>
            <a:ext cx="211053" cy="133563"/>
            <a:chOff x="980943" y="1888785"/>
            <a:chExt cx="271916" cy="172080"/>
          </a:xfrm>
        </p:grpSpPr>
        <p:grpSp>
          <p:nvGrpSpPr>
            <p:cNvPr id="127" name="Group 898">
              <a:extLst>
                <a:ext uri="{FF2B5EF4-FFF2-40B4-BE49-F238E27FC236}">
                  <a16:creationId xmlns:a16="http://schemas.microsoft.com/office/drawing/2014/main" id="{D5A72E89-0687-9DFB-EBCA-A3EC9AC254F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77" name="Rectangle 88">
                <a:extLst>
                  <a:ext uri="{FF2B5EF4-FFF2-40B4-BE49-F238E27FC236}">
                    <a16:creationId xmlns:a16="http://schemas.microsoft.com/office/drawing/2014/main" id="{3831AB47-292C-D2D6-4F72-56A6AE97F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8" name="Isosceles Triangle 577">
                <a:extLst>
                  <a:ext uri="{FF2B5EF4-FFF2-40B4-BE49-F238E27FC236}">
                    <a16:creationId xmlns:a16="http://schemas.microsoft.com/office/drawing/2014/main" id="{A49CF788-8A4D-BE76-59E7-8A16B257F0B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9" name="Oval 341">
                <a:extLst>
                  <a:ext uri="{FF2B5EF4-FFF2-40B4-BE49-F238E27FC236}">
                    <a16:creationId xmlns:a16="http://schemas.microsoft.com/office/drawing/2014/main" id="{C78EBE6B-0C69-A147-8B15-6517B54FA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76" name="Trapezoid 135">
              <a:extLst>
                <a:ext uri="{FF2B5EF4-FFF2-40B4-BE49-F238E27FC236}">
                  <a16:creationId xmlns:a16="http://schemas.microsoft.com/office/drawing/2014/main" id="{90BB9704-DA03-84EE-9A77-3852FF5FB89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C93BD8A6-F9CC-9410-1B14-A2634D161A2D}"/>
              </a:ext>
            </a:extLst>
          </p:cNvPr>
          <p:cNvGrpSpPr/>
          <p:nvPr/>
        </p:nvGrpSpPr>
        <p:grpSpPr>
          <a:xfrm>
            <a:off x="3504326" y="4137327"/>
            <a:ext cx="211053" cy="133563"/>
            <a:chOff x="980943" y="1888785"/>
            <a:chExt cx="271916" cy="172080"/>
          </a:xfrm>
        </p:grpSpPr>
        <p:grpSp>
          <p:nvGrpSpPr>
            <p:cNvPr id="581" name="Group 898">
              <a:extLst>
                <a:ext uri="{FF2B5EF4-FFF2-40B4-BE49-F238E27FC236}">
                  <a16:creationId xmlns:a16="http://schemas.microsoft.com/office/drawing/2014/main" id="{E0677AA5-27E2-5BCC-05EC-B0CE4549DF0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3" name="Rectangle 88">
                <a:extLst>
                  <a:ext uri="{FF2B5EF4-FFF2-40B4-BE49-F238E27FC236}">
                    <a16:creationId xmlns:a16="http://schemas.microsoft.com/office/drawing/2014/main" id="{47B3F87F-08FF-17D5-2CCF-63C8F973C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4" name="Isosceles Triangle 583">
                <a:extLst>
                  <a:ext uri="{FF2B5EF4-FFF2-40B4-BE49-F238E27FC236}">
                    <a16:creationId xmlns:a16="http://schemas.microsoft.com/office/drawing/2014/main" id="{A3B664A6-E499-5C33-6E2F-0A5E3168402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5" name="Oval 341">
                <a:extLst>
                  <a:ext uri="{FF2B5EF4-FFF2-40B4-BE49-F238E27FC236}">
                    <a16:creationId xmlns:a16="http://schemas.microsoft.com/office/drawing/2014/main" id="{166D69E3-A727-B655-4D00-FED196DE9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2" name="Trapezoid 141">
              <a:extLst>
                <a:ext uri="{FF2B5EF4-FFF2-40B4-BE49-F238E27FC236}">
                  <a16:creationId xmlns:a16="http://schemas.microsoft.com/office/drawing/2014/main" id="{8CABCA47-2571-6A96-B538-E4AE64AAD74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9450CDCC-6E79-09EB-CF6A-A9E10A3C10F6}"/>
              </a:ext>
            </a:extLst>
          </p:cNvPr>
          <p:cNvGrpSpPr/>
          <p:nvPr/>
        </p:nvGrpSpPr>
        <p:grpSpPr>
          <a:xfrm>
            <a:off x="3630055" y="4170858"/>
            <a:ext cx="211053" cy="133563"/>
            <a:chOff x="980943" y="1888785"/>
            <a:chExt cx="271916" cy="172080"/>
          </a:xfrm>
        </p:grpSpPr>
        <p:grpSp>
          <p:nvGrpSpPr>
            <p:cNvPr id="587" name="Group 898">
              <a:extLst>
                <a:ext uri="{FF2B5EF4-FFF2-40B4-BE49-F238E27FC236}">
                  <a16:creationId xmlns:a16="http://schemas.microsoft.com/office/drawing/2014/main" id="{F27BF0CC-4FFA-C0D9-A17E-3488CBEA43F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9" name="Rectangle 88">
                <a:extLst>
                  <a:ext uri="{FF2B5EF4-FFF2-40B4-BE49-F238E27FC236}">
                    <a16:creationId xmlns:a16="http://schemas.microsoft.com/office/drawing/2014/main" id="{782CFE3D-5414-119D-9350-76FF8A6502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0" name="Isosceles Triangle 589">
                <a:extLst>
                  <a:ext uri="{FF2B5EF4-FFF2-40B4-BE49-F238E27FC236}">
                    <a16:creationId xmlns:a16="http://schemas.microsoft.com/office/drawing/2014/main" id="{2FFD7AD7-CC96-EE90-9009-F9DAA994A6B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1" name="Oval 341">
                <a:extLst>
                  <a:ext uri="{FF2B5EF4-FFF2-40B4-BE49-F238E27FC236}">
                    <a16:creationId xmlns:a16="http://schemas.microsoft.com/office/drawing/2014/main" id="{1763E6B2-4F9D-3E69-6784-327EF722C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8" name="Trapezoid 149">
              <a:extLst>
                <a:ext uri="{FF2B5EF4-FFF2-40B4-BE49-F238E27FC236}">
                  <a16:creationId xmlns:a16="http://schemas.microsoft.com/office/drawing/2014/main" id="{E86B3135-4443-74A6-0A40-3152078D137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7B4653E3-D257-C975-76F0-BD0E3E5E5644}"/>
              </a:ext>
            </a:extLst>
          </p:cNvPr>
          <p:cNvGrpSpPr/>
          <p:nvPr/>
        </p:nvGrpSpPr>
        <p:grpSpPr>
          <a:xfrm>
            <a:off x="3752762" y="4202060"/>
            <a:ext cx="211053" cy="133563"/>
            <a:chOff x="980943" y="1888785"/>
            <a:chExt cx="271916" cy="172080"/>
          </a:xfrm>
        </p:grpSpPr>
        <p:grpSp>
          <p:nvGrpSpPr>
            <p:cNvPr id="593" name="Group 898">
              <a:extLst>
                <a:ext uri="{FF2B5EF4-FFF2-40B4-BE49-F238E27FC236}">
                  <a16:creationId xmlns:a16="http://schemas.microsoft.com/office/drawing/2014/main" id="{B18C47E6-3F4B-D3EA-8090-07B9481E96C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95" name="Rectangle 88">
                <a:extLst>
                  <a:ext uri="{FF2B5EF4-FFF2-40B4-BE49-F238E27FC236}">
                    <a16:creationId xmlns:a16="http://schemas.microsoft.com/office/drawing/2014/main" id="{99DB0F19-370E-EB87-B0E6-1DDDA273F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6" name="Isosceles Triangle 595">
                <a:extLst>
                  <a:ext uri="{FF2B5EF4-FFF2-40B4-BE49-F238E27FC236}">
                    <a16:creationId xmlns:a16="http://schemas.microsoft.com/office/drawing/2014/main" id="{0B95334B-A749-FCBE-1736-7B854CF8A3C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7" name="Oval 341">
                <a:extLst>
                  <a:ext uri="{FF2B5EF4-FFF2-40B4-BE49-F238E27FC236}">
                    <a16:creationId xmlns:a16="http://schemas.microsoft.com/office/drawing/2014/main" id="{D5042662-C7C0-1802-D9FC-67964AE22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94" name="Trapezoid 157">
              <a:extLst>
                <a:ext uri="{FF2B5EF4-FFF2-40B4-BE49-F238E27FC236}">
                  <a16:creationId xmlns:a16="http://schemas.microsoft.com/office/drawing/2014/main" id="{F0F2BBE2-E1BE-D956-8B89-2FEC589B3B2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EFE855B1-CFDC-8BD4-4F16-BE4BD06570E3}"/>
              </a:ext>
            </a:extLst>
          </p:cNvPr>
          <p:cNvGrpSpPr/>
          <p:nvPr/>
        </p:nvGrpSpPr>
        <p:grpSpPr>
          <a:xfrm>
            <a:off x="3883967" y="4234212"/>
            <a:ext cx="211053" cy="133563"/>
            <a:chOff x="980943" y="1888785"/>
            <a:chExt cx="271916" cy="172080"/>
          </a:xfrm>
        </p:grpSpPr>
        <p:grpSp>
          <p:nvGrpSpPr>
            <p:cNvPr id="599" name="Group 898">
              <a:extLst>
                <a:ext uri="{FF2B5EF4-FFF2-40B4-BE49-F238E27FC236}">
                  <a16:creationId xmlns:a16="http://schemas.microsoft.com/office/drawing/2014/main" id="{08D639DF-4C29-3EEF-135B-C706BBBE160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1" name="Rectangle 88">
                <a:extLst>
                  <a:ext uri="{FF2B5EF4-FFF2-40B4-BE49-F238E27FC236}">
                    <a16:creationId xmlns:a16="http://schemas.microsoft.com/office/drawing/2014/main" id="{B159D769-FA26-E1C8-11B7-9393547AD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2" name="Isosceles Triangle 601">
                <a:extLst>
                  <a:ext uri="{FF2B5EF4-FFF2-40B4-BE49-F238E27FC236}">
                    <a16:creationId xmlns:a16="http://schemas.microsoft.com/office/drawing/2014/main" id="{13383A41-3C1A-9B26-3879-DBB6328296D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3" name="Oval 341">
                <a:extLst>
                  <a:ext uri="{FF2B5EF4-FFF2-40B4-BE49-F238E27FC236}">
                    <a16:creationId xmlns:a16="http://schemas.microsoft.com/office/drawing/2014/main" id="{19EF128F-E938-EEA8-DD6E-ACEC76A647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0" name="Trapezoid 164">
              <a:extLst>
                <a:ext uri="{FF2B5EF4-FFF2-40B4-BE49-F238E27FC236}">
                  <a16:creationId xmlns:a16="http://schemas.microsoft.com/office/drawing/2014/main" id="{00DFCEED-C86F-F5C1-0A5E-908805A518E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58175F0D-502B-F57F-121B-BBC9E5704B37}"/>
              </a:ext>
            </a:extLst>
          </p:cNvPr>
          <p:cNvGrpSpPr/>
          <p:nvPr/>
        </p:nvGrpSpPr>
        <p:grpSpPr>
          <a:xfrm>
            <a:off x="4013023" y="4268588"/>
            <a:ext cx="211053" cy="133563"/>
            <a:chOff x="980943" y="1888785"/>
            <a:chExt cx="271916" cy="172080"/>
          </a:xfrm>
        </p:grpSpPr>
        <p:grpSp>
          <p:nvGrpSpPr>
            <p:cNvPr id="605" name="Group 898">
              <a:extLst>
                <a:ext uri="{FF2B5EF4-FFF2-40B4-BE49-F238E27FC236}">
                  <a16:creationId xmlns:a16="http://schemas.microsoft.com/office/drawing/2014/main" id="{3ADBE38A-AABD-8234-2EAE-DC26DFC2504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7" name="Rectangle 88">
                <a:extLst>
                  <a:ext uri="{FF2B5EF4-FFF2-40B4-BE49-F238E27FC236}">
                    <a16:creationId xmlns:a16="http://schemas.microsoft.com/office/drawing/2014/main" id="{5B612898-3959-AF47-1850-03BCC933D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8" name="Isosceles Triangle 607">
                <a:extLst>
                  <a:ext uri="{FF2B5EF4-FFF2-40B4-BE49-F238E27FC236}">
                    <a16:creationId xmlns:a16="http://schemas.microsoft.com/office/drawing/2014/main" id="{F032611E-74B6-C693-543D-D900919EF97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9" name="Oval 341">
                <a:extLst>
                  <a:ext uri="{FF2B5EF4-FFF2-40B4-BE49-F238E27FC236}">
                    <a16:creationId xmlns:a16="http://schemas.microsoft.com/office/drawing/2014/main" id="{1806E479-5772-293D-86A0-E3E06DD99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6" name="Trapezoid 175">
              <a:extLst>
                <a:ext uri="{FF2B5EF4-FFF2-40B4-BE49-F238E27FC236}">
                  <a16:creationId xmlns:a16="http://schemas.microsoft.com/office/drawing/2014/main" id="{0B6CA75A-BC28-2E69-855E-EC296D35511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2A1CC9E8-12F1-A198-3680-CF15F7DA9FE3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3683016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11" name="Group 254">
            <a:extLst>
              <a:ext uri="{FF2B5EF4-FFF2-40B4-BE49-F238E27FC236}">
                <a16:creationId xmlns:a16="http://schemas.microsoft.com/office/drawing/2014/main" id="{1AA3F8CC-2394-4197-7069-19F56AC39677}"/>
              </a:ext>
            </a:extLst>
          </p:cNvPr>
          <p:cNvGrpSpPr>
            <a:grpSpLocks noChangeAspect="1"/>
          </p:cNvGrpSpPr>
          <p:nvPr/>
        </p:nvGrpSpPr>
        <p:grpSpPr>
          <a:xfrm>
            <a:off x="3557935" y="3568488"/>
            <a:ext cx="256616" cy="147672"/>
            <a:chOff x="8421872" y="1904968"/>
            <a:chExt cx="347879" cy="255571"/>
          </a:xfrm>
        </p:grpSpPr>
        <p:sp>
          <p:nvSpPr>
            <p:cNvPr id="612" name="Rectangle 60">
              <a:extLst>
                <a:ext uri="{FF2B5EF4-FFF2-40B4-BE49-F238E27FC236}">
                  <a16:creationId xmlns:a16="http://schemas.microsoft.com/office/drawing/2014/main" id="{EDD7628D-24B5-5642-4B7C-F54C32DD5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3" name="Group 719">
              <a:extLst>
                <a:ext uri="{FF2B5EF4-FFF2-40B4-BE49-F238E27FC236}">
                  <a16:creationId xmlns:a16="http://schemas.microsoft.com/office/drawing/2014/main" id="{0194E6ED-4336-CD2A-8279-B7B8833CE17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3FCB9CE6-B054-F387-4AAE-1ED47191908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D2BAC18C-42DA-AE27-AF28-2CF6BBEE994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CF3C8A01-87D4-54C0-2BE6-9123A743282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8" name="Straight Connector 617">
                <a:extLst>
                  <a:ext uri="{FF2B5EF4-FFF2-40B4-BE49-F238E27FC236}">
                    <a16:creationId xmlns:a16="http://schemas.microsoft.com/office/drawing/2014/main" id="{492BC568-1072-9BFA-32C1-A04D49D436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14" name="Trapezoid 301">
              <a:extLst>
                <a:ext uri="{FF2B5EF4-FFF2-40B4-BE49-F238E27FC236}">
                  <a16:creationId xmlns:a16="http://schemas.microsoft.com/office/drawing/2014/main" id="{56DF402F-EC60-2096-4D2C-AF016B88F324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8BC64A8C-A564-30BF-4702-81730CD8B273}"/>
              </a:ext>
            </a:extLst>
          </p:cNvPr>
          <p:cNvCxnSpPr>
            <a:cxnSpLocks/>
            <a:stCxn id="623" idx="2"/>
            <a:endCxn id="612" idx="0"/>
          </p:cNvCxnSpPr>
          <p:nvPr/>
        </p:nvCxnSpPr>
        <p:spPr>
          <a:xfrm>
            <a:off x="3685507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20" name="Rectangle 135">
            <a:extLst>
              <a:ext uri="{FF2B5EF4-FFF2-40B4-BE49-F238E27FC236}">
                <a16:creationId xmlns:a16="http://schemas.microsoft.com/office/drawing/2014/main" id="{2389D454-CD70-C4F3-3B44-096E9475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46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3EABA4E4-F782-D0C2-CA8C-FF8DD6FCBA2C}"/>
              </a:ext>
            </a:extLst>
          </p:cNvPr>
          <p:cNvGrpSpPr/>
          <p:nvPr/>
        </p:nvGrpSpPr>
        <p:grpSpPr>
          <a:xfrm>
            <a:off x="3531465" y="3181568"/>
            <a:ext cx="304284" cy="192585"/>
            <a:chOff x="980945" y="1888766"/>
            <a:chExt cx="271916" cy="172099"/>
          </a:xfrm>
        </p:grpSpPr>
        <p:grpSp>
          <p:nvGrpSpPr>
            <p:cNvPr id="622" name="Group 898">
              <a:extLst>
                <a:ext uri="{FF2B5EF4-FFF2-40B4-BE49-F238E27FC236}">
                  <a16:creationId xmlns:a16="http://schemas.microsoft.com/office/drawing/2014/main" id="{C7F3B185-A66C-DEDA-B2BD-3DB632820F5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24" name="Rectangle 88">
                <a:extLst>
                  <a:ext uri="{FF2B5EF4-FFF2-40B4-BE49-F238E27FC236}">
                    <a16:creationId xmlns:a16="http://schemas.microsoft.com/office/drawing/2014/main" id="{525748EE-36A6-4EE4-742C-6418C9AC2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5" name="Isosceles Triangle 624">
                <a:extLst>
                  <a:ext uri="{FF2B5EF4-FFF2-40B4-BE49-F238E27FC236}">
                    <a16:creationId xmlns:a16="http://schemas.microsoft.com/office/drawing/2014/main" id="{9C891280-C12C-4757-5CEC-95423FC239C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6" name="Oval 341">
                <a:extLst>
                  <a:ext uri="{FF2B5EF4-FFF2-40B4-BE49-F238E27FC236}">
                    <a16:creationId xmlns:a16="http://schemas.microsoft.com/office/drawing/2014/main" id="{13D722F0-3916-39E5-A5AD-AD937E3ED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23" name="Trapezoid 320">
              <a:extLst>
                <a:ext uri="{FF2B5EF4-FFF2-40B4-BE49-F238E27FC236}">
                  <a16:creationId xmlns:a16="http://schemas.microsoft.com/office/drawing/2014/main" id="{6208DE96-F81A-818B-C110-34725B84202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93E8F077-091A-4950-E120-37971586732E}"/>
              </a:ext>
            </a:extLst>
          </p:cNvPr>
          <p:cNvCxnSpPr>
            <a:cxnSpLocks/>
            <a:stCxn id="629" idx="2"/>
            <a:endCxn id="624" idx="0"/>
          </p:cNvCxnSpPr>
          <p:nvPr/>
        </p:nvCxnSpPr>
        <p:spPr>
          <a:xfrm>
            <a:off x="3677820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28" name="Group 254">
            <a:extLst>
              <a:ext uri="{FF2B5EF4-FFF2-40B4-BE49-F238E27FC236}">
                <a16:creationId xmlns:a16="http://schemas.microsoft.com/office/drawing/2014/main" id="{8DCF5434-1C06-F329-3969-6FC5F136A90F}"/>
              </a:ext>
            </a:extLst>
          </p:cNvPr>
          <p:cNvGrpSpPr>
            <a:grpSpLocks noChangeAspect="1"/>
          </p:cNvGrpSpPr>
          <p:nvPr/>
        </p:nvGrpSpPr>
        <p:grpSpPr>
          <a:xfrm>
            <a:off x="3549511" y="2879893"/>
            <a:ext cx="256616" cy="147672"/>
            <a:chOff x="8421872" y="1904968"/>
            <a:chExt cx="347879" cy="255571"/>
          </a:xfrm>
        </p:grpSpPr>
        <p:sp>
          <p:nvSpPr>
            <p:cNvPr id="629" name="Rectangle 60">
              <a:extLst>
                <a:ext uri="{FF2B5EF4-FFF2-40B4-BE49-F238E27FC236}">
                  <a16:creationId xmlns:a16="http://schemas.microsoft.com/office/drawing/2014/main" id="{7BB67F2E-6078-14A9-6B01-FD39AF804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30" name="Group 719">
              <a:extLst>
                <a:ext uri="{FF2B5EF4-FFF2-40B4-BE49-F238E27FC236}">
                  <a16:creationId xmlns:a16="http://schemas.microsoft.com/office/drawing/2014/main" id="{4CE0F855-AF7C-C1C2-8006-13C38B6C66A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E26329A9-956E-E3F1-4355-3A3A2192224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4C57F304-1F91-407A-C12D-42D9A881C00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EF751990-1AE9-D622-9975-D128136B11D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6CFA280F-307C-0B3E-DB8F-EF3EF1A35E8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31" name="Trapezoid 396">
              <a:extLst>
                <a:ext uri="{FF2B5EF4-FFF2-40B4-BE49-F238E27FC236}">
                  <a16:creationId xmlns:a16="http://schemas.microsoft.com/office/drawing/2014/main" id="{C260E21C-EFBE-432F-0C2B-B01C8402A5CE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36" name="Rectangle 135">
            <a:extLst>
              <a:ext uri="{FF2B5EF4-FFF2-40B4-BE49-F238E27FC236}">
                <a16:creationId xmlns:a16="http://schemas.microsoft.com/office/drawing/2014/main" id="{276F6F82-C6B2-C1DD-1013-43E2D3BA0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314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9AFB669B-923D-88F3-125B-96FE9AE4EF3F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3660721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39" name="Rectangle 88">
            <a:extLst>
              <a:ext uri="{FF2B5EF4-FFF2-40B4-BE49-F238E27FC236}">
                <a16:creationId xmlns:a16="http://schemas.microsoft.com/office/drawing/2014/main" id="{8CD75A95-95D4-532D-758C-D36F87E7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679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128" name="Trapezoid 320">
            <a:extLst>
              <a:ext uri="{FF2B5EF4-FFF2-40B4-BE49-F238E27FC236}">
                <a16:creationId xmlns:a16="http://schemas.microsoft.com/office/drawing/2014/main" id="{566B84CE-0FE8-3C16-6610-E2BF7DF1BEFE}"/>
              </a:ext>
            </a:extLst>
          </p:cNvPr>
          <p:cNvSpPr/>
          <p:nvPr/>
        </p:nvSpPr>
        <p:spPr>
          <a:xfrm rot="10800000">
            <a:off x="3548203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3094A87-74FC-25AB-E594-D1BCD7337E7C}"/>
              </a:ext>
            </a:extLst>
          </p:cNvPr>
          <p:cNvCxnSpPr>
            <a:stCxn id="102" idx="3"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0F9F0063-3BF4-7E86-9AF3-CEAB57733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354859B0-26F0-E44A-D533-991F91802D83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1AFD52AF-CD5D-55AF-9440-72B011B01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25307C3E-8C04-2366-C23E-E45CCE27F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AE386442-26AA-F899-8DE7-742E960BF72A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7B77672A-9893-1EE6-A9D6-1B14D5E4BDD2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C83B8DA1-3F10-A9D1-519C-64A688682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0D839AAA-4A61-DA58-A2B9-28E1467EB534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2D91F7D6-C918-0163-7749-30D98B6C401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77B534F4-3BBA-FDA5-E824-AE02E2F1370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0B70BA3-FFAA-684D-CD9F-723891BD63A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F4C1ADB4-9695-1F24-A03A-73312F1C556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656A8BB6-E1BC-1254-B40D-28DFCA9A382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4AEFA9A-4FB6-E9F0-04A8-7995844CDD46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D2DAEEFD-42C7-2BF6-4E4A-F7B6AF4CDAB6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5AA3A595-BF79-40EC-1AB7-BB46BCDC5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F6BF6D8E-7AAD-322E-A6CE-1838793544EA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32540B01-C725-378D-ADDB-905D8A61972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29A5E64D-D9F7-46AB-4ED9-625B6FD61C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2D391B19-E293-E8F8-1970-2635B8C4806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97784BF1-1B67-8457-E587-074EBAEA79D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DD7A23FE-003B-3342-022E-6868E01E9A18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6ED3574-B80B-0EA3-C602-8E504BD6CB0B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41E47C6-BD71-F82A-15AB-DAF1531D5A90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C8D5D5A-5C0E-3B48-BDEA-41B31D79F5BF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25B66273-0558-9FBD-C0CA-04575573ADE0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5B7C0118-F7F0-8131-5052-53F7AE694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8E6F8AEB-B77F-2BA1-2B8F-C6208BAF2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0BB19C74-6AC7-823F-0CBF-60410BEBDBF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9223D14D-88BE-3373-82BE-DD764A846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027B12B9-5F7C-1EE1-3BC4-39061DCBF64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5B5CA3E-F82D-BD74-26A5-F32201CB3D89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F75116A1-8897-F976-F8F6-E67EB2C70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A6A79742-CDFD-DED7-B3A9-BF4990826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88F43D62-1FC7-87F8-3D3B-FB9EDDBACD4F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B4CDDDC-B942-03AE-0411-8DDC07E7A755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7FA9ED8-EACF-153F-26C4-0DD2F5BBF621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BFBCD26-A358-EF4A-85E7-B15B63091F24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1141621-D358-6B0A-79B7-880998E9E6C6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8649929" y="3716161"/>
            <a:ext cx="949103" cy="20032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5E2B5BE-64CA-E57D-F1C4-6201DE34E102}"/>
              </a:ext>
            </a:extLst>
          </p:cNvPr>
          <p:cNvCxnSpPr>
            <a:cxnSpLocks/>
            <a:stCxn id="157" idx="2"/>
            <a:endCxn id="152" idx="0"/>
          </p:cNvCxnSpPr>
          <p:nvPr/>
        </p:nvCxnSpPr>
        <p:spPr>
          <a:xfrm>
            <a:off x="11084874" y="3040929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9FE9939-4FAA-B039-7FDC-FB608D144B84}"/>
              </a:ext>
            </a:extLst>
          </p:cNvPr>
          <p:cNvGrpSpPr/>
          <p:nvPr/>
        </p:nvGrpSpPr>
        <p:grpSpPr>
          <a:xfrm>
            <a:off x="10942624" y="3515986"/>
            <a:ext cx="294292" cy="185501"/>
            <a:chOff x="980948" y="1888785"/>
            <a:chExt cx="272994" cy="172080"/>
          </a:xfrm>
        </p:grpSpPr>
        <p:grpSp>
          <p:nvGrpSpPr>
            <p:cNvPr id="150" name="Group 898">
              <a:extLst>
                <a:ext uri="{FF2B5EF4-FFF2-40B4-BE49-F238E27FC236}">
                  <a16:creationId xmlns:a16="http://schemas.microsoft.com/office/drawing/2014/main" id="{5F776ECF-799B-CEDE-6DB8-2629C4203626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52" name="Rectangle 88">
                <a:extLst>
                  <a:ext uri="{FF2B5EF4-FFF2-40B4-BE49-F238E27FC236}">
                    <a16:creationId xmlns:a16="http://schemas.microsoft.com/office/drawing/2014/main" id="{D34FDA38-3439-74EC-CDAB-0A394EAE5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81A55374-9AE8-EE3B-3C5B-FFADCECD0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4" name="Isosceles Triangle 153">
                <a:extLst>
                  <a:ext uri="{FF2B5EF4-FFF2-40B4-BE49-F238E27FC236}">
                    <a16:creationId xmlns:a16="http://schemas.microsoft.com/office/drawing/2014/main" id="{29F8040E-8B33-58F1-C442-CFDB779A597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5" name="Oval 341">
                <a:extLst>
                  <a:ext uri="{FF2B5EF4-FFF2-40B4-BE49-F238E27FC236}">
                    <a16:creationId xmlns:a16="http://schemas.microsoft.com/office/drawing/2014/main" id="{12F4A5A5-A2E2-2F4B-7CE0-3205D6E78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51" name="Trapezoid 285">
              <a:extLst>
                <a:ext uri="{FF2B5EF4-FFF2-40B4-BE49-F238E27FC236}">
                  <a16:creationId xmlns:a16="http://schemas.microsoft.com/office/drawing/2014/main" id="{9ED2D231-A98F-9BA4-2ACB-BF4C51825B5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56" name="Group 254">
            <a:extLst>
              <a:ext uri="{FF2B5EF4-FFF2-40B4-BE49-F238E27FC236}">
                <a16:creationId xmlns:a16="http://schemas.microsoft.com/office/drawing/2014/main" id="{4C0F6206-C416-2E94-55C0-9AF25CED5258}"/>
              </a:ext>
            </a:extLst>
          </p:cNvPr>
          <p:cNvGrpSpPr>
            <a:grpSpLocks noChangeAspect="1"/>
          </p:cNvGrpSpPr>
          <p:nvPr/>
        </p:nvGrpSpPr>
        <p:grpSpPr>
          <a:xfrm>
            <a:off x="10956566" y="2893256"/>
            <a:ext cx="256616" cy="147672"/>
            <a:chOff x="8421872" y="1904968"/>
            <a:chExt cx="347879" cy="255571"/>
          </a:xfrm>
        </p:grpSpPr>
        <p:sp>
          <p:nvSpPr>
            <p:cNvPr id="157" name="Rectangle 60">
              <a:extLst>
                <a:ext uri="{FF2B5EF4-FFF2-40B4-BE49-F238E27FC236}">
                  <a16:creationId xmlns:a16="http://schemas.microsoft.com/office/drawing/2014/main" id="{DAE19FB5-5369-AC4A-9ABA-8738594B4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158" name="Group 719">
              <a:extLst>
                <a:ext uri="{FF2B5EF4-FFF2-40B4-BE49-F238E27FC236}">
                  <a16:creationId xmlns:a16="http://schemas.microsoft.com/office/drawing/2014/main" id="{B3882006-875E-D0DE-A98E-3E3503CBF21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DB540AF9-085F-AD43-4105-C84B0AB81ED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F2FF3A18-4B14-98F7-5451-D19D40EEE39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A9459212-7AC2-E48A-555D-BFF37133223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D39BC2C5-4510-6E6A-B658-65AEC5CCF06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59" name="Trapezoid 301">
              <a:extLst>
                <a:ext uri="{FF2B5EF4-FFF2-40B4-BE49-F238E27FC236}">
                  <a16:creationId xmlns:a16="http://schemas.microsoft.com/office/drawing/2014/main" id="{DF8C84D0-000C-F0A4-03F7-52E637EBC8B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3BDEAA16-F444-464F-5B79-6278ED02E5E2}"/>
              </a:ext>
            </a:extLst>
          </p:cNvPr>
          <p:cNvCxnSpPr>
            <a:cxnSpLocks/>
            <a:stCxn id="168" idx="2"/>
            <a:endCxn id="157" idx="0"/>
          </p:cNvCxnSpPr>
          <p:nvPr/>
        </p:nvCxnSpPr>
        <p:spPr>
          <a:xfrm>
            <a:off x="11084138" y="2656037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65" name="Rectangle 135">
            <a:extLst>
              <a:ext uri="{FF2B5EF4-FFF2-40B4-BE49-F238E27FC236}">
                <a16:creationId xmlns:a16="http://schemas.microsoft.com/office/drawing/2014/main" id="{E6B7DBD7-5BAD-2619-8135-C233058A3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2877" y="2906659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y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8F357FD-819D-3969-E737-1B5961B4529B}"/>
              </a:ext>
            </a:extLst>
          </p:cNvPr>
          <p:cNvGrpSpPr/>
          <p:nvPr/>
        </p:nvGrpSpPr>
        <p:grpSpPr>
          <a:xfrm>
            <a:off x="10930096" y="2506336"/>
            <a:ext cx="304284" cy="192585"/>
            <a:chOff x="980945" y="1888766"/>
            <a:chExt cx="271916" cy="172099"/>
          </a:xfrm>
        </p:grpSpPr>
        <p:grpSp>
          <p:nvGrpSpPr>
            <p:cNvPr id="167" name="Group 898">
              <a:extLst>
                <a:ext uri="{FF2B5EF4-FFF2-40B4-BE49-F238E27FC236}">
                  <a16:creationId xmlns:a16="http://schemas.microsoft.com/office/drawing/2014/main" id="{CD275613-A8C6-C373-2CE9-E27FD1C7C38B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69" name="Rectangle 88">
                <a:extLst>
                  <a:ext uri="{FF2B5EF4-FFF2-40B4-BE49-F238E27FC236}">
                    <a16:creationId xmlns:a16="http://schemas.microsoft.com/office/drawing/2014/main" id="{3E07B431-5454-F084-5263-F84987191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0" name="Isosceles Triangle 169">
                <a:extLst>
                  <a:ext uri="{FF2B5EF4-FFF2-40B4-BE49-F238E27FC236}">
                    <a16:creationId xmlns:a16="http://schemas.microsoft.com/office/drawing/2014/main" id="{B814F847-3142-DBC6-43BA-AD79E1CCC5C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1" name="Oval 341">
                <a:extLst>
                  <a:ext uri="{FF2B5EF4-FFF2-40B4-BE49-F238E27FC236}">
                    <a16:creationId xmlns:a16="http://schemas.microsoft.com/office/drawing/2014/main" id="{DC65173B-E8B6-9CF7-1863-2E7EF16842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68" name="Trapezoid 320">
              <a:extLst>
                <a:ext uri="{FF2B5EF4-FFF2-40B4-BE49-F238E27FC236}">
                  <a16:creationId xmlns:a16="http://schemas.microsoft.com/office/drawing/2014/main" id="{CF153C2C-54F7-862B-3DB6-F342137090E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BAD1A66-4FD9-19E7-5553-9DE2F265D0B7}"/>
              </a:ext>
            </a:extLst>
          </p:cNvPr>
          <p:cNvCxnSpPr>
            <a:cxnSpLocks/>
            <a:stCxn id="175" idx="2"/>
            <a:endCxn id="169" idx="0"/>
          </p:cNvCxnSpPr>
          <p:nvPr/>
        </p:nvCxnSpPr>
        <p:spPr>
          <a:xfrm>
            <a:off x="11076451" y="2352334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74" name="Group 254">
            <a:extLst>
              <a:ext uri="{FF2B5EF4-FFF2-40B4-BE49-F238E27FC236}">
                <a16:creationId xmlns:a16="http://schemas.microsoft.com/office/drawing/2014/main" id="{5A8E405A-0DBF-1FA2-FAF3-627BD3497994}"/>
              </a:ext>
            </a:extLst>
          </p:cNvPr>
          <p:cNvGrpSpPr>
            <a:grpSpLocks noChangeAspect="1"/>
          </p:cNvGrpSpPr>
          <p:nvPr/>
        </p:nvGrpSpPr>
        <p:grpSpPr>
          <a:xfrm>
            <a:off x="10948142" y="2204661"/>
            <a:ext cx="256616" cy="147672"/>
            <a:chOff x="8421872" y="1904968"/>
            <a:chExt cx="347879" cy="255571"/>
          </a:xfrm>
        </p:grpSpPr>
        <p:sp>
          <p:nvSpPr>
            <p:cNvPr id="175" name="Rectangle 60">
              <a:extLst>
                <a:ext uri="{FF2B5EF4-FFF2-40B4-BE49-F238E27FC236}">
                  <a16:creationId xmlns:a16="http://schemas.microsoft.com/office/drawing/2014/main" id="{82EA0F45-1FA0-1098-FCE6-61CFC05D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176" name="Group 719">
              <a:extLst>
                <a:ext uri="{FF2B5EF4-FFF2-40B4-BE49-F238E27FC236}">
                  <a16:creationId xmlns:a16="http://schemas.microsoft.com/office/drawing/2014/main" id="{D29815AE-A101-0911-D4EB-54DDC4CCD44A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97B16392-EA4B-4522-44B3-23D1DA047E5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9F4DAF46-D2D9-14F2-2D46-FAFD6F1E75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25C3F129-F0C1-3E3B-939C-2611CC450EB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51F5CD12-58E7-C195-B5A7-9ABA891F201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77" name="Trapezoid 396">
              <a:extLst>
                <a:ext uri="{FF2B5EF4-FFF2-40B4-BE49-F238E27FC236}">
                  <a16:creationId xmlns:a16="http://schemas.microsoft.com/office/drawing/2014/main" id="{128AD76B-43E2-3A3A-4D32-CE435806B09D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82" name="Rectangle 135">
            <a:extLst>
              <a:ext uri="{FF2B5EF4-FFF2-40B4-BE49-F238E27FC236}">
                <a16:creationId xmlns:a16="http://schemas.microsoft.com/office/drawing/2014/main" id="{251FF77A-FBCF-5C03-CA2C-FAE213638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0945" y="2198272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x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8AFD046-77B3-C2D9-044A-D98439F60F8B}"/>
              </a:ext>
            </a:extLst>
          </p:cNvPr>
          <p:cNvCxnSpPr>
            <a:cxnSpLocks/>
            <a:stCxn id="185" idx="2"/>
          </p:cNvCxnSpPr>
          <p:nvPr/>
        </p:nvCxnSpPr>
        <p:spPr>
          <a:xfrm>
            <a:off x="11084138" y="1971942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84" name="Rectangle 88">
            <a:extLst>
              <a:ext uri="{FF2B5EF4-FFF2-40B4-BE49-F238E27FC236}">
                <a16:creationId xmlns:a16="http://schemas.microsoft.com/office/drawing/2014/main" id="{A09B3E90-8F35-4510-62FF-81E4EC506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0096" y="1879907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185" name="Trapezoid 320">
            <a:extLst>
              <a:ext uri="{FF2B5EF4-FFF2-40B4-BE49-F238E27FC236}">
                <a16:creationId xmlns:a16="http://schemas.microsoft.com/office/drawing/2014/main" id="{BF353C23-1919-4263-6B03-5E81FD23C367}"/>
              </a:ext>
            </a:extLst>
          </p:cNvPr>
          <p:cNvSpPr/>
          <p:nvPr/>
        </p:nvSpPr>
        <p:spPr>
          <a:xfrm rot="10800000">
            <a:off x="10971620" y="1971942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01B0E419-D2FE-22F0-C349-9E41A405DF34}"/>
              </a:ext>
            </a:extLst>
          </p:cNvPr>
          <p:cNvCxnSpPr>
            <a:cxnSpLocks/>
            <a:stCxn id="191" idx="0"/>
          </p:cNvCxnSpPr>
          <p:nvPr/>
        </p:nvCxnSpPr>
        <p:spPr>
          <a:xfrm>
            <a:off x="11973401" y="3426751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C08C3C2-E553-9096-F535-694F21E70622}"/>
              </a:ext>
            </a:extLst>
          </p:cNvPr>
          <p:cNvGrpSpPr/>
          <p:nvPr/>
        </p:nvGrpSpPr>
        <p:grpSpPr>
          <a:xfrm>
            <a:off x="11825009" y="3241250"/>
            <a:ext cx="294292" cy="185501"/>
            <a:chOff x="980948" y="1888785"/>
            <a:chExt cx="272994" cy="172080"/>
          </a:xfrm>
        </p:grpSpPr>
        <p:grpSp>
          <p:nvGrpSpPr>
            <p:cNvPr id="190" name="Group 898">
              <a:extLst>
                <a:ext uri="{FF2B5EF4-FFF2-40B4-BE49-F238E27FC236}">
                  <a16:creationId xmlns:a16="http://schemas.microsoft.com/office/drawing/2014/main" id="{DB3B6CB9-0DC6-F7EA-58D1-F35AF2F0450A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640" name="Rectangle 88">
                <a:extLst>
                  <a:ext uri="{FF2B5EF4-FFF2-40B4-BE49-F238E27FC236}">
                    <a16:creationId xmlns:a16="http://schemas.microsoft.com/office/drawing/2014/main" id="{0118F150-999C-F0C8-5163-4195C2353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2656E327-363C-9E0A-2335-FF77A71B6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43" name="Isosceles Triangle 642">
                <a:extLst>
                  <a:ext uri="{FF2B5EF4-FFF2-40B4-BE49-F238E27FC236}">
                    <a16:creationId xmlns:a16="http://schemas.microsoft.com/office/drawing/2014/main" id="{77BB4F47-151B-ECE6-7EB7-FD8125E306C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44" name="Oval 341">
                <a:extLst>
                  <a:ext uri="{FF2B5EF4-FFF2-40B4-BE49-F238E27FC236}">
                    <a16:creationId xmlns:a16="http://schemas.microsoft.com/office/drawing/2014/main" id="{826394C9-4594-4638-DC47-721076BAF5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91" name="Trapezoid 285">
              <a:extLst>
                <a:ext uri="{FF2B5EF4-FFF2-40B4-BE49-F238E27FC236}">
                  <a16:creationId xmlns:a16="http://schemas.microsoft.com/office/drawing/2014/main" id="{BA7663E1-257B-FA47-77E6-43CC270C4D7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7BDDB06A-4E71-C2AC-8BF6-A30FDF39EFD5}"/>
              </a:ext>
            </a:extLst>
          </p:cNvPr>
          <p:cNvCxnSpPr>
            <a:stCxn id="640" idx="0"/>
          </p:cNvCxnSpPr>
          <p:nvPr/>
        </p:nvCxnSpPr>
        <p:spPr>
          <a:xfrm flipH="1" flipV="1">
            <a:off x="11022472" y="3040929"/>
            <a:ext cx="949103" cy="20032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BF7FDA8D-4163-B58D-D7D2-4C02F57C9EC6}"/>
              </a:ext>
            </a:extLst>
          </p:cNvPr>
          <p:cNvCxnSpPr>
            <a:cxnSpLocks/>
            <a:stCxn id="648" idx="2"/>
            <a:endCxn id="175" idx="0"/>
          </p:cNvCxnSpPr>
          <p:nvPr/>
        </p:nvCxnSpPr>
        <p:spPr>
          <a:xfrm flipH="1">
            <a:off x="11076450" y="1971942"/>
            <a:ext cx="492951" cy="23271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47" name="Rectangle 88">
            <a:extLst>
              <a:ext uri="{FF2B5EF4-FFF2-40B4-BE49-F238E27FC236}">
                <a16:creationId xmlns:a16="http://schemas.microsoft.com/office/drawing/2014/main" id="{AE6686E1-A195-6492-531F-3FCAC8DB9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5359" y="1879907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648" name="Trapezoid 320">
            <a:extLst>
              <a:ext uri="{FF2B5EF4-FFF2-40B4-BE49-F238E27FC236}">
                <a16:creationId xmlns:a16="http://schemas.microsoft.com/office/drawing/2014/main" id="{CF1EDB4D-EA49-5D80-F08D-A4C381872C21}"/>
              </a:ext>
            </a:extLst>
          </p:cNvPr>
          <p:cNvSpPr/>
          <p:nvPr/>
        </p:nvSpPr>
        <p:spPr>
          <a:xfrm rot="10800000">
            <a:off x="11456883" y="1971942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651" name="TextBox 650">
            <a:extLst>
              <a:ext uri="{FF2B5EF4-FFF2-40B4-BE49-F238E27FC236}">
                <a16:creationId xmlns:a16="http://schemas.microsoft.com/office/drawing/2014/main" id="{A5438E7B-0C31-7BC9-4C69-ED1DACD904D6}"/>
              </a:ext>
            </a:extLst>
          </p:cNvPr>
          <p:cNvSpPr txBox="1"/>
          <p:nvPr/>
        </p:nvSpPr>
        <p:spPr>
          <a:xfrm>
            <a:off x="7085012" y="1363387"/>
            <a:ext cx="3491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Should be single signal as lanes not visible to peer </a:t>
            </a:r>
            <a:r>
              <a:rPr lang="en-GB" sz="12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</a:p>
          <a:p>
            <a:r>
              <a:rPr lang="en-GB" sz="1200" dirty="0">
                <a:solidFill>
                  <a:srgbClr val="FF0000"/>
                </a:solidFill>
                <a:sym typeface="Wingdings" panose="05000000000000000000" pitchFamily="2" charset="2"/>
              </a:rPr>
              <a:t>But if multiple clients, this would be visible and may under some cases be 1:1 with the lanes…. This is NOT </a:t>
            </a:r>
            <a:r>
              <a:rPr lang="en-GB" sz="1200">
                <a:solidFill>
                  <a:srgbClr val="FF0000"/>
                </a:solidFill>
                <a:sym typeface="Wingdings" panose="05000000000000000000" pitchFamily="2" charset="2"/>
              </a:rPr>
              <a:t>a representation of the lanes.</a:t>
            </a: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E1D20311-E899-FD0D-47B6-1D584112B134}"/>
              </a:ext>
            </a:extLst>
          </p:cNvPr>
          <p:cNvSpPr txBox="1"/>
          <p:nvPr/>
        </p:nvSpPr>
        <p:spPr>
          <a:xfrm>
            <a:off x="10896163" y="1437996"/>
            <a:ext cx="103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 this</a:t>
            </a:r>
          </a:p>
        </p:txBody>
      </p:sp>
      <p:sp>
        <p:nvSpPr>
          <p:cNvPr id="145" name="Rectangle 135">
            <a:extLst>
              <a:ext uri="{FF2B5EF4-FFF2-40B4-BE49-F238E27FC236}">
                <a16:creationId xmlns:a16="http://schemas.microsoft.com/office/drawing/2014/main" id="{FBB9BD2C-CA3A-CBD9-D875-2D052348F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5993D04A-735B-06CB-4915-4D14043AF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5" name="Rectangle 135">
            <a:extLst>
              <a:ext uri="{FF2B5EF4-FFF2-40B4-BE49-F238E27FC236}">
                <a16:creationId xmlns:a16="http://schemas.microsoft.com/office/drawing/2014/main" id="{63688377-6784-D27F-00D2-A050E52B5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853" y="3914699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70C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Internal detail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30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E302-8611-61A5-B5E7-422C623C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97708069-F1EC-D072-1A3B-91D7DAB8DCE1}"/>
              </a:ext>
            </a:extLst>
          </p:cNvPr>
          <p:cNvSpPr/>
          <p:nvPr/>
        </p:nvSpPr>
        <p:spPr>
          <a:xfrm>
            <a:off x="1388219" y="838872"/>
            <a:ext cx="2558044" cy="58773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/>
            <a:endParaRPr lang="en-US" sz="1400" dirty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236" name="Group 1040">
            <a:extLst>
              <a:ext uri="{FF2B5EF4-FFF2-40B4-BE49-F238E27FC236}">
                <a16:creationId xmlns:a16="http://schemas.microsoft.com/office/drawing/2014/main" id="{1FAC89B1-2DCF-57DD-2D97-7D3DB98DF5A6}"/>
              </a:ext>
            </a:extLst>
          </p:cNvPr>
          <p:cNvGrpSpPr/>
          <p:nvPr/>
        </p:nvGrpSpPr>
        <p:grpSpPr>
          <a:xfrm>
            <a:off x="2622459" y="1696941"/>
            <a:ext cx="271916" cy="98118"/>
            <a:chOff x="1230061" y="3045781"/>
            <a:chExt cx="435339" cy="142407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E5878703-B632-F779-9AB8-459DA9CDC7B0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ABEC4B24-CEDE-D26D-F6D1-EF2A5F79F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9" name="Oval 341">
              <a:extLst>
                <a:ext uri="{FF2B5EF4-FFF2-40B4-BE49-F238E27FC236}">
                  <a16:creationId xmlns:a16="http://schemas.microsoft.com/office/drawing/2014/main" id="{9A1FDA0E-1C3E-69B6-C25F-3B53288EF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32" name="Group 1040">
            <a:extLst>
              <a:ext uri="{FF2B5EF4-FFF2-40B4-BE49-F238E27FC236}">
                <a16:creationId xmlns:a16="http://schemas.microsoft.com/office/drawing/2014/main" id="{155A9349-B106-2090-FC89-53C85ADCAD33}"/>
              </a:ext>
            </a:extLst>
          </p:cNvPr>
          <p:cNvGrpSpPr/>
          <p:nvPr/>
        </p:nvGrpSpPr>
        <p:grpSpPr>
          <a:xfrm>
            <a:off x="2570701" y="1742670"/>
            <a:ext cx="271916" cy="98118"/>
            <a:chOff x="1230061" y="3045781"/>
            <a:chExt cx="435339" cy="142407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F7CA92F9-03F3-D6FC-3A65-BA2D297635F3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4" name="Oval 341">
              <a:extLst>
                <a:ext uri="{FF2B5EF4-FFF2-40B4-BE49-F238E27FC236}">
                  <a16:creationId xmlns:a16="http://schemas.microsoft.com/office/drawing/2014/main" id="{132DEB18-5C81-3556-B2BC-72A2E6244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5" name="Oval 341">
              <a:extLst>
                <a:ext uri="{FF2B5EF4-FFF2-40B4-BE49-F238E27FC236}">
                  <a16:creationId xmlns:a16="http://schemas.microsoft.com/office/drawing/2014/main" id="{8AEE7152-7E00-5BF1-0B9A-18AF86CD0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15" name="Group 1040">
            <a:extLst>
              <a:ext uri="{FF2B5EF4-FFF2-40B4-BE49-F238E27FC236}">
                <a16:creationId xmlns:a16="http://schemas.microsoft.com/office/drawing/2014/main" id="{CB668349-9C25-0D17-BAA0-BA5631FAD4E6}"/>
              </a:ext>
            </a:extLst>
          </p:cNvPr>
          <p:cNvGrpSpPr/>
          <p:nvPr/>
        </p:nvGrpSpPr>
        <p:grpSpPr>
          <a:xfrm>
            <a:off x="2531283" y="1795059"/>
            <a:ext cx="271916" cy="98118"/>
            <a:chOff x="1230061" y="3045781"/>
            <a:chExt cx="435339" cy="142407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DA0D1278-AAA8-AB23-035F-E5E6FCD40FBD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7" name="Oval 341">
              <a:extLst>
                <a:ext uri="{FF2B5EF4-FFF2-40B4-BE49-F238E27FC236}">
                  <a16:creationId xmlns:a16="http://schemas.microsoft.com/office/drawing/2014/main" id="{F1A00D08-9842-EC98-A5FF-07B3D7E1E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8" name="Oval 341">
              <a:extLst>
                <a:ext uri="{FF2B5EF4-FFF2-40B4-BE49-F238E27FC236}">
                  <a16:creationId xmlns:a16="http://schemas.microsoft.com/office/drawing/2014/main" id="{79618A8F-77B7-54A7-8297-044547FCC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11" name="Group 11">
            <a:extLst>
              <a:ext uri="{FF2B5EF4-FFF2-40B4-BE49-F238E27FC236}">
                <a16:creationId xmlns:a16="http://schemas.microsoft.com/office/drawing/2014/main" id="{3A721965-8F0E-5EF4-C3F8-7AB95F072E2D}"/>
              </a:ext>
            </a:extLst>
          </p:cNvPr>
          <p:cNvGrpSpPr/>
          <p:nvPr/>
        </p:nvGrpSpPr>
        <p:grpSpPr>
          <a:xfrm>
            <a:off x="3611840" y="1645583"/>
            <a:ext cx="271916" cy="170990"/>
            <a:chOff x="4487593" y="2873065"/>
            <a:chExt cx="362554" cy="227985"/>
          </a:xfrm>
        </p:grpSpPr>
        <p:sp>
          <p:nvSpPr>
            <p:cNvPr id="212" name="Rectangle 88">
              <a:extLst>
                <a:ext uri="{FF2B5EF4-FFF2-40B4-BE49-F238E27FC236}">
                  <a16:creationId xmlns:a16="http://schemas.microsoft.com/office/drawing/2014/main" id="{F2CAEF69-9E8F-56E9-E7EB-AB928F58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3" name="Trapezoid 212">
              <a:extLst>
                <a:ext uri="{FF2B5EF4-FFF2-40B4-BE49-F238E27FC236}">
                  <a16:creationId xmlns:a16="http://schemas.microsoft.com/office/drawing/2014/main" id="{FEA85DC2-DA5E-771C-9938-0E66BE591900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4" name="Oval 341">
              <a:extLst>
                <a:ext uri="{FF2B5EF4-FFF2-40B4-BE49-F238E27FC236}">
                  <a16:creationId xmlns:a16="http://schemas.microsoft.com/office/drawing/2014/main" id="{40BBCF40-29B5-5CB8-8F27-509BB65BF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07" name="Group 11">
            <a:extLst>
              <a:ext uri="{FF2B5EF4-FFF2-40B4-BE49-F238E27FC236}">
                <a16:creationId xmlns:a16="http://schemas.microsoft.com/office/drawing/2014/main" id="{A23BE6BB-C1C2-8BA5-BA81-3356A5721E42}"/>
              </a:ext>
            </a:extLst>
          </p:cNvPr>
          <p:cNvGrpSpPr/>
          <p:nvPr/>
        </p:nvGrpSpPr>
        <p:grpSpPr>
          <a:xfrm>
            <a:off x="3558378" y="1715738"/>
            <a:ext cx="271916" cy="170990"/>
            <a:chOff x="4487593" y="2873065"/>
            <a:chExt cx="362554" cy="227985"/>
          </a:xfrm>
        </p:grpSpPr>
        <p:sp>
          <p:nvSpPr>
            <p:cNvPr id="208" name="Rectangle 88">
              <a:extLst>
                <a:ext uri="{FF2B5EF4-FFF2-40B4-BE49-F238E27FC236}">
                  <a16:creationId xmlns:a16="http://schemas.microsoft.com/office/drawing/2014/main" id="{44FAAA34-2164-E0D0-D691-F59A0DADE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9" name="Trapezoid 208">
              <a:extLst>
                <a:ext uri="{FF2B5EF4-FFF2-40B4-BE49-F238E27FC236}">
                  <a16:creationId xmlns:a16="http://schemas.microsoft.com/office/drawing/2014/main" id="{CE1EC266-3E75-6AD0-62E6-FD71CB20242F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0" name="Oval 341">
              <a:extLst>
                <a:ext uri="{FF2B5EF4-FFF2-40B4-BE49-F238E27FC236}">
                  <a16:creationId xmlns:a16="http://schemas.microsoft.com/office/drawing/2014/main" id="{A0D74059-BE71-B0EF-3961-0B1C2FD08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03" name="Group 11">
            <a:extLst>
              <a:ext uri="{FF2B5EF4-FFF2-40B4-BE49-F238E27FC236}">
                <a16:creationId xmlns:a16="http://schemas.microsoft.com/office/drawing/2014/main" id="{FE0113F8-2F3C-029C-189F-439E2D226352}"/>
              </a:ext>
            </a:extLst>
          </p:cNvPr>
          <p:cNvGrpSpPr/>
          <p:nvPr/>
        </p:nvGrpSpPr>
        <p:grpSpPr>
          <a:xfrm>
            <a:off x="3507292" y="1775380"/>
            <a:ext cx="271916" cy="170990"/>
            <a:chOff x="4487593" y="2873065"/>
            <a:chExt cx="362554" cy="227985"/>
          </a:xfrm>
        </p:grpSpPr>
        <p:sp>
          <p:nvSpPr>
            <p:cNvPr id="204" name="Rectangle 88">
              <a:extLst>
                <a:ext uri="{FF2B5EF4-FFF2-40B4-BE49-F238E27FC236}">
                  <a16:creationId xmlns:a16="http://schemas.microsoft.com/office/drawing/2014/main" id="{66B84419-5D95-FCDF-7785-966BC67EF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5" name="Trapezoid 204">
              <a:extLst>
                <a:ext uri="{FF2B5EF4-FFF2-40B4-BE49-F238E27FC236}">
                  <a16:creationId xmlns:a16="http://schemas.microsoft.com/office/drawing/2014/main" id="{ED260C56-84EA-C133-4F45-52080EF3457E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6" name="Oval 341">
              <a:extLst>
                <a:ext uri="{FF2B5EF4-FFF2-40B4-BE49-F238E27FC236}">
                  <a16:creationId xmlns:a16="http://schemas.microsoft.com/office/drawing/2014/main" id="{7384C2FD-749C-1AC6-2882-6832B45F5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A54EFF90-228B-1E90-6BAF-79A2929D501F}"/>
              </a:ext>
            </a:extLst>
          </p:cNvPr>
          <p:cNvGrpSpPr/>
          <p:nvPr/>
        </p:nvGrpSpPr>
        <p:grpSpPr>
          <a:xfrm>
            <a:off x="2581043" y="728243"/>
            <a:ext cx="7303179" cy="153888"/>
            <a:chOff x="3694336" y="2122694"/>
            <a:chExt cx="7303179" cy="153888"/>
          </a:xfrm>
        </p:grpSpPr>
        <p:sp>
          <p:nvSpPr>
            <p:cNvPr id="199" name="Rectangle 127">
              <a:extLst>
                <a:ext uri="{FF2B5EF4-FFF2-40B4-BE49-F238E27FC236}">
                  <a16:creationId xmlns:a16="http://schemas.microsoft.com/office/drawing/2014/main" id="{759C86BC-E5B2-4BA7-A5A6-E423D6B48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200" name="Rectangle 135">
              <a:extLst>
                <a:ext uri="{FF2B5EF4-FFF2-40B4-BE49-F238E27FC236}">
                  <a16:creationId xmlns:a16="http://schemas.microsoft.com/office/drawing/2014/main" id="{9EC0AD36-394E-BCBD-206D-A578D34FB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ADB0734-770A-3988-5F21-CD0E5C044A47}"/>
              </a:ext>
            </a:extLst>
          </p:cNvPr>
          <p:cNvGrpSpPr/>
          <p:nvPr/>
        </p:nvGrpSpPr>
        <p:grpSpPr>
          <a:xfrm>
            <a:off x="2510471" y="798248"/>
            <a:ext cx="7303179" cy="153888"/>
            <a:chOff x="3694336" y="2122694"/>
            <a:chExt cx="7303179" cy="153888"/>
          </a:xfrm>
        </p:grpSpPr>
        <p:sp>
          <p:nvSpPr>
            <p:cNvPr id="196" name="Rectangle 127">
              <a:extLst>
                <a:ext uri="{FF2B5EF4-FFF2-40B4-BE49-F238E27FC236}">
                  <a16:creationId xmlns:a16="http://schemas.microsoft.com/office/drawing/2014/main" id="{40D18FA2-2E77-F2DA-D31C-0BD9335B8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97" name="Rectangle 135">
              <a:extLst>
                <a:ext uri="{FF2B5EF4-FFF2-40B4-BE49-F238E27FC236}">
                  <a16:creationId xmlns:a16="http://schemas.microsoft.com/office/drawing/2014/main" id="{3D8C34B3-7DC7-0526-4A7F-EB5D24A68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A9E9FE9-E079-C578-A2F7-673D05413711}"/>
              </a:ext>
            </a:extLst>
          </p:cNvPr>
          <p:cNvGrpSpPr/>
          <p:nvPr/>
        </p:nvGrpSpPr>
        <p:grpSpPr>
          <a:xfrm>
            <a:off x="2421052" y="866422"/>
            <a:ext cx="7303179" cy="153888"/>
            <a:chOff x="3694336" y="2122694"/>
            <a:chExt cx="7303179" cy="153888"/>
          </a:xfrm>
        </p:grpSpPr>
        <p:sp>
          <p:nvSpPr>
            <p:cNvPr id="193" name="Rectangle 127">
              <a:extLst>
                <a:ext uri="{FF2B5EF4-FFF2-40B4-BE49-F238E27FC236}">
                  <a16:creationId xmlns:a16="http://schemas.microsoft.com/office/drawing/2014/main" id="{1BF89CDD-9201-1B80-52C5-81B39B125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94" name="Rectangle 135">
              <a:extLst>
                <a:ext uri="{FF2B5EF4-FFF2-40B4-BE49-F238E27FC236}">
                  <a16:creationId xmlns:a16="http://schemas.microsoft.com/office/drawing/2014/main" id="{CADB090E-9F3B-12EB-0380-D51E105F9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3012CDC-1CF0-F395-51FE-69D2D3B0116A}"/>
              </a:ext>
            </a:extLst>
          </p:cNvPr>
          <p:cNvGrpSpPr/>
          <p:nvPr/>
        </p:nvGrpSpPr>
        <p:grpSpPr>
          <a:xfrm>
            <a:off x="2326883" y="943443"/>
            <a:ext cx="7303179" cy="153888"/>
            <a:chOff x="3694336" y="2122694"/>
            <a:chExt cx="7303179" cy="153888"/>
          </a:xfrm>
        </p:grpSpPr>
        <p:sp>
          <p:nvSpPr>
            <p:cNvPr id="60" name="Rectangle 127">
              <a:extLst>
                <a:ext uri="{FF2B5EF4-FFF2-40B4-BE49-F238E27FC236}">
                  <a16:creationId xmlns:a16="http://schemas.microsoft.com/office/drawing/2014/main" id="{DFE05085-0FF5-D44F-4532-CDDEED2F8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62" name="Rectangle 135">
              <a:extLst>
                <a:ext uri="{FF2B5EF4-FFF2-40B4-BE49-F238E27FC236}">
                  <a16:creationId xmlns:a16="http://schemas.microsoft.com/office/drawing/2014/main" id="{A07BC6D9-0AD8-B4B6-B84D-A32CC00AE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sp>
        <p:nvSpPr>
          <p:cNvPr id="189" name="Rectangle 25">
            <a:extLst>
              <a:ext uri="{FF2B5EF4-FFF2-40B4-BE49-F238E27FC236}">
                <a16:creationId xmlns:a16="http://schemas.microsoft.com/office/drawing/2014/main" id="{578A9C94-7A5C-AF36-5633-7E1CA98CE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895" y="1204079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8" name="Rectangle 25">
            <a:extLst>
              <a:ext uri="{FF2B5EF4-FFF2-40B4-BE49-F238E27FC236}">
                <a16:creationId xmlns:a16="http://schemas.microsoft.com/office/drawing/2014/main" id="{8676882D-756D-EB8B-E614-9DF2F6D9C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726" y="1227268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7" name="Rectangle 25">
            <a:extLst>
              <a:ext uri="{FF2B5EF4-FFF2-40B4-BE49-F238E27FC236}">
                <a16:creationId xmlns:a16="http://schemas.microsoft.com/office/drawing/2014/main" id="{5D6CA166-229D-9248-32BD-471CF8703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274162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58944A-CC3B-587F-FB49-555E095D275E}"/>
              </a:ext>
            </a:extLst>
          </p:cNvPr>
          <p:cNvSpPr>
            <a:spLocks noChangeAspect="1"/>
          </p:cNvSpPr>
          <p:nvPr/>
        </p:nvSpPr>
        <p:spPr>
          <a:xfrm>
            <a:off x="681983" y="731868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A8801F9-3F01-E9FA-0451-B5037244BF0A}"/>
              </a:ext>
            </a:extLst>
          </p:cNvPr>
          <p:cNvSpPr>
            <a:spLocks noChangeAspect="1"/>
          </p:cNvSpPr>
          <p:nvPr/>
        </p:nvSpPr>
        <p:spPr>
          <a:xfrm>
            <a:off x="596901" y="81495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F1A8A7-CB7E-086A-FDF7-DAF82642C24D}"/>
              </a:ext>
            </a:extLst>
          </p:cNvPr>
          <p:cNvSpPr>
            <a:spLocks noChangeAspect="1"/>
          </p:cNvSpPr>
          <p:nvPr/>
        </p:nvSpPr>
        <p:spPr>
          <a:xfrm>
            <a:off x="534360" y="904896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grpSp>
        <p:nvGrpSpPr>
          <p:cNvPr id="103" name="Group 11">
            <a:extLst>
              <a:ext uri="{FF2B5EF4-FFF2-40B4-BE49-F238E27FC236}">
                <a16:creationId xmlns:a16="http://schemas.microsoft.com/office/drawing/2014/main" id="{8E3E78E3-BA20-3CF4-52E6-B89BCA2956DF}"/>
              </a:ext>
            </a:extLst>
          </p:cNvPr>
          <p:cNvGrpSpPr/>
          <p:nvPr/>
        </p:nvGrpSpPr>
        <p:grpSpPr>
          <a:xfrm>
            <a:off x="1695957" y="1598101"/>
            <a:ext cx="271916" cy="170990"/>
            <a:chOff x="4487593" y="2873065"/>
            <a:chExt cx="362554" cy="227985"/>
          </a:xfrm>
        </p:grpSpPr>
        <p:sp>
          <p:nvSpPr>
            <p:cNvPr id="104" name="Rectangle 88">
              <a:extLst>
                <a:ext uri="{FF2B5EF4-FFF2-40B4-BE49-F238E27FC236}">
                  <a16:creationId xmlns:a16="http://schemas.microsoft.com/office/drawing/2014/main" id="{98683B20-F51D-BEA3-E871-18098542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105" name="Trapezoid 104">
              <a:extLst>
                <a:ext uri="{FF2B5EF4-FFF2-40B4-BE49-F238E27FC236}">
                  <a16:creationId xmlns:a16="http://schemas.microsoft.com/office/drawing/2014/main" id="{57206224-DC3C-62FC-6045-699DDD289179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106" name="Oval 341">
              <a:extLst>
                <a:ext uri="{FF2B5EF4-FFF2-40B4-BE49-F238E27FC236}">
                  <a16:creationId xmlns:a16="http://schemas.microsoft.com/office/drawing/2014/main" id="{E56AE4CF-B014-A354-EA58-9EAB3AC79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96" name="Group 11">
            <a:extLst>
              <a:ext uri="{FF2B5EF4-FFF2-40B4-BE49-F238E27FC236}">
                <a16:creationId xmlns:a16="http://schemas.microsoft.com/office/drawing/2014/main" id="{38525604-98BD-6C5A-12F0-B64376C60C32}"/>
              </a:ext>
            </a:extLst>
          </p:cNvPr>
          <p:cNvGrpSpPr/>
          <p:nvPr/>
        </p:nvGrpSpPr>
        <p:grpSpPr>
          <a:xfrm>
            <a:off x="1640356" y="1651007"/>
            <a:ext cx="271916" cy="170990"/>
            <a:chOff x="4487593" y="2873065"/>
            <a:chExt cx="362554" cy="227985"/>
          </a:xfrm>
        </p:grpSpPr>
        <p:sp>
          <p:nvSpPr>
            <p:cNvPr id="97" name="Rectangle 88">
              <a:extLst>
                <a:ext uri="{FF2B5EF4-FFF2-40B4-BE49-F238E27FC236}">
                  <a16:creationId xmlns:a16="http://schemas.microsoft.com/office/drawing/2014/main" id="{370F06A7-A365-B7C7-1196-61C1C6B1D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8" name="Trapezoid 97">
              <a:extLst>
                <a:ext uri="{FF2B5EF4-FFF2-40B4-BE49-F238E27FC236}">
                  <a16:creationId xmlns:a16="http://schemas.microsoft.com/office/drawing/2014/main" id="{42044ED9-88D9-D957-175D-C284CEFD0825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9" name="Oval 341">
              <a:extLst>
                <a:ext uri="{FF2B5EF4-FFF2-40B4-BE49-F238E27FC236}">
                  <a16:creationId xmlns:a16="http://schemas.microsoft.com/office/drawing/2014/main" id="{A975B8BB-CC4E-5F8B-3694-28484A34B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92" name="Group 11">
            <a:extLst>
              <a:ext uri="{FF2B5EF4-FFF2-40B4-BE49-F238E27FC236}">
                <a16:creationId xmlns:a16="http://schemas.microsoft.com/office/drawing/2014/main" id="{A3538E0A-8698-4FC3-C9EE-9E664CB957DE}"/>
              </a:ext>
            </a:extLst>
          </p:cNvPr>
          <p:cNvGrpSpPr/>
          <p:nvPr/>
        </p:nvGrpSpPr>
        <p:grpSpPr>
          <a:xfrm>
            <a:off x="1584217" y="1699812"/>
            <a:ext cx="271916" cy="170990"/>
            <a:chOff x="4487593" y="2873065"/>
            <a:chExt cx="362554" cy="227985"/>
          </a:xfrm>
        </p:grpSpPr>
        <p:sp>
          <p:nvSpPr>
            <p:cNvPr id="93" name="Rectangle 88">
              <a:extLst>
                <a:ext uri="{FF2B5EF4-FFF2-40B4-BE49-F238E27FC236}">
                  <a16:creationId xmlns:a16="http://schemas.microsoft.com/office/drawing/2014/main" id="{FB137AAA-7D43-0866-FC94-54048E91B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4" name="Trapezoid 93">
              <a:extLst>
                <a:ext uri="{FF2B5EF4-FFF2-40B4-BE49-F238E27FC236}">
                  <a16:creationId xmlns:a16="http://schemas.microsoft.com/office/drawing/2014/main" id="{76589EA7-FDCB-8325-A899-18E07A695784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5" name="Oval 341">
              <a:extLst>
                <a:ext uri="{FF2B5EF4-FFF2-40B4-BE49-F238E27FC236}">
                  <a16:creationId xmlns:a16="http://schemas.microsoft.com/office/drawing/2014/main" id="{F8757081-0F41-25F2-1D4A-2E2B75734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9092E61-83DA-F6E5-5942-612851BD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1" y="2"/>
            <a:ext cx="11192891" cy="658471"/>
          </a:xfrm>
        </p:spPr>
        <p:txBody>
          <a:bodyPr/>
          <a:lstStyle/>
          <a:p>
            <a:r>
              <a:rPr lang="en-US" sz="2933" dirty="0"/>
              <a:t>4 x 100G multiplexed and carried over a ZR400 payload</a:t>
            </a: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ECBCDAB-F95F-265D-1A2D-CDC588FB7B95}"/>
              </a:ext>
            </a:extLst>
          </p:cNvPr>
          <p:cNvCxnSpPr>
            <a:cxnSpLocks/>
            <a:stCxn id="52" idx="2"/>
            <a:endCxn id="411" idx="0"/>
          </p:cNvCxnSpPr>
          <p:nvPr/>
        </p:nvCxnSpPr>
        <p:spPr>
          <a:xfrm flipH="1">
            <a:off x="3566521" y="2000822"/>
            <a:ext cx="35183" cy="3863801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Rectangle 135">
            <a:extLst>
              <a:ext uri="{FF2B5EF4-FFF2-40B4-BE49-F238E27FC236}">
                <a16:creationId xmlns:a16="http://schemas.microsoft.com/office/drawing/2014/main" id="{5CE5AA5F-2805-0EA0-149A-19B9F26C4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6388048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397" name="Rectangle 135">
            <a:extLst>
              <a:ext uri="{FF2B5EF4-FFF2-40B4-BE49-F238E27FC236}">
                <a16:creationId xmlns:a16="http://schemas.microsoft.com/office/drawing/2014/main" id="{043A232C-A5F6-AEEA-4FDF-8006CAB1D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589628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1067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402" name="Rectangle 135">
            <a:extLst>
              <a:ext uri="{FF2B5EF4-FFF2-40B4-BE49-F238E27FC236}">
                <a16:creationId xmlns:a16="http://schemas.microsoft.com/office/drawing/2014/main" id="{3553904F-D1F1-4A82-39E0-4925A117B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5455204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3" name="Rectangle 135">
            <a:extLst>
              <a:ext uri="{FF2B5EF4-FFF2-40B4-BE49-F238E27FC236}">
                <a16:creationId xmlns:a16="http://schemas.microsoft.com/office/drawing/2014/main" id="{6A2BED1B-3CCA-A588-FE55-067B0E33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4780182"/>
            <a:ext cx="741203" cy="49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US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4" name="Rectangle 60">
            <a:extLst>
              <a:ext uri="{FF2B5EF4-FFF2-40B4-BE49-F238E27FC236}">
                <a16:creationId xmlns:a16="http://schemas.microsoft.com/office/drawing/2014/main" id="{ABF56D48-89B4-B17A-2EA3-71D2C8C9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245" y="634126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457178">
              <a:defRPr/>
            </a:pPr>
            <a:endParaRPr lang="en-US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405" name="Group 719">
            <a:extLst>
              <a:ext uri="{FF2B5EF4-FFF2-40B4-BE49-F238E27FC236}">
                <a16:creationId xmlns:a16="http://schemas.microsoft.com/office/drawing/2014/main" id="{E14A65D6-20C0-58D9-EEF2-195469778B78}"/>
              </a:ext>
            </a:extLst>
          </p:cNvPr>
          <p:cNvGrpSpPr/>
          <p:nvPr/>
        </p:nvGrpSpPr>
        <p:grpSpPr>
          <a:xfrm>
            <a:off x="3453959" y="6342983"/>
            <a:ext cx="228353" cy="90129"/>
            <a:chOff x="8553742" y="2601251"/>
            <a:chExt cx="216024" cy="108852"/>
          </a:xfrm>
        </p:grpSpPr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5FB25C98-AEAE-E414-B7C7-6A3FEAACBDDE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4121DE8A-F36E-D8F8-0756-1FE51D961570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CA54C6B6-93CF-0C84-6725-A72043535988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4F21C93C-85B0-8468-2264-6B550AE67A04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410" name="Trapezoid 409">
            <a:extLst>
              <a:ext uri="{FF2B5EF4-FFF2-40B4-BE49-F238E27FC236}">
                <a16:creationId xmlns:a16="http://schemas.microsoft.com/office/drawing/2014/main" id="{836AD519-F6C5-0608-F674-252A87FA4D4C}"/>
              </a:ext>
            </a:extLst>
          </p:cNvPr>
          <p:cNvSpPr/>
          <p:nvPr/>
        </p:nvSpPr>
        <p:spPr>
          <a:xfrm rot="10800000">
            <a:off x="3429606" y="6433133"/>
            <a:ext cx="277051" cy="4207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78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0A5F8DF4-BA22-695E-DA29-EB0846651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243" y="5864623"/>
            <a:ext cx="362555" cy="227987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endParaRPr lang="en-US" altLang="en-US" sz="80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7026310F-EDC8-38FC-3B44-16457FCFB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575" y="5921377"/>
            <a:ext cx="65285" cy="64331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rapezoid 412">
            <a:extLst>
              <a:ext uri="{FF2B5EF4-FFF2-40B4-BE49-F238E27FC236}">
                <a16:creationId xmlns:a16="http://schemas.microsoft.com/office/drawing/2014/main" id="{9AF0013E-A6EC-A7E7-08AA-669063832EC5}"/>
              </a:ext>
            </a:extLst>
          </p:cNvPr>
          <p:cNvSpPr/>
          <p:nvPr/>
        </p:nvSpPr>
        <p:spPr>
          <a:xfrm rot="10800000">
            <a:off x="3432243" y="5996543"/>
            <a:ext cx="262093" cy="5081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70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195C7CC4-EE71-15FB-B19D-6478DFD64021}"/>
              </a:ext>
            </a:extLst>
          </p:cNvPr>
          <p:cNvCxnSpPr>
            <a:cxnSpLocks/>
            <a:stCxn id="411" idx="2"/>
            <a:endCxn id="404" idx="0"/>
          </p:cNvCxnSpPr>
          <p:nvPr/>
        </p:nvCxnSpPr>
        <p:spPr>
          <a:xfrm>
            <a:off x="3566521" y="6092609"/>
            <a:ext cx="1591" cy="248659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ectangle 135">
            <a:extLst>
              <a:ext uri="{FF2B5EF4-FFF2-40B4-BE49-F238E27FC236}">
                <a16:creationId xmlns:a16="http://schemas.microsoft.com/office/drawing/2014/main" id="{FE068161-6516-069E-31B1-A3BDF3639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331" y="65847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39955383-84D4-8D26-917C-83652DD16DBA}"/>
              </a:ext>
            </a:extLst>
          </p:cNvPr>
          <p:cNvSpPr/>
          <p:nvPr/>
        </p:nvSpPr>
        <p:spPr>
          <a:xfrm>
            <a:off x="371667" y="2064051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FF73DA40-9B28-41DA-83FB-9408E23142D8}"/>
              </a:ext>
            </a:extLst>
          </p:cNvPr>
          <p:cNvCxnSpPr>
            <a:cxnSpLocks/>
            <a:stCxn id="501" idx="6"/>
            <a:endCxn id="746" idx="3"/>
          </p:cNvCxnSpPr>
          <p:nvPr/>
        </p:nvCxnSpPr>
        <p:spPr>
          <a:xfrm flipV="1">
            <a:off x="842475" y="2139732"/>
            <a:ext cx="1024032" cy="10975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03" name="Oval 502">
            <a:extLst>
              <a:ext uri="{FF2B5EF4-FFF2-40B4-BE49-F238E27FC236}">
                <a16:creationId xmlns:a16="http://schemas.microsoft.com/office/drawing/2014/main" id="{3F1DEB31-44B9-71A2-1DD1-F1D5AD51FF87}"/>
              </a:ext>
            </a:extLst>
          </p:cNvPr>
          <p:cNvSpPr/>
          <p:nvPr/>
        </p:nvSpPr>
        <p:spPr>
          <a:xfrm>
            <a:off x="4006106" y="6062085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261E087E-8323-DC1E-BF9F-BF171C98A052}"/>
              </a:ext>
            </a:extLst>
          </p:cNvPr>
          <p:cNvCxnSpPr>
            <a:cxnSpLocks/>
            <a:stCxn id="503" idx="3"/>
            <a:endCxn id="404" idx="3"/>
          </p:cNvCxnSpPr>
          <p:nvPr/>
        </p:nvCxnSpPr>
        <p:spPr>
          <a:xfrm flipH="1">
            <a:off x="3751977" y="6210014"/>
            <a:ext cx="323077" cy="237061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0" name="Oval 609">
            <a:extLst>
              <a:ext uri="{FF2B5EF4-FFF2-40B4-BE49-F238E27FC236}">
                <a16:creationId xmlns:a16="http://schemas.microsoft.com/office/drawing/2014/main" id="{B68C3470-BC24-7E32-8546-D867C65979AC}"/>
              </a:ext>
            </a:extLst>
          </p:cNvPr>
          <p:cNvSpPr>
            <a:spLocks noChangeAspect="1"/>
          </p:cNvSpPr>
          <p:nvPr/>
        </p:nvSpPr>
        <p:spPr>
          <a:xfrm>
            <a:off x="4006106" y="3775725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652" name="Rectangle 135">
            <a:extLst>
              <a:ext uri="{FF2B5EF4-FFF2-40B4-BE49-F238E27FC236}">
                <a16:creationId xmlns:a16="http://schemas.microsoft.com/office/drawing/2014/main" id="{B1BBF0D4-98D7-16C4-F9AF-779D5E97E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78" y="4432720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0A490976-087A-AED7-B86E-9AFF940E7891}"/>
              </a:ext>
            </a:extLst>
          </p:cNvPr>
          <p:cNvCxnSpPr>
            <a:cxnSpLocks/>
            <a:stCxn id="610" idx="4"/>
            <a:endCxn id="503" idx="0"/>
          </p:cNvCxnSpPr>
          <p:nvPr/>
        </p:nvCxnSpPr>
        <p:spPr>
          <a:xfrm>
            <a:off x="4235526" y="3955608"/>
            <a:ext cx="5984" cy="210647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C0059994-24F4-7382-00CA-CDACCDA19B3E}"/>
              </a:ext>
            </a:extLst>
          </p:cNvPr>
          <p:cNvGrpSpPr>
            <a:grpSpLocks noChangeAspect="1"/>
          </p:cNvGrpSpPr>
          <p:nvPr/>
        </p:nvGrpSpPr>
        <p:grpSpPr>
          <a:xfrm>
            <a:off x="3397387" y="4943314"/>
            <a:ext cx="358928" cy="227171"/>
            <a:chOff x="980945" y="1888766"/>
            <a:chExt cx="271916" cy="172099"/>
          </a:xfrm>
        </p:grpSpPr>
        <p:grpSp>
          <p:nvGrpSpPr>
            <p:cNvPr id="688" name="Group 898">
              <a:extLst>
                <a:ext uri="{FF2B5EF4-FFF2-40B4-BE49-F238E27FC236}">
                  <a16:creationId xmlns:a16="http://schemas.microsoft.com/office/drawing/2014/main" id="{F85D0D6E-F052-88C1-30DF-9E47473E4D8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90" name="Rectangle 88">
                <a:extLst>
                  <a:ext uri="{FF2B5EF4-FFF2-40B4-BE49-F238E27FC236}">
                    <a16:creationId xmlns:a16="http://schemas.microsoft.com/office/drawing/2014/main" id="{E795378D-932B-59D0-424D-59289E1D9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1" name="Rectangle 88">
                <a:extLst>
                  <a:ext uri="{FF2B5EF4-FFF2-40B4-BE49-F238E27FC236}">
                    <a16:creationId xmlns:a16="http://schemas.microsoft.com/office/drawing/2014/main" id="{76F4E011-5254-BE2C-E2F2-F34B1452F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2" name="Isosceles Triangle 691">
                <a:extLst>
                  <a:ext uri="{FF2B5EF4-FFF2-40B4-BE49-F238E27FC236}">
                    <a16:creationId xmlns:a16="http://schemas.microsoft.com/office/drawing/2014/main" id="{4ECD4B52-9174-CDE5-80B5-BA1D6F63231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3" name="Oval 341">
                <a:extLst>
                  <a:ext uri="{FF2B5EF4-FFF2-40B4-BE49-F238E27FC236}">
                    <a16:creationId xmlns:a16="http://schemas.microsoft.com/office/drawing/2014/main" id="{B7DB80D6-3D26-70AC-834C-4B6EA8FFD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89" name="Trapezoid 688">
              <a:extLst>
                <a:ext uri="{FF2B5EF4-FFF2-40B4-BE49-F238E27FC236}">
                  <a16:creationId xmlns:a16="http://schemas.microsoft.com/office/drawing/2014/main" id="{44F3C7F2-9B1D-D2C2-37AF-65B39352DB8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8CE63969-CBF7-64B4-E652-1AC296A86DC5}"/>
              </a:ext>
            </a:extLst>
          </p:cNvPr>
          <p:cNvGrpSpPr/>
          <p:nvPr/>
        </p:nvGrpSpPr>
        <p:grpSpPr>
          <a:xfrm>
            <a:off x="3392506" y="4483040"/>
            <a:ext cx="367732" cy="211616"/>
            <a:chOff x="1539943" y="2795561"/>
            <a:chExt cx="367732" cy="211616"/>
          </a:xfrm>
        </p:grpSpPr>
        <p:sp>
          <p:nvSpPr>
            <p:cNvPr id="695" name="Rectangle 60">
              <a:extLst>
                <a:ext uri="{FF2B5EF4-FFF2-40B4-BE49-F238E27FC236}">
                  <a16:creationId xmlns:a16="http://schemas.microsoft.com/office/drawing/2014/main" id="{3AACE347-39F2-C6EA-7EFD-1B7D65120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696" name="Group 719">
              <a:extLst>
                <a:ext uri="{FF2B5EF4-FFF2-40B4-BE49-F238E27FC236}">
                  <a16:creationId xmlns:a16="http://schemas.microsoft.com/office/drawing/2014/main" id="{847B5341-5270-AC75-09F6-172E05CB7FE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ADA13E71-F40B-BF90-2FEA-BD6F3A2ADD9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B5FC7D41-C8EE-9808-DD3B-0C73342EE68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38D86F0E-C309-73E2-8D44-308B70A7DAA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2DC23A7B-2F3A-51F8-DC55-7B7DD671BD2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97" name="Trapezoid 696">
              <a:extLst>
                <a:ext uri="{FF2B5EF4-FFF2-40B4-BE49-F238E27FC236}">
                  <a16:creationId xmlns:a16="http://schemas.microsoft.com/office/drawing/2014/main" id="{EAE2F82E-388A-A0A3-6BFB-359F6979BA74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56" name="Rectangle 135">
            <a:extLst>
              <a:ext uri="{FF2B5EF4-FFF2-40B4-BE49-F238E27FC236}">
                <a16:creationId xmlns:a16="http://schemas.microsoft.com/office/drawing/2014/main" id="{3E3CF1B8-B9E0-DBFB-1B71-C911F23E5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85" y="205762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53DE74CB-47E0-F437-03D8-3EE1440248A8}"/>
              </a:ext>
            </a:extLst>
          </p:cNvPr>
          <p:cNvGrpSpPr/>
          <p:nvPr/>
        </p:nvGrpSpPr>
        <p:grpSpPr>
          <a:xfrm>
            <a:off x="1498775" y="2033924"/>
            <a:ext cx="367732" cy="211616"/>
            <a:chOff x="1539943" y="2795561"/>
            <a:chExt cx="367732" cy="211616"/>
          </a:xfrm>
        </p:grpSpPr>
        <p:sp>
          <p:nvSpPr>
            <p:cNvPr id="746" name="Rectangle 60">
              <a:extLst>
                <a:ext uri="{FF2B5EF4-FFF2-40B4-BE49-F238E27FC236}">
                  <a16:creationId xmlns:a16="http://schemas.microsoft.com/office/drawing/2014/main" id="{99085FE8-5100-5616-83C8-A03E9AB44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47" name="Group 719">
              <a:extLst>
                <a:ext uri="{FF2B5EF4-FFF2-40B4-BE49-F238E27FC236}">
                  <a16:creationId xmlns:a16="http://schemas.microsoft.com/office/drawing/2014/main" id="{4F730899-D713-CA6D-0AA5-5C3C856C6BC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F43953FD-46E6-4EB1-C670-11D992654F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CCA04F29-62B3-8682-7E52-710F01FC9D5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CC05B1B6-4B20-B7DE-C7CE-729CF81A378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2" name="Straight Connector 751">
                <a:extLst>
                  <a:ext uri="{FF2B5EF4-FFF2-40B4-BE49-F238E27FC236}">
                    <a16:creationId xmlns:a16="http://schemas.microsoft.com/office/drawing/2014/main" id="{ED37F54D-AA5E-8AF9-51D7-B78BB77699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48" name="Trapezoid 747">
              <a:extLst>
                <a:ext uri="{FF2B5EF4-FFF2-40B4-BE49-F238E27FC236}">
                  <a16:creationId xmlns:a16="http://schemas.microsoft.com/office/drawing/2014/main" id="{EB0651FF-6871-EF7E-E207-B6527D0356A2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3" name="Rectangle 25">
            <a:extLst>
              <a:ext uri="{FF2B5EF4-FFF2-40B4-BE49-F238E27FC236}">
                <a16:creationId xmlns:a16="http://schemas.microsoft.com/office/drawing/2014/main" id="{C30D35C7-D42D-9332-FFA2-329BEACA2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299" y="3472283"/>
            <a:ext cx="6855532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44" name="Rectangle 29">
            <a:extLst>
              <a:ext uri="{FF2B5EF4-FFF2-40B4-BE49-F238E27FC236}">
                <a16:creationId xmlns:a16="http://schemas.microsoft.com/office/drawing/2014/main" id="{EE614E86-1150-CC83-254E-3CB7CE318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320" y="3492160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45" name="Rectangle 135">
            <a:extLst>
              <a:ext uri="{FF2B5EF4-FFF2-40B4-BE49-F238E27FC236}">
                <a16:creationId xmlns:a16="http://schemas.microsoft.com/office/drawing/2014/main" id="{460484C4-5E8F-4F27-E561-036F7803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260" y="3456829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48" name="Straight Arrow Connector 847">
            <a:extLst>
              <a:ext uri="{FF2B5EF4-FFF2-40B4-BE49-F238E27FC236}">
                <a16:creationId xmlns:a16="http://schemas.microsoft.com/office/drawing/2014/main" id="{3942F21E-2BCB-0C40-0856-3A7C16B75D5F}"/>
              </a:ext>
            </a:extLst>
          </p:cNvPr>
          <p:cNvCxnSpPr>
            <a:cxnSpLocks/>
            <a:stCxn id="844" idx="3"/>
            <a:endCxn id="690" idx="0"/>
          </p:cNvCxnSpPr>
          <p:nvPr/>
        </p:nvCxnSpPr>
        <p:spPr>
          <a:xfrm flipH="1">
            <a:off x="3576851" y="3558727"/>
            <a:ext cx="1539976" cy="138458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7" name="Rectangle 29">
            <a:extLst>
              <a:ext uri="{FF2B5EF4-FFF2-40B4-BE49-F238E27FC236}">
                <a16:creationId xmlns:a16="http://schemas.microsoft.com/office/drawing/2014/main" id="{17443DFE-521C-9803-62E3-DBCB74A97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35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69" name="Rectangle 135">
            <a:extLst>
              <a:ext uri="{FF2B5EF4-FFF2-40B4-BE49-F238E27FC236}">
                <a16:creationId xmlns:a16="http://schemas.microsoft.com/office/drawing/2014/main" id="{50EC9E0B-8811-2435-A823-BBC465B08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953" y="3001453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70" name="Rectangle 127">
            <a:extLst>
              <a:ext uri="{FF2B5EF4-FFF2-40B4-BE49-F238E27FC236}">
                <a16:creationId xmlns:a16="http://schemas.microsoft.com/office/drawing/2014/main" id="{007E74C5-A690-382E-A0F6-463C02B11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593" y="3014881"/>
            <a:ext cx="7303179" cy="128085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1353" tIns="45675" rIns="91353" bIns="45675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609585" eaLnBrk="1" hangingPunct="1">
              <a:spcBef>
                <a:spcPct val="0"/>
              </a:spcBef>
              <a:buNone/>
              <a:defRPr/>
            </a:pPr>
            <a:endParaRPr lang="en-US" altLang="en-US" sz="9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71" name="Rectangle 29">
            <a:extLst>
              <a:ext uri="{FF2B5EF4-FFF2-40B4-BE49-F238E27FC236}">
                <a16:creationId xmlns:a16="http://schemas.microsoft.com/office/drawing/2014/main" id="{5317338D-19E0-1318-49B1-8E3680AB0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850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73" name="Rectangle 135">
            <a:extLst>
              <a:ext uri="{FF2B5EF4-FFF2-40B4-BE49-F238E27FC236}">
                <a16:creationId xmlns:a16="http://schemas.microsoft.com/office/drawing/2014/main" id="{1E4DAD26-78E3-F6EC-97A2-726D405DD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676" y="3001453"/>
            <a:ext cx="337933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 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Connectivity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74" name="Straight Arrow Connector 873">
            <a:extLst>
              <a:ext uri="{FF2B5EF4-FFF2-40B4-BE49-F238E27FC236}">
                <a16:creationId xmlns:a16="http://schemas.microsoft.com/office/drawing/2014/main" id="{AAF2039F-041F-C63D-F14C-31513C46ECED}"/>
              </a:ext>
            </a:extLst>
          </p:cNvPr>
          <p:cNvCxnSpPr>
            <a:cxnSpLocks/>
            <a:stCxn id="871" idx="3"/>
            <a:endCxn id="610" idx="0"/>
          </p:cNvCxnSpPr>
          <p:nvPr/>
        </p:nvCxnSpPr>
        <p:spPr>
          <a:xfrm flipH="1">
            <a:off x="4235526" y="3106495"/>
            <a:ext cx="629831" cy="66923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DFB4F28-222C-5E1A-42EE-66A52B162780}"/>
              </a:ext>
            </a:extLst>
          </p:cNvPr>
          <p:cNvGrpSpPr/>
          <p:nvPr/>
        </p:nvGrpSpPr>
        <p:grpSpPr>
          <a:xfrm>
            <a:off x="3396097" y="5449309"/>
            <a:ext cx="367732" cy="211616"/>
            <a:chOff x="1539943" y="2795561"/>
            <a:chExt cx="367732" cy="211616"/>
          </a:xfrm>
        </p:grpSpPr>
        <p:sp>
          <p:nvSpPr>
            <p:cNvPr id="383" name="Rectangle 60">
              <a:extLst>
                <a:ext uri="{FF2B5EF4-FFF2-40B4-BE49-F238E27FC236}">
                  <a16:creationId xmlns:a16="http://schemas.microsoft.com/office/drawing/2014/main" id="{0031A6E2-C045-B47C-E9FC-A5BEEDED0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4" name="Group 719">
              <a:extLst>
                <a:ext uri="{FF2B5EF4-FFF2-40B4-BE49-F238E27FC236}">
                  <a16:creationId xmlns:a16="http://schemas.microsoft.com/office/drawing/2014/main" id="{679E2B4B-A201-4071-C2E6-CD2C9A32A50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0B13721-A4AE-7470-F37E-96BC408DF86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2DF228A6-E364-BF38-311E-BE321627B20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08A09F6E-DDF2-F6DE-886D-727522EF3E3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9D3E1B7B-C07E-A984-19AA-5696495AD17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5" name="Trapezoid 384">
              <a:extLst>
                <a:ext uri="{FF2B5EF4-FFF2-40B4-BE49-F238E27FC236}">
                  <a16:creationId xmlns:a16="http://schemas.microsoft.com/office/drawing/2014/main" id="{B66ABDBE-3B1E-2056-06E9-539FE6BEFA5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57B625D6-067B-1D24-78BC-D0407E1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3399803" y="3760809"/>
            <a:ext cx="358928" cy="227171"/>
            <a:chOff x="980945" y="1888766"/>
            <a:chExt cx="271916" cy="172099"/>
          </a:xfrm>
        </p:grpSpPr>
        <p:grpSp>
          <p:nvGrpSpPr>
            <p:cNvPr id="724" name="Group 898">
              <a:extLst>
                <a:ext uri="{FF2B5EF4-FFF2-40B4-BE49-F238E27FC236}">
                  <a16:creationId xmlns:a16="http://schemas.microsoft.com/office/drawing/2014/main" id="{893D14AA-DAB3-78EA-035F-DFAF968DA24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6" name="Rectangle 88">
                <a:extLst>
                  <a:ext uri="{FF2B5EF4-FFF2-40B4-BE49-F238E27FC236}">
                    <a16:creationId xmlns:a16="http://schemas.microsoft.com/office/drawing/2014/main" id="{8C9779F3-91B2-4021-1844-19B9AA642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7" name="Isosceles Triangle 726">
                <a:extLst>
                  <a:ext uri="{FF2B5EF4-FFF2-40B4-BE49-F238E27FC236}">
                    <a16:creationId xmlns:a16="http://schemas.microsoft.com/office/drawing/2014/main" id="{C8E108BC-95E9-D1D9-10C2-8840A616029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8" name="Oval 341">
                <a:extLst>
                  <a:ext uri="{FF2B5EF4-FFF2-40B4-BE49-F238E27FC236}">
                    <a16:creationId xmlns:a16="http://schemas.microsoft.com/office/drawing/2014/main" id="{3A240B96-E355-609C-57C0-64867F439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25" name="Trapezoid 724">
              <a:extLst>
                <a:ext uri="{FF2B5EF4-FFF2-40B4-BE49-F238E27FC236}">
                  <a16:creationId xmlns:a16="http://schemas.microsoft.com/office/drawing/2014/main" id="{2B5F0D61-7766-6B7F-4DCA-7B86B67ACC3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2FC44E17-3C63-4D91-2875-1DF849A253BF}"/>
              </a:ext>
            </a:extLst>
          </p:cNvPr>
          <p:cNvGrpSpPr/>
          <p:nvPr/>
        </p:nvGrpSpPr>
        <p:grpSpPr>
          <a:xfrm>
            <a:off x="3401956" y="2943144"/>
            <a:ext cx="367732" cy="211616"/>
            <a:chOff x="1539943" y="2795561"/>
            <a:chExt cx="367732" cy="211616"/>
          </a:xfrm>
        </p:grpSpPr>
        <p:sp>
          <p:nvSpPr>
            <p:cNvPr id="730" name="Rectangle 60">
              <a:extLst>
                <a:ext uri="{FF2B5EF4-FFF2-40B4-BE49-F238E27FC236}">
                  <a16:creationId xmlns:a16="http://schemas.microsoft.com/office/drawing/2014/main" id="{B14B22A4-7042-4EEF-8688-9601C5E12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31" name="Group 719">
              <a:extLst>
                <a:ext uri="{FF2B5EF4-FFF2-40B4-BE49-F238E27FC236}">
                  <a16:creationId xmlns:a16="http://schemas.microsoft.com/office/drawing/2014/main" id="{95318EF9-6DE1-B565-1F94-85B0DCDC7A9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33" name="Straight Connector 732">
                <a:extLst>
                  <a:ext uri="{FF2B5EF4-FFF2-40B4-BE49-F238E27FC236}">
                    <a16:creationId xmlns:a16="http://schemas.microsoft.com/office/drawing/2014/main" id="{5332EF4C-3E76-5D1C-E435-9571713A67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102F164C-993D-92B3-9DB5-E3B3E60630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56D364DF-D8D7-FD2F-EA53-E8602AA90AC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17E04728-FE39-FB23-F866-D7583771376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32" name="Trapezoid 731">
              <a:extLst>
                <a:ext uri="{FF2B5EF4-FFF2-40B4-BE49-F238E27FC236}">
                  <a16:creationId xmlns:a16="http://schemas.microsoft.com/office/drawing/2014/main" id="{9761B751-0F52-0114-6489-099C9A2118C6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37" name="Rectangle 135">
            <a:extLst>
              <a:ext uri="{FF2B5EF4-FFF2-40B4-BE49-F238E27FC236}">
                <a16:creationId xmlns:a16="http://schemas.microsoft.com/office/drawing/2014/main" id="{F06158F6-5B58-61DF-9C36-4039C6D5A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5" y="2951795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3" name="Rectangle 135">
            <a:extLst>
              <a:ext uri="{FF2B5EF4-FFF2-40B4-BE49-F238E27FC236}">
                <a16:creationId xmlns:a16="http://schemas.microsoft.com/office/drawing/2014/main" id="{6E33D69F-C201-3EEE-BAD7-52973914E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65" y="2452422"/>
            <a:ext cx="741203" cy="32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it-IT" sz="1067" kern="0">
              <a:solidFill>
                <a:srgbClr val="FF0000"/>
              </a:solidFill>
              <a:latin typeface="Calibri"/>
              <a:cs typeface="Arial" charset="0"/>
            </a:endParaRPr>
          </a:p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(+OTU)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4" name="Rectangle 135">
            <a:extLst>
              <a:ext uri="{FF2B5EF4-FFF2-40B4-BE49-F238E27FC236}">
                <a16:creationId xmlns:a16="http://schemas.microsoft.com/office/drawing/2014/main" id="{E7B90CBE-466F-781F-33D5-99C5759DE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09" y="377708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/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C11E662B-6CF4-8B44-268A-E1515BBE5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703" y="329383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1A7C4BDA-311E-7516-0D60-A75BF6AB0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336" y="331371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" name="Rectangle 135">
            <a:extLst>
              <a:ext uri="{FF2B5EF4-FFF2-40B4-BE49-F238E27FC236}">
                <a16:creationId xmlns:a16="http://schemas.microsoft.com/office/drawing/2014/main" id="{AEB2CA88-DD55-42F6-A7D8-662DE3B57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925" y="327838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D0B53F-242E-B46C-EDD4-9BDF89DF08CF}"/>
              </a:ext>
            </a:extLst>
          </p:cNvPr>
          <p:cNvCxnSpPr>
            <a:cxnSpLocks/>
            <a:stCxn id="12" idx="2"/>
            <a:endCxn id="726" idx="0"/>
          </p:cNvCxnSpPr>
          <p:nvPr/>
        </p:nvCxnSpPr>
        <p:spPr>
          <a:xfrm flipH="1">
            <a:off x="3579267" y="3352705"/>
            <a:ext cx="1394069" cy="40810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11">
            <a:extLst>
              <a:ext uri="{FF2B5EF4-FFF2-40B4-BE49-F238E27FC236}">
                <a16:creationId xmlns:a16="http://schemas.microsoft.com/office/drawing/2014/main" id="{93523F0C-32FB-38E0-4E52-08CC19464123}"/>
              </a:ext>
            </a:extLst>
          </p:cNvPr>
          <p:cNvGrpSpPr/>
          <p:nvPr/>
        </p:nvGrpSpPr>
        <p:grpSpPr>
          <a:xfrm>
            <a:off x="1546683" y="1752904"/>
            <a:ext cx="271916" cy="170990"/>
            <a:chOff x="4487593" y="2873065"/>
            <a:chExt cx="362554" cy="227985"/>
          </a:xfrm>
        </p:grpSpPr>
        <p:sp>
          <p:nvSpPr>
            <p:cNvPr id="43" name="Rectangle 88">
              <a:extLst>
                <a:ext uri="{FF2B5EF4-FFF2-40B4-BE49-F238E27FC236}">
                  <a16:creationId xmlns:a16="http://schemas.microsoft.com/office/drawing/2014/main" id="{E928EEA0-E1B7-A254-3B3E-9DF15109D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4" name="Trapezoid 43">
              <a:extLst>
                <a:ext uri="{FF2B5EF4-FFF2-40B4-BE49-F238E27FC236}">
                  <a16:creationId xmlns:a16="http://schemas.microsoft.com/office/drawing/2014/main" id="{044FAF66-686F-BACD-A684-9F6F5EE28189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5" name="Oval 341">
              <a:extLst>
                <a:ext uri="{FF2B5EF4-FFF2-40B4-BE49-F238E27FC236}">
                  <a16:creationId xmlns:a16="http://schemas.microsoft.com/office/drawing/2014/main" id="{F6B4CD1D-75FF-73DF-223C-954F86BAD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46" name="Group 1040">
            <a:extLst>
              <a:ext uri="{FF2B5EF4-FFF2-40B4-BE49-F238E27FC236}">
                <a16:creationId xmlns:a16="http://schemas.microsoft.com/office/drawing/2014/main" id="{26651CF5-AE3A-ACB8-2B03-19F03BBB5277}"/>
              </a:ext>
            </a:extLst>
          </p:cNvPr>
          <p:cNvGrpSpPr/>
          <p:nvPr/>
        </p:nvGrpSpPr>
        <p:grpSpPr>
          <a:xfrm>
            <a:off x="2494096" y="1848881"/>
            <a:ext cx="271916" cy="98118"/>
            <a:chOff x="1230061" y="3045781"/>
            <a:chExt cx="435339" cy="1424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ABC5F2-8C86-7664-9ECD-1228F17F96E1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8" name="Oval 341">
              <a:extLst>
                <a:ext uri="{FF2B5EF4-FFF2-40B4-BE49-F238E27FC236}">
                  <a16:creationId xmlns:a16="http://schemas.microsoft.com/office/drawing/2014/main" id="{858248F4-0FAE-1804-AD27-3C99242D2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9" name="Oval 341">
              <a:extLst>
                <a:ext uri="{FF2B5EF4-FFF2-40B4-BE49-F238E27FC236}">
                  <a16:creationId xmlns:a16="http://schemas.microsoft.com/office/drawing/2014/main" id="{2AD7504F-45D2-C7D4-1872-8A48FDCEF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C067CAB-6AA7-29BA-3289-2F20BD93AC6C}"/>
              </a:ext>
            </a:extLst>
          </p:cNvPr>
          <p:cNvCxnSpPr>
            <a:cxnSpLocks/>
            <a:stCxn id="48" idx="2"/>
            <a:endCxn id="45" idx="6"/>
          </p:cNvCxnSpPr>
          <p:nvPr/>
        </p:nvCxnSpPr>
        <p:spPr>
          <a:xfrm flipH="1" flipV="1">
            <a:off x="1708914" y="1821013"/>
            <a:ext cx="805110" cy="7692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51" name="Group 11">
            <a:extLst>
              <a:ext uri="{FF2B5EF4-FFF2-40B4-BE49-F238E27FC236}">
                <a16:creationId xmlns:a16="http://schemas.microsoft.com/office/drawing/2014/main" id="{7D828A21-7990-1CB0-EB1C-D422A9E0A861}"/>
              </a:ext>
            </a:extLst>
          </p:cNvPr>
          <p:cNvGrpSpPr/>
          <p:nvPr/>
        </p:nvGrpSpPr>
        <p:grpSpPr>
          <a:xfrm>
            <a:off x="3465746" y="1829832"/>
            <a:ext cx="271916" cy="170990"/>
            <a:chOff x="4487593" y="2873065"/>
            <a:chExt cx="362554" cy="227985"/>
          </a:xfrm>
        </p:grpSpPr>
        <p:sp>
          <p:nvSpPr>
            <p:cNvPr id="52" name="Rectangle 88">
              <a:extLst>
                <a:ext uri="{FF2B5EF4-FFF2-40B4-BE49-F238E27FC236}">
                  <a16:creationId xmlns:a16="http://schemas.microsoft.com/office/drawing/2014/main" id="{08120065-AD82-41FC-DF1D-F7AE2950A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3" name="Trapezoid 52">
              <a:extLst>
                <a:ext uri="{FF2B5EF4-FFF2-40B4-BE49-F238E27FC236}">
                  <a16:creationId xmlns:a16="http://schemas.microsoft.com/office/drawing/2014/main" id="{3E17837B-5880-D0DC-D0AF-CED322BC23AA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4" name="Oval 341">
              <a:extLst>
                <a:ext uri="{FF2B5EF4-FFF2-40B4-BE49-F238E27FC236}">
                  <a16:creationId xmlns:a16="http://schemas.microsoft.com/office/drawing/2014/main" id="{02B4D131-C7C3-6BC5-2F29-6EE63F3AE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4E0915E-77DE-6BF0-DBB7-F6C6123E8729}"/>
              </a:ext>
            </a:extLst>
          </p:cNvPr>
          <p:cNvCxnSpPr>
            <a:cxnSpLocks/>
            <a:stCxn id="54" idx="2"/>
            <a:endCxn id="49" idx="6"/>
          </p:cNvCxnSpPr>
          <p:nvPr/>
        </p:nvCxnSpPr>
        <p:spPr>
          <a:xfrm flipH="1" flipV="1">
            <a:off x="2745623" y="1897940"/>
            <a:ext cx="833390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56" name="Rectangle 135">
            <a:extLst>
              <a:ext uri="{FF2B5EF4-FFF2-40B4-BE49-F238E27FC236}">
                <a16:creationId xmlns:a16="http://schemas.microsoft.com/office/drawing/2014/main" id="{64F4D5E5-8F4A-BA01-895F-AA28E0766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92" y="1736502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DSR_100G</a:t>
            </a:r>
            <a:endParaRPr lang="en-GB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1" name="Rectangle 29">
            <a:extLst>
              <a:ext uri="{FF2B5EF4-FFF2-40B4-BE49-F238E27FC236}">
                <a16:creationId xmlns:a16="http://schemas.microsoft.com/office/drawing/2014/main" id="{D878DD84-3AE1-D17A-9E4D-E4370BEDC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283" y="99483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" name="Rectangle 25">
            <a:extLst>
              <a:ext uri="{FF2B5EF4-FFF2-40B4-BE49-F238E27FC236}">
                <a16:creationId xmlns:a16="http://schemas.microsoft.com/office/drawing/2014/main" id="{4FA5789C-3678-FA7C-806F-6708FFA34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688" y="132897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1EF26433-747E-23B7-266F-F97DDF6FE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34885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5" name="Rectangle 135">
            <a:extLst>
              <a:ext uri="{FF2B5EF4-FFF2-40B4-BE49-F238E27FC236}">
                <a16:creationId xmlns:a16="http://schemas.microsoft.com/office/drawing/2014/main" id="{109B765C-FF6C-BAF9-A389-492CC23CE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910" y="131352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DSR 100G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2CC886E-7810-99D5-CB16-F8D16F9FCFBE}"/>
              </a:ext>
            </a:extLst>
          </p:cNvPr>
          <p:cNvCxnSpPr>
            <a:cxnSpLocks/>
            <a:stCxn id="61" idx="3"/>
            <a:endCxn id="70" idx="6"/>
          </p:cNvCxnSpPr>
          <p:nvPr/>
        </p:nvCxnSpPr>
        <p:spPr>
          <a:xfrm flipH="1">
            <a:off x="928804" y="1061405"/>
            <a:ext cx="1430986" cy="11421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B6A291A7-4FD6-3C2B-487D-66562A29A9EE}"/>
              </a:ext>
            </a:extLst>
          </p:cNvPr>
          <p:cNvSpPr>
            <a:spLocks noChangeAspect="1"/>
          </p:cNvSpPr>
          <p:nvPr/>
        </p:nvSpPr>
        <p:spPr>
          <a:xfrm>
            <a:off x="469965" y="98288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63D5034-66B7-0691-F028-4757D58EA0BB}"/>
              </a:ext>
            </a:extLst>
          </p:cNvPr>
          <p:cNvCxnSpPr>
            <a:cxnSpLocks/>
            <a:stCxn id="70" idx="4"/>
            <a:endCxn id="501" idx="0"/>
          </p:cNvCxnSpPr>
          <p:nvPr/>
        </p:nvCxnSpPr>
        <p:spPr>
          <a:xfrm flipH="1">
            <a:off x="607071" y="1162767"/>
            <a:ext cx="92314" cy="90128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0923E1D-9873-C9A0-99A4-0DA971882141}"/>
              </a:ext>
            </a:extLst>
          </p:cNvPr>
          <p:cNvCxnSpPr>
            <a:cxnSpLocks/>
            <a:stCxn id="64" idx="3"/>
            <a:endCxn id="43" idx="0"/>
          </p:cNvCxnSpPr>
          <p:nvPr/>
        </p:nvCxnSpPr>
        <p:spPr>
          <a:xfrm flipH="1">
            <a:off x="1682641" y="1415418"/>
            <a:ext cx="801187" cy="337486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C89632A-0F0B-2FA7-A95F-B753353D79F6}"/>
              </a:ext>
            </a:extLst>
          </p:cNvPr>
          <p:cNvCxnSpPr/>
          <p:nvPr/>
        </p:nvCxnSpPr>
        <p:spPr>
          <a:xfrm>
            <a:off x="2622459" y="1444389"/>
            <a:ext cx="0" cy="385443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BEBCEB2-303E-8646-5C08-68E1735EB083}"/>
              </a:ext>
            </a:extLst>
          </p:cNvPr>
          <p:cNvCxnSpPr>
            <a:cxnSpLocks/>
          </p:cNvCxnSpPr>
          <p:nvPr/>
        </p:nvCxnSpPr>
        <p:spPr>
          <a:xfrm>
            <a:off x="2842617" y="1061405"/>
            <a:ext cx="0" cy="297100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27EAD40-E78D-EBB1-1215-7E4A3F72F5A8}"/>
              </a:ext>
            </a:extLst>
          </p:cNvPr>
          <p:cNvCxnSpPr>
            <a:cxnSpLocks/>
            <a:stCxn id="43" idx="2"/>
            <a:endCxn id="746" idx="0"/>
          </p:cNvCxnSpPr>
          <p:nvPr/>
        </p:nvCxnSpPr>
        <p:spPr>
          <a:xfrm>
            <a:off x="1682641" y="1923894"/>
            <a:ext cx="0" cy="110030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3ED14D3B-BCD2-8805-D878-77A55D1AC8B9}"/>
              </a:ext>
            </a:extLst>
          </p:cNvPr>
          <p:cNvSpPr/>
          <p:nvPr/>
        </p:nvSpPr>
        <p:spPr>
          <a:xfrm>
            <a:off x="273466" y="2118197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7465E1A-8A82-DD77-F801-51A06D5079D2}"/>
              </a:ext>
            </a:extLst>
          </p:cNvPr>
          <p:cNvSpPr/>
          <p:nvPr/>
        </p:nvSpPr>
        <p:spPr>
          <a:xfrm>
            <a:off x="198117" y="2177780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D979554-3370-1444-DE9F-A5F50BC76AB6}"/>
              </a:ext>
            </a:extLst>
          </p:cNvPr>
          <p:cNvSpPr/>
          <p:nvPr/>
        </p:nvSpPr>
        <p:spPr>
          <a:xfrm>
            <a:off x="145403" y="2231164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C50A53E-F74D-CA95-27FE-CDDD3A2EE6F8}"/>
              </a:ext>
            </a:extLst>
          </p:cNvPr>
          <p:cNvGrpSpPr/>
          <p:nvPr/>
        </p:nvGrpSpPr>
        <p:grpSpPr>
          <a:xfrm>
            <a:off x="1549656" y="2116031"/>
            <a:ext cx="367732" cy="211616"/>
            <a:chOff x="1539943" y="2795561"/>
            <a:chExt cx="367732" cy="211616"/>
          </a:xfrm>
        </p:grpSpPr>
        <p:sp>
          <p:nvSpPr>
            <p:cNvPr id="122" name="Rectangle 60">
              <a:extLst>
                <a:ext uri="{FF2B5EF4-FFF2-40B4-BE49-F238E27FC236}">
                  <a16:creationId xmlns:a16="http://schemas.microsoft.com/office/drawing/2014/main" id="{54A8B3DD-70D4-0A0D-05F4-C33A8C974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3" name="Group 719">
              <a:extLst>
                <a:ext uri="{FF2B5EF4-FFF2-40B4-BE49-F238E27FC236}">
                  <a16:creationId xmlns:a16="http://schemas.microsoft.com/office/drawing/2014/main" id="{162A7402-585E-9043-14F1-5478DAC14DE7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B9B95046-0A32-97D4-C528-BA555D7B757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18B6BEAD-2508-D81F-203D-7C5BA7538B3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F638385C-B18D-DC36-992E-70216E3095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4CD7B152-9E52-9437-85F2-ECF259E24D9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4" name="Trapezoid 123">
              <a:extLst>
                <a:ext uri="{FF2B5EF4-FFF2-40B4-BE49-F238E27FC236}">
                  <a16:creationId xmlns:a16="http://schemas.microsoft.com/office/drawing/2014/main" id="{EC2418E3-4605-E8D5-1001-5CD04EFF74F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F4270B9-96F1-5441-54E1-9A291ACF2572}"/>
              </a:ext>
            </a:extLst>
          </p:cNvPr>
          <p:cNvGrpSpPr/>
          <p:nvPr/>
        </p:nvGrpSpPr>
        <p:grpSpPr>
          <a:xfrm>
            <a:off x="1593899" y="2196244"/>
            <a:ext cx="367732" cy="211616"/>
            <a:chOff x="1539943" y="2795561"/>
            <a:chExt cx="367732" cy="211616"/>
          </a:xfrm>
        </p:grpSpPr>
        <p:sp>
          <p:nvSpPr>
            <p:cNvPr id="130" name="Rectangle 60">
              <a:extLst>
                <a:ext uri="{FF2B5EF4-FFF2-40B4-BE49-F238E27FC236}">
                  <a16:creationId xmlns:a16="http://schemas.microsoft.com/office/drawing/2014/main" id="{5CDB6CF8-A5B8-38C1-1948-070ABB1F1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1" name="Group 719">
              <a:extLst>
                <a:ext uri="{FF2B5EF4-FFF2-40B4-BE49-F238E27FC236}">
                  <a16:creationId xmlns:a16="http://schemas.microsoft.com/office/drawing/2014/main" id="{68DF5AC1-2D43-EC36-CAAC-ACE285D16377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7725A9B-4E08-C11F-DAF6-23BC3A57DCC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C2C2D59F-7247-CA8C-C7C7-E21A9262EBA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876F1563-6B11-7709-7DFA-361E1E12EE7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D461A73C-2644-7762-CEAD-1FB8598A94E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2" name="Trapezoid 131">
              <a:extLst>
                <a:ext uri="{FF2B5EF4-FFF2-40B4-BE49-F238E27FC236}">
                  <a16:creationId xmlns:a16="http://schemas.microsoft.com/office/drawing/2014/main" id="{5C611F3B-A429-44DC-E561-A3E52B430A6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29A468B-B361-7F82-DF3C-4C24CC583F0E}"/>
              </a:ext>
            </a:extLst>
          </p:cNvPr>
          <p:cNvGrpSpPr/>
          <p:nvPr/>
        </p:nvGrpSpPr>
        <p:grpSpPr>
          <a:xfrm>
            <a:off x="1646322" y="2263317"/>
            <a:ext cx="367732" cy="211616"/>
            <a:chOff x="1539943" y="2795561"/>
            <a:chExt cx="367732" cy="211616"/>
          </a:xfrm>
        </p:grpSpPr>
        <p:sp>
          <p:nvSpPr>
            <p:cNvPr id="146" name="Rectangle 60">
              <a:extLst>
                <a:ext uri="{FF2B5EF4-FFF2-40B4-BE49-F238E27FC236}">
                  <a16:creationId xmlns:a16="http://schemas.microsoft.com/office/drawing/2014/main" id="{8E784D30-BE3A-85BB-A873-B50D10234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81" name="Group 719">
              <a:extLst>
                <a:ext uri="{FF2B5EF4-FFF2-40B4-BE49-F238E27FC236}">
                  <a16:creationId xmlns:a16="http://schemas.microsoft.com/office/drawing/2014/main" id="{2FB4E0C7-152F-E048-7B20-C65F86B8510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4D2C5B1-1E2E-96D8-D915-2D25196D840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C8D924EF-5FC2-FDA7-175A-C012DC8B375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FCB12735-AA40-61BE-70F8-C8378D808B6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BA8EE657-49CD-30DC-4106-3F309EBBF92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82" name="Trapezoid 181">
              <a:extLst>
                <a:ext uri="{FF2B5EF4-FFF2-40B4-BE49-F238E27FC236}">
                  <a16:creationId xmlns:a16="http://schemas.microsoft.com/office/drawing/2014/main" id="{A35934A2-D5BF-6AD4-A1B4-9069BFCC3CC4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8" name="TextBox 247">
            <a:extLst>
              <a:ext uri="{FF2B5EF4-FFF2-40B4-BE49-F238E27FC236}">
                <a16:creationId xmlns:a16="http://schemas.microsoft.com/office/drawing/2014/main" id="{17F91E4B-241E-6F26-D63B-D55FC7E5E4C5}"/>
              </a:ext>
            </a:extLst>
          </p:cNvPr>
          <p:cNvSpPr txBox="1"/>
          <p:nvPr/>
        </p:nvSpPr>
        <p:spPr>
          <a:xfrm>
            <a:off x="5189725" y="4328652"/>
            <a:ext cx="61956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C00000"/>
                </a:solidFill>
              </a:rPr>
              <a:t>Things to consider: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What layer-protocol-constraints could be added to the CSEP to express that ZR400 (supporting mux) is required?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There are no layer-protocol-constraints defined in tapi-</a:t>
            </a:r>
            <a:r>
              <a:rPr lang="en-IN" sz="1000" dirty="0" err="1">
                <a:solidFill>
                  <a:srgbClr val="C00000"/>
                </a:solidFill>
              </a:rPr>
              <a:t>dsr.yang</a:t>
            </a:r>
            <a:endParaRPr lang="en-IN" sz="1000" dirty="0">
              <a:solidFill>
                <a:srgbClr val="C0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Or is it sufficient to specify the required profile?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Can all relevant alarms and PMs be modelled against the OTSiMC CEP? Or, are there ZR/ZR+ specific alarms/PMs to be considered on the OTSiMCA CEP?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DSR does not define l-p-q for rates above 400G.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I think it is better to add l-p-q identities for 500G to 1200G, 1600G, and 3200G</a:t>
            </a:r>
          </a:p>
        </p:txBody>
      </p:sp>
    </p:spTree>
    <p:extLst>
      <p:ext uri="{BB962C8B-B14F-4D97-AF65-F5344CB8AC3E}">
        <p14:creationId xmlns:p14="http://schemas.microsoft.com/office/powerpoint/2010/main" val="1797868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F9EC-6715-19D1-E440-5695717C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1FD9FA4D-5D15-47AC-E3E1-1084155FC60B}"/>
              </a:ext>
            </a:extLst>
          </p:cNvPr>
          <p:cNvSpPr/>
          <p:nvPr/>
        </p:nvSpPr>
        <p:spPr>
          <a:xfrm>
            <a:off x="1388219" y="838872"/>
            <a:ext cx="2558044" cy="58773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/>
            <a:endParaRPr lang="en-US" sz="1400" dirty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3C16C07-E869-F0F5-3105-4C6E88A0A42E}"/>
              </a:ext>
            </a:extLst>
          </p:cNvPr>
          <p:cNvGrpSpPr/>
          <p:nvPr/>
        </p:nvGrpSpPr>
        <p:grpSpPr>
          <a:xfrm>
            <a:off x="2326883" y="943443"/>
            <a:ext cx="7303179" cy="153888"/>
            <a:chOff x="3694336" y="2122694"/>
            <a:chExt cx="7303179" cy="153888"/>
          </a:xfrm>
        </p:grpSpPr>
        <p:sp>
          <p:nvSpPr>
            <p:cNvPr id="60" name="Rectangle 127">
              <a:extLst>
                <a:ext uri="{FF2B5EF4-FFF2-40B4-BE49-F238E27FC236}">
                  <a16:creationId xmlns:a16="http://schemas.microsoft.com/office/drawing/2014/main" id="{BFDE457B-4D59-9257-399F-E7DEFA0D3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62" name="Rectangle 135">
              <a:extLst>
                <a:ext uri="{FF2B5EF4-FFF2-40B4-BE49-F238E27FC236}">
                  <a16:creationId xmlns:a16="http://schemas.microsoft.com/office/drawing/2014/main" id="{3EA83C38-E1EF-579B-F7DD-4487E7788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400G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F2BE0B83-AF83-6327-8C40-C328949E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1" y="2"/>
            <a:ext cx="11192891" cy="658471"/>
          </a:xfrm>
        </p:spPr>
        <p:txBody>
          <a:bodyPr/>
          <a:lstStyle/>
          <a:p>
            <a:r>
              <a:rPr lang="en-US" sz="2933" dirty="0"/>
              <a:t>400G carried over a ZR400 payload</a:t>
            </a: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CFCE89C7-6DC6-D47C-A905-A4FA6A111FA6}"/>
              </a:ext>
            </a:extLst>
          </p:cNvPr>
          <p:cNvCxnSpPr>
            <a:cxnSpLocks/>
            <a:stCxn id="52" idx="2"/>
            <a:endCxn id="411" idx="0"/>
          </p:cNvCxnSpPr>
          <p:nvPr/>
        </p:nvCxnSpPr>
        <p:spPr>
          <a:xfrm flipH="1">
            <a:off x="3566521" y="1917890"/>
            <a:ext cx="35339" cy="3946733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Rectangle 135">
            <a:extLst>
              <a:ext uri="{FF2B5EF4-FFF2-40B4-BE49-F238E27FC236}">
                <a16:creationId xmlns:a16="http://schemas.microsoft.com/office/drawing/2014/main" id="{8284E0EE-25FA-13F9-0C92-DABD3C0BF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6388048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397" name="Rectangle 135">
            <a:extLst>
              <a:ext uri="{FF2B5EF4-FFF2-40B4-BE49-F238E27FC236}">
                <a16:creationId xmlns:a16="http://schemas.microsoft.com/office/drawing/2014/main" id="{945B110B-97D3-32DB-6305-B51515B12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589628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1067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402" name="Rectangle 135">
            <a:extLst>
              <a:ext uri="{FF2B5EF4-FFF2-40B4-BE49-F238E27FC236}">
                <a16:creationId xmlns:a16="http://schemas.microsoft.com/office/drawing/2014/main" id="{B7C57A88-0728-AEC4-E9EB-46C5A2489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5455204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3" name="Rectangle 135">
            <a:extLst>
              <a:ext uri="{FF2B5EF4-FFF2-40B4-BE49-F238E27FC236}">
                <a16:creationId xmlns:a16="http://schemas.microsoft.com/office/drawing/2014/main" id="{E4788E33-096F-F6C3-2D19-A18059C5C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4780182"/>
            <a:ext cx="741203" cy="49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US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4" name="Rectangle 60">
            <a:extLst>
              <a:ext uri="{FF2B5EF4-FFF2-40B4-BE49-F238E27FC236}">
                <a16:creationId xmlns:a16="http://schemas.microsoft.com/office/drawing/2014/main" id="{24969CBE-BC7D-6CBD-2FDA-0B80E41A9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245" y="634126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457178">
              <a:defRPr/>
            </a:pPr>
            <a:endParaRPr lang="en-US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405" name="Group 719">
            <a:extLst>
              <a:ext uri="{FF2B5EF4-FFF2-40B4-BE49-F238E27FC236}">
                <a16:creationId xmlns:a16="http://schemas.microsoft.com/office/drawing/2014/main" id="{62A40B7E-1CB9-1D22-0AC7-0A89D76BEAB8}"/>
              </a:ext>
            </a:extLst>
          </p:cNvPr>
          <p:cNvGrpSpPr/>
          <p:nvPr/>
        </p:nvGrpSpPr>
        <p:grpSpPr>
          <a:xfrm>
            <a:off x="3453959" y="6342983"/>
            <a:ext cx="228353" cy="90129"/>
            <a:chOff x="8553742" y="2601251"/>
            <a:chExt cx="216024" cy="108852"/>
          </a:xfrm>
        </p:grpSpPr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8631E505-C225-F831-84D0-51FC77FF34A0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552AE655-2865-E7F9-589C-BAF170C66EED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802ACA17-2640-C74E-782C-290414355B87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A25C4C0D-928C-4C62-3565-4B00F48361E9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410" name="Trapezoid 409">
            <a:extLst>
              <a:ext uri="{FF2B5EF4-FFF2-40B4-BE49-F238E27FC236}">
                <a16:creationId xmlns:a16="http://schemas.microsoft.com/office/drawing/2014/main" id="{E8763ED3-9B3C-8569-6A26-B40F2B194D69}"/>
              </a:ext>
            </a:extLst>
          </p:cNvPr>
          <p:cNvSpPr/>
          <p:nvPr/>
        </p:nvSpPr>
        <p:spPr>
          <a:xfrm rot="10800000">
            <a:off x="3429606" y="6433133"/>
            <a:ext cx="277051" cy="4207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78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4FB55C5-E20D-9F53-EE6D-F290074A4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243" y="5864623"/>
            <a:ext cx="362555" cy="227987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endParaRPr lang="en-US" altLang="en-US" sz="80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727EBADD-CADA-4148-72B4-FFE7581D0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575" y="5921377"/>
            <a:ext cx="65285" cy="64331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rapezoid 412">
            <a:extLst>
              <a:ext uri="{FF2B5EF4-FFF2-40B4-BE49-F238E27FC236}">
                <a16:creationId xmlns:a16="http://schemas.microsoft.com/office/drawing/2014/main" id="{AB2B1E42-FFD9-0E71-CC0F-024D2B07896D}"/>
              </a:ext>
            </a:extLst>
          </p:cNvPr>
          <p:cNvSpPr/>
          <p:nvPr/>
        </p:nvSpPr>
        <p:spPr>
          <a:xfrm rot="10800000">
            <a:off x="3432243" y="5996543"/>
            <a:ext cx="262093" cy="5081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70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64D404CB-E05E-9DED-AFA0-591E0467AB02}"/>
              </a:ext>
            </a:extLst>
          </p:cNvPr>
          <p:cNvCxnSpPr>
            <a:cxnSpLocks/>
            <a:stCxn id="411" idx="2"/>
            <a:endCxn id="404" idx="0"/>
          </p:cNvCxnSpPr>
          <p:nvPr/>
        </p:nvCxnSpPr>
        <p:spPr>
          <a:xfrm>
            <a:off x="3566521" y="6092609"/>
            <a:ext cx="1591" cy="248659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ectangle 135">
            <a:extLst>
              <a:ext uri="{FF2B5EF4-FFF2-40B4-BE49-F238E27FC236}">
                <a16:creationId xmlns:a16="http://schemas.microsoft.com/office/drawing/2014/main" id="{416A52BD-DE58-3A5E-D102-19036F5A7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331" y="65847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C4B776BB-5E1D-9193-F4CF-2015A894455D}"/>
              </a:ext>
            </a:extLst>
          </p:cNvPr>
          <p:cNvSpPr/>
          <p:nvPr/>
        </p:nvSpPr>
        <p:spPr>
          <a:xfrm>
            <a:off x="371667" y="2064051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71702DFA-1CAA-C496-EF27-76145916A458}"/>
              </a:ext>
            </a:extLst>
          </p:cNvPr>
          <p:cNvCxnSpPr>
            <a:cxnSpLocks/>
            <a:stCxn id="501" idx="6"/>
            <a:endCxn id="746" idx="3"/>
          </p:cNvCxnSpPr>
          <p:nvPr/>
        </p:nvCxnSpPr>
        <p:spPr>
          <a:xfrm flipV="1">
            <a:off x="842475" y="2139732"/>
            <a:ext cx="1024032" cy="10975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03" name="Oval 502">
            <a:extLst>
              <a:ext uri="{FF2B5EF4-FFF2-40B4-BE49-F238E27FC236}">
                <a16:creationId xmlns:a16="http://schemas.microsoft.com/office/drawing/2014/main" id="{93FE06D1-CD64-C415-8C44-21828C5AAE15}"/>
              </a:ext>
            </a:extLst>
          </p:cNvPr>
          <p:cNvSpPr/>
          <p:nvPr/>
        </p:nvSpPr>
        <p:spPr>
          <a:xfrm>
            <a:off x="4006106" y="6062085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8750B98C-0B50-9E2F-5F02-C95EB13E3882}"/>
              </a:ext>
            </a:extLst>
          </p:cNvPr>
          <p:cNvCxnSpPr>
            <a:cxnSpLocks/>
            <a:stCxn id="503" idx="3"/>
            <a:endCxn id="404" idx="3"/>
          </p:cNvCxnSpPr>
          <p:nvPr/>
        </p:nvCxnSpPr>
        <p:spPr>
          <a:xfrm flipH="1">
            <a:off x="3751977" y="6210014"/>
            <a:ext cx="323077" cy="237061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0" name="Oval 609">
            <a:extLst>
              <a:ext uri="{FF2B5EF4-FFF2-40B4-BE49-F238E27FC236}">
                <a16:creationId xmlns:a16="http://schemas.microsoft.com/office/drawing/2014/main" id="{A91B6784-2ABC-BFF1-39F7-0E587908CDDE}"/>
              </a:ext>
            </a:extLst>
          </p:cNvPr>
          <p:cNvSpPr>
            <a:spLocks noChangeAspect="1"/>
          </p:cNvSpPr>
          <p:nvPr/>
        </p:nvSpPr>
        <p:spPr>
          <a:xfrm>
            <a:off x="4006106" y="3775725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652" name="Rectangle 135">
            <a:extLst>
              <a:ext uri="{FF2B5EF4-FFF2-40B4-BE49-F238E27FC236}">
                <a16:creationId xmlns:a16="http://schemas.microsoft.com/office/drawing/2014/main" id="{3C45D72F-3A27-47DB-5A18-D70827157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78" y="4432720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019772C1-7565-26AE-E07C-8DC942A4A4B7}"/>
              </a:ext>
            </a:extLst>
          </p:cNvPr>
          <p:cNvCxnSpPr>
            <a:cxnSpLocks/>
            <a:stCxn id="610" idx="4"/>
            <a:endCxn id="503" idx="0"/>
          </p:cNvCxnSpPr>
          <p:nvPr/>
        </p:nvCxnSpPr>
        <p:spPr>
          <a:xfrm>
            <a:off x="4235526" y="3955608"/>
            <a:ext cx="5984" cy="210647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73DC2AEC-F03F-B8DB-9A7A-187E3ACA758C}"/>
              </a:ext>
            </a:extLst>
          </p:cNvPr>
          <p:cNvGrpSpPr>
            <a:grpSpLocks noChangeAspect="1"/>
          </p:cNvGrpSpPr>
          <p:nvPr/>
        </p:nvGrpSpPr>
        <p:grpSpPr>
          <a:xfrm>
            <a:off x="3397387" y="4943314"/>
            <a:ext cx="358928" cy="227171"/>
            <a:chOff x="980945" y="1888766"/>
            <a:chExt cx="271916" cy="172099"/>
          </a:xfrm>
        </p:grpSpPr>
        <p:grpSp>
          <p:nvGrpSpPr>
            <p:cNvPr id="688" name="Group 898">
              <a:extLst>
                <a:ext uri="{FF2B5EF4-FFF2-40B4-BE49-F238E27FC236}">
                  <a16:creationId xmlns:a16="http://schemas.microsoft.com/office/drawing/2014/main" id="{B995A487-B4AD-96C7-AF80-8C17C315C402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90" name="Rectangle 88">
                <a:extLst>
                  <a:ext uri="{FF2B5EF4-FFF2-40B4-BE49-F238E27FC236}">
                    <a16:creationId xmlns:a16="http://schemas.microsoft.com/office/drawing/2014/main" id="{B5394F16-1C56-13A7-8B47-67FEE4C8D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1" name="Rectangle 88">
                <a:extLst>
                  <a:ext uri="{FF2B5EF4-FFF2-40B4-BE49-F238E27FC236}">
                    <a16:creationId xmlns:a16="http://schemas.microsoft.com/office/drawing/2014/main" id="{7A29DE94-F1C6-1AD9-53AB-6DECFE331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2" name="Isosceles Triangle 691">
                <a:extLst>
                  <a:ext uri="{FF2B5EF4-FFF2-40B4-BE49-F238E27FC236}">
                    <a16:creationId xmlns:a16="http://schemas.microsoft.com/office/drawing/2014/main" id="{316C9EAD-6D62-F930-87E4-0D595C38CF5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3" name="Oval 341">
                <a:extLst>
                  <a:ext uri="{FF2B5EF4-FFF2-40B4-BE49-F238E27FC236}">
                    <a16:creationId xmlns:a16="http://schemas.microsoft.com/office/drawing/2014/main" id="{5A79634D-F71E-B4B1-D53E-862DF29C5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89" name="Trapezoid 688">
              <a:extLst>
                <a:ext uri="{FF2B5EF4-FFF2-40B4-BE49-F238E27FC236}">
                  <a16:creationId xmlns:a16="http://schemas.microsoft.com/office/drawing/2014/main" id="{59F3B4A3-8AE5-E0D4-5C53-DC1F7C794D9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43A6E2A6-EA56-36C4-DEBE-74FF3D3A1764}"/>
              </a:ext>
            </a:extLst>
          </p:cNvPr>
          <p:cNvGrpSpPr/>
          <p:nvPr/>
        </p:nvGrpSpPr>
        <p:grpSpPr>
          <a:xfrm>
            <a:off x="3392506" y="4483040"/>
            <a:ext cx="367732" cy="211616"/>
            <a:chOff x="1539943" y="2795561"/>
            <a:chExt cx="367732" cy="211616"/>
          </a:xfrm>
        </p:grpSpPr>
        <p:sp>
          <p:nvSpPr>
            <p:cNvPr id="695" name="Rectangle 60">
              <a:extLst>
                <a:ext uri="{FF2B5EF4-FFF2-40B4-BE49-F238E27FC236}">
                  <a16:creationId xmlns:a16="http://schemas.microsoft.com/office/drawing/2014/main" id="{22B46AC5-6B08-61CC-1982-B48A96AAC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696" name="Group 719">
              <a:extLst>
                <a:ext uri="{FF2B5EF4-FFF2-40B4-BE49-F238E27FC236}">
                  <a16:creationId xmlns:a16="http://schemas.microsoft.com/office/drawing/2014/main" id="{84691452-3525-28C2-D305-FB561669442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7695B0D9-9D83-6C2C-5B44-E7C321F0570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B2486127-E653-BFEC-71FA-FB33FEAA20F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6D0DF1CC-7443-C9D9-42C6-0C4CF8AF3ED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D2AD7772-900C-9975-CB52-388E97508BD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97" name="Trapezoid 696">
              <a:extLst>
                <a:ext uri="{FF2B5EF4-FFF2-40B4-BE49-F238E27FC236}">
                  <a16:creationId xmlns:a16="http://schemas.microsoft.com/office/drawing/2014/main" id="{49ECCBE2-22E1-AA98-6DB1-213620190A0A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56" name="Rectangle 135">
            <a:extLst>
              <a:ext uri="{FF2B5EF4-FFF2-40B4-BE49-F238E27FC236}">
                <a16:creationId xmlns:a16="http://schemas.microsoft.com/office/drawing/2014/main" id="{F9391488-9A4F-6E7D-CC9C-24960268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85" y="205762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938822EA-926A-97AC-C23A-89AC5BC1B872}"/>
              </a:ext>
            </a:extLst>
          </p:cNvPr>
          <p:cNvGrpSpPr/>
          <p:nvPr/>
        </p:nvGrpSpPr>
        <p:grpSpPr>
          <a:xfrm>
            <a:off x="1498775" y="2033924"/>
            <a:ext cx="367732" cy="211616"/>
            <a:chOff x="1539943" y="2795561"/>
            <a:chExt cx="367732" cy="211616"/>
          </a:xfrm>
        </p:grpSpPr>
        <p:sp>
          <p:nvSpPr>
            <p:cNvPr id="746" name="Rectangle 60">
              <a:extLst>
                <a:ext uri="{FF2B5EF4-FFF2-40B4-BE49-F238E27FC236}">
                  <a16:creationId xmlns:a16="http://schemas.microsoft.com/office/drawing/2014/main" id="{72BFE9EC-CA96-3675-0B2D-435C731BF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47" name="Group 719">
              <a:extLst>
                <a:ext uri="{FF2B5EF4-FFF2-40B4-BE49-F238E27FC236}">
                  <a16:creationId xmlns:a16="http://schemas.microsoft.com/office/drawing/2014/main" id="{09628E4D-C384-A497-E647-15B9EB5D62D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0CB4E0B8-5AAF-0ECD-1D60-1324127D89F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932A79FB-8929-9DDA-D948-5C9B1FAD76A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47F4D896-F2BC-07D0-7F0D-C8CD2111B63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2" name="Straight Connector 751">
                <a:extLst>
                  <a:ext uri="{FF2B5EF4-FFF2-40B4-BE49-F238E27FC236}">
                    <a16:creationId xmlns:a16="http://schemas.microsoft.com/office/drawing/2014/main" id="{4869E7F7-4AC7-46A4-864E-788A5894904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48" name="Trapezoid 747">
              <a:extLst>
                <a:ext uri="{FF2B5EF4-FFF2-40B4-BE49-F238E27FC236}">
                  <a16:creationId xmlns:a16="http://schemas.microsoft.com/office/drawing/2014/main" id="{7963E288-6C9A-B817-642A-AD9436E2A96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3" name="Rectangle 25">
            <a:extLst>
              <a:ext uri="{FF2B5EF4-FFF2-40B4-BE49-F238E27FC236}">
                <a16:creationId xmlns:a16="http://schemas.microsoft.com/office/drawing/2014/main" id="{2724A767-EACD-36AC-4FD7-A00BF0733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299" y="3472283"/>
            <a:ext cx="6855532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44" name="Rectangle 29">
            <a:extLst>
              <a:ext uri="{FF2B5EF4-FFF2-40B4-BE49-F238E27FC236}">
                <a16:creationId xmlns:a16="http://schemas.microsoft.com/office/drawing/2014/main" id="{6F19D2EA-A896-66EC-AF70-095137D6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320" y="3492160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45" name="Rectangle 135">
            <a:extLst>
              <a:ext uri="{FF2B5EF4-FFF2-40B4-BE49-F238E27FC236}">
                <a16:creationId xmlns:a16="http://schemas.microsoft.com/office/drawing/2014/main" id="{5DDE5751-87A9-9942-0BEC-19FD8E0EF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260" y="3456829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48" name="Straight Arrow Connector 847">
            <a:extLst>
              <a:ext uri="{FF2B5EF4-FFF2-40B4-BE49-F238E27FC236}">
                <a16:creationId xmlns:a16="http://schemas.microsoft.com/office/drawing/2014/main" id="{457CDB9F-94A1-C546-031E-39D27CC94FD5}"/>
              </a:ext>
            </a:extLst>
          </p:cNvPr>
          <p:cNvCxnSpPr>
            <a:cxnSpLocks/>
            <a:stCxn id="844" idx="3"/>
            <a:endCxn id="690" idx="0"/>
          </p:cNvCxnSpPr>
          <p:nvPr/>
        </p:nvCxnSpPr>
        <p:spPr>
          <a:xfrm flipH="1">
            <a:off x="3576851" y="3558727"/>
            <a:ext cx="1539976" cy="138458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7" name="Rectangle 29">
            <a:extLst>
              <a:ext uri="{FF2B5EF4-FFF2-40B4-BE49-F238E27FC236}">
                <a16:creationId xmlns:a16="http://schemas.microsoft.com/office/drawing/2014/main" id="{B15A1FD1-FCC2-84FF-EBEB-DDB88DD5E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35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69" name="Rectangle 135">
            <a:extLst>
              <a:ext uri="{FF2B5EF4-FFF2-40B4-BE49-F238E27FC236}">
                <a16:creationId xmlns:a16="http://schemas.microsoft.com/office/drawing/2014/main" id="{4C2A620B-D38A-D88F-9CBB-3CFF1BA60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953" y="3001453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70" name="Rectangle 127">
            <a:extLst>
              <a:ext uri="{FF2B5EF4-FFF2-40B4-BE49-F238E27FC236}">
                <a16:creationId xmlns:a16="http://schemas.microsoft.com/office/drawing/2014/main" id="{08629449-7848-C28C-FBEF-D7CC09103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593" y="3014881"/>
            <a:ext cx="7303179" cy="128085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1353" tIns="45675" rIns="91353" bIns="45675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609585" eaLnBrk="1" hangingPunct="1">
              <a:spcBef>
                <a:spcPct val="0"/>
              </a:spcBef>
              <a:buNone/>
              <a:defRPr/>
            </a:pPr>
            <a:endParaRPr lang="en-US" altLang="en-US" sz="9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71" name="Rectangle 29">
            <a:extLst>
              <a:ext uri="{FF2B5EF4-FFF2-40B4-BE49-F238E27FC236}">
                <a16:creationId xmlns:a16="http://schemas.microsoft.com/office/drawing/2014/main" id="{4D1D88BF-E880-69C5-9C08-490C4ACF3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850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73" name="Rectangle 135">
            <a:extLst>
              <a:ext uri="{FF2B5EF4-FFF2-40B4-BE49-F238E27FC236}">
                <a16:creationId xmlns:a16="http://schemas.microsoft.com/office/drawing/2014/main" id="{E00FD388-F16D-807C-7EC7-269A06311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676" y="3001453"/>
            <a:ext cx="337933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 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Connectivity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74" name="Straight Arrow Connector 873">
            <a:extLst>
              <a:ext uri="{FF2B5EF4-FFF2-40B4-BE49-F238E27FC236}">
                <a16:creationId xmlns:a16="http://schemas.microsoft.com/office/drawing/2014/main" id="{8BDFF52C-E1D4-02E2-1050-AC822F7EC0F2}"/>
              </a:ext>
            </a:extLst>
          </p:cNvPr>
          <p:cNvCxnSpPr>
            <a:cxnSpLocks/>
            <a:stCxn id="871" idx="3"/>
            <a:endCxn id="610" idx="0"/>
          </p:cNvCxnSpPr>
          <p:nvPr/>
        </p:nvCxnSpPr>
        <p:spPr>
          <a:xfrm flipH="1">
            <a:off x="4235526" y="3106495"/>
            <a:ext cx="629831" cy="66923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94857ED1-4FD3-58E4-B028-86985C653332}"/>
              </a:ext>
            </a:extLst>
          </p:cNvPr>
          <p:cNvGrpSpPr/>
          <p:nvPr/>
        </p:nvGrpSpPr>
        <p:grpSpPr>
          <a:xfrm>
            <a:off x="3396097" y="5449309"/>
            <a:ext cx="367732" cy="211616"/>
            <a:chOff x="1539943" y="2795561"/>
            <a:chExt cx="367732" cy="211616"/>
          </a:xfrm>
        </p:grpSpPr>
        <p:sp>
          <p:nvSpPr>
            <p:cNvPr id="383" name="Rectangle 60">
              <a:extLst>
                <a:ext uri="{FF2B5EF4-FFF2-40B4-BE49-F238E27FC236}">
                  <a16:creationId xmlns:a16="http://schemas.microsoft.com/office/drawing/2014/main" id="{A07B33A6-5E9A-34A4-D9F2-4C2D73F0B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4" name="Group 719">
              <a:extLst>
                <a:ext uri="{FF2B5EF4-FFF2-40B4-BE49-F238E27FC236}">
                  <a16:creationId xmlns:a16="http://schemas.microsoft.com/office/drawing/2014/main" id="{22B4F42A-58E9-7DC0-F229-12F4B470593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CC443C54-C652-688A-30D9-893B4FCF47B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41E1058F-ED03-2E84-8CB9-D112DAA9275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96DEE6DB-5923-C4A7-D8AF-425C68785CD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FC1C272A-4AE0-FC10-1097-F08F8E5892B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5" name="Trapezoid 384">
              <a:extLst>
                <a:ext uri="{FF2B5EF4-FFF2-40B4-BE49-F238E27FC236}">
                  <a16:creationId xmlns:a16="http://schemas.microsoft.com/office/drawing/2014/main" id="{E70BCC6B-6B3C-F7AF-FF19-A0B8F9CBF3A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10801A49-3C5D-CB21-3532-FF6199E1D323}"/>
              </a:ext>
            </a:extLst>
          </p:cNvPr>
          <p:cNvGrpSpPr>
            <a:grpSpLocks noChangeAspect="1"/>
          </p:cNvGrpSpPr>
          <p:nvPr/>
        </p:nvGrpSpPr>
        <p:grpSpPr>
          <a:xfrm>
            <a:off x="3399803" y="3760809"/>
            <a:ext cx="358928" cy="227171"/>
            <a:chOff x="980945" y="1888766"/>
            <a:chExt cx="271916" cy="172099"/>
          </a:xfrm>
        </p:grpSpPr>
        <p:grpSp>
          <p:nvGrpSpPr>
            <p:cNvPr id="724" name="Group 898">
              <a:extLst>
                <a:ext uri="{FF2B5EF4-FFF2-40B4-BE49-F238E27FC236}">
                  <a16:creationId xmlns:a16="http://schemas.microsoft.com/office/drawing/2014/main" id="{23C9E980-122C-420A-3939-8C9FE930182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6" name="Rectangle 88">
                <a:extLst>
                  <a:ext uri="{FF2B5EF4-FFF2-40B4-BE49-F238E27FC236}">
                    <a16:creationId xmlns:a16="http://schemas.microsoft.com/office/drawing/2014/main" id="{7B4B2E0A-5F3A-C5CB-1814-3953CF643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7" name="Isosceles Triangle 726">
                <a:extLst>
                  <a:ext uri="{FF2B5EF4-FFF2-40B4-BE49-F238E27FC236}">
                    <a16:creationId xmlns:a16="http://schemas.microsoft.com/office/drawing/2014/main" id="{515B9334-CEA5-5696-4AC0-77646E2BBB5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8" name="Oval 341">
                <a:extLst>
                  <a:ext uri="{FF2B5EF4-FFF2-40B4-BE49-F238E27FC236}">
                    <a16:creationId xmlns:a16="http://schemas.microsoft.com/office/drawing/2014/main" id="{F82620B9-14B0-D753-7271-B8A9AF70A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25" name="Trapezoid 724">
              <a:extLst>
                <a:ext uri="{FF2B5EF4-FFF2-40B4-BE49-F238E27FC236}">
                  <a16:creationId xmlns:a16="http://schemas.microsoft.com/office/drawing/2014/main" id="{41A9FD0B-7456-4F28-37A4-B38E540C21C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B53E5861-F4FD-0D31-5C62-0E695DD72D2A}"/>
              </a:ext>
            </a:extLst>
          </p:cNvPr>
          <p:cNvGrpSpPr/>
          <p:nvPr/>
        </p:nvGrpSpPr>
        <p:grpSpPr>
          <a:xfrm>
            <a:off x="3401956" y="2943144"/>
            <a:ext cx="367732" cy="211616"/>
            <a:chOff x="1539943" y="2795561"/>
            <a:chExt cx="367732" cy="211616"/>
          </a:xfrm>
        </p:grpSpPr>
        <p:sp>
          <p:nvSpPr>
            <p:cNvPr id="730" name="Rectangle 60">
              <a:extLst>
                <a:ext uri="{FF2B5EF4-FFF2-40B4-BE49-F238E27FC236}">
                  <a16:creationId xmlns:a16="http://schemas.microsoft.com/office/drawing/2014/main" id="{EEEDD983-23BB-793F-0A1B-9F1F6F2C7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31" name="Group 719">
              <a:extLst>
                <a:ext uri="{FF2B5EF4-FFF2-40B4-BE49-F238E27FC236}">
                  <a16:creationId xmlns:a16="http://schemas.microsoft.com/office/drawing/2014/main" id="{9950CC84-D871-07AC-1323-51139BDA04D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33" name="Straight Connector 732">
                <a:extLst>
                  <a:ext uri="{FF2B5EF4-FFF2-40B4-BE49-F238E27FC236}">
                    <a16:creationId xmlns:a16="http://schemas.microsoft.com/office/drawing/2014/main" id="{D24A21A7-6376-87C2-24C7-B919439E331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9ABF4633-FF8A-F4C5-E491-F9F20C36E5C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198D4B06-98E3-3A8F-E5A6-F1F57D5889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98AA5BA0-4AF3-B423-38F0-47297087BEE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32" name="Trapezoid 731">
              <a:extLst>
                <a:ext uri="{FF2B5EF4-FFF2-40B4-BE49-F238E27FC236}">
                  <a16:creationId xmlns:a16="http://schemas.microsoft.com/office/drawing/2014/main" id="{9EF65CC1-C2E4-CEAC-645F-00F1DE61338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37" name="Rectangle 135">
            <a:extLst>
              <a:ext uri="{FF2B5EF4-FFF2-40B4-BE49-F238E27FC236}">
                <a16:creationId xmlns:a16="http://schemas.microsoft.com/office/drawing/2014/main" id="{C84D29E5-A2CE-93B3-5F22-01D367482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5" y="2951795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3" name="Rectangle 135">
            <a:extLst>
              <a:ext uri="{FF2B5EF4-FFF2-40B4-BE49-F238E27FC236}">
                <a16:creationId xmlns:a16="http://schemas.microsoft.com/office/drawing/2014/main" id="{727EFC8F-253C-DDA7-74C5-45189F487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65" y="2452422"/>
            <a:ext cx="741203" cy="32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it-IT" sz="1067" kern="0">
              <a:solidFill>
                <a:srgbClr val="FF0000"/>
              </a:solidFill>
              <a:latin typeface="Calibri"/>
              <a:cs typeface="Arial" charset="0"/>
            </a:endParaRPr>
          </a:p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(+OTU)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4" name="Rectangle 135">
            <a:extLst>
              <a:ext uri="{FF2B5EF4-FFF2-40B4-BE49-F238E27FC236}">
                <a16:creationId xmlns:a16="http://schemas.microsoft.com/office/drawing/2014/main" id="{C0042E0D-FF2F-6001-DCF9-8F1A1871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09" y="377708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/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C55D5B9F-91F3-6869-7A62-6CC13E481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703" y="329383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84509950-7103-5BD3-4389-0CA082781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336" y="331371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" name="Rectangle 135">
            <a:extLst>
              <a:ext uri="{FF2B5EF4-FFF2-40B4-BE49-F238E27FC236}">
                <a16:creationId xmlns:a16="http://schemas.microsoft.com/office/drawing/2014/main" id="{7494A4C4-91D7-9C02-1E92-96FDF5E87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925" y="327838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31AD8A-3112-E5AC-1253-E81C08A7E1B1}"/>
              </a:ext>
            </a:extLst>
          </p:cNvPr>
          <p:cNvCxnSpPr>
            <a:cxnSpLocks/>
            <a:stCxn id="12" idx="2"/>
            <a:endCxn id="726" idx="0"/>
          </p:cNvCxnSpPr>
          <p:nvPr/>
        </p:nvCxnSpPr>
        <p:spPr>
          <a:xfrm flipH="1">
            <a:off x="3579267" y="3352705"/>
            <a:ext cx="1394069" cy="40810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11">
            <a:extLst>
              <a:ext uri="{FF2B5EF4-FFF2-40B4-BE49-F238E27FC236}">
                <a16:creationId xmlns:a16="http://schemas.microsoft.com/office/drawing/2014/main" id="{FD4193E2-BEBA-4713-ACEE-2D08840C1622}"/>
              </a:ext>
            </a:extLst>
          </p:cNvPr>
          <p:cNvGrpSpPr/>
          <p:nvPr/>
        </p:nvGrpSpPr>
        <p:grpSpPr>
          <a:xfrm>
            <a:off x="1546683" y="1752904"/>
            <a:ext cx="271916" cy="170990"/>
            <a:chOff x="4487593" y="2873065"/>
            <a:chExt cx="362554" cy="227985"/>
          </a:xfrm>
        </p:grpSpPr>
        <p:sp>
          <p:nvSpPr>
            <p:cNvPr id="43" name="Rectangle 88">
              <a:extLst>
                <a:ext uri="{FF2B5EF4-FFF2-40B4-BE49-F238E27FC236}">
                  <a16:creationId xmlns:a16="http://schemas.microsoft.com/office/drawing/2014/main" id="{6372DBA1-CD3C-73D1-4D7D-A829D1E43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4" name="Trapezoid 43">
              <a:extLst>
                <a:ext uri="{FF2B5EF4-FFF2-40B4-BE49-F238E27FC236}">
                  <a16:creationId xmlns:a16="http://schemas.microsoft.com/office/drawing/2014/main" id="{85AF6ADD-1B4E-8D62-5FDF-C3853EDFD19F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5" name="Oval 341">
              <a:extLst>
                <a:ext uri="{FF2B5EF4-FFF2-40B4-BE49-F238E27FC236}">
                  <a16:creationId xmlns:a16="http://schemas.microsoft.com/office/drawing/2014/main" id="{5C66F099-5010-21DA-31A8-1D0B7CD24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46" name="Group 1040">
            <a:extLst>
              <a:ext uri="{FF2B5EF4-FFF2-40B4-BE49-F238E27FC236}">
                <a16:creationId xmlns:a16="http://schemas.microsoft.com/office/drawing/2014/main" id="{A2F02020-86DE-C453-2BFF-EEDEF898D2BC}"/>
              </a:ext>
            </a:extLst>
          </p:cNvPr>
          <p:cNvGrpSpPr/>
          <p:nvPr/>
        </p:nvGrpSpPr>
        <p:grpSpPr>
          <a:xfrm>
            <a:off x="2494252" y="1765949"/>
            <a:ext cx="271916" cy="98118"/>
            <a:chOff x="1230061" y="3045781"/>
            <a:chExt cx="435339" cy="1424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1AFD424-294E-72DC-82B0-7CA3EAE43E9B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8" name="Oval 341">
              <a:extLst>
                <a:ext uri="{FF2B5EF4-FFF2-40B4-BE49-F238E27FC236}">
                  <a16:creationId xmlns:a16="http://schemas.microsoft.com/office/drawing/2014/main" id="{96C31A53-891D-38F4-45BB-0D1B3173D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9" name="Oval 341">
              <a:extLst>
                <a:ext uri="{FF2B5EF4-FFF2-40B4-BE49-F238E27FC236}">
                  <a16:creationId xmlns:a16="http://schemas.microsoft.com/office/drawing/2014/main" id="{D309F9F1-B14C-499B-51F1-F64F57076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1445523-82C5-2E4B-B36F-068723940BA2}"/>
              </a:ext>
            </a:extLst>
          </p:cNvPr>
          <p:cNvCxnSpPr>
            <a:cxnSpLocks/>
            <a:stCxn id="48" idx="2"/>
            <a:endCxn id="45" idx="6"/>
          </p:cNvCxnSpPr>
          <p:nvPr/>
        </p:nvCxnSpPr>
        <p:spPr>
          <a:xfrm flipH="1">
            <a:off x="1708914" y="1815008"/>
            <a:ext cx="805266" cy="600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51" name="Group 11">
            <a:extLst>
              <a:ext uri="{FF2B5EF4-FFF2-40B4-BE49-F238E27FC236}">
                <a16:creationId xmlns:a16="http://schemas.microsoft.com/office/drawing/2014/main" id="{372B7C6A-66F2-E5A3-24CB-396F2912F5E4}"/>
              </a:ext>
            </a:extLst>
          </p:cNvPr>
          <p:cNvGrpSpPr/>
          <p:nvPr/>
        </p:nvGrpSpPr>
        <p:grpSpPr>
          <a:xfrm>
            <a:off x="3465902" y="1746900"/>
            <a:ext cx="271916" cy="170990"/>
            <a:chOff x="4487593" y="2873065"/>
            <a:chExt cx="362554" cy="227985"/>
          </a:xfrm>
        </p:grpSpPr>
        <p:sp>
          <p:nvSpPr>
            <p:cNvPr id="52" name="Rectangle 88">
              <a:extLst>
                <a:ext uri="{FF2B5EF4-FFF2-40B4-BE49-F238E27FC236}">
                  <a16:creationId xmlns:a16="http://schemas.microsoft.com/office/drawing/2014/main" id="{7A0BC706-01D7-9762-7386-ADFDE78A0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3" name="Trapezoid 52">
              <a:extLst>
                <a:ext uri="{FF2B5EF4-FFF2-40B4-BE49-F238E27FC236}">
                  <a16:creationId xmlns:a16="http://schemas.microsoft.com/office/drawing/2014/main" id="{80F7C6CC-43A1-6265-D830-18BF240A709C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4" name="Oval 341">
              <a:extLst>
                <a:ext uri="{FF2B5EF4-FFF2-40B4-BE49-F238E27FC236}">
                  <a16:creationId xmlns:a16="http://schemas.microsoft.com/office/drawing/2014/main" id="{BC23F849-4603-5664-ED04-C8BCC2FAD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5E733F-6F60-BF03-D4CD-95CFBAB2BADB}"/>
              </a:ext>
            </a:extLst>
          </p:cNvPr>
          <p:cNvCxnSpPr>
            <a:cxnSpLocks/>
            <a:stCxn id="54" idx="2"/>
            <a:endCxn id="49" idx="6"/>
          </p:cNvCxnSpPr>
          <p:nvPr/>
        </p:nvCxnSpPr>
        <p:spPr>
          <a:xfrm flipH="1" flipV="1">
            <a:off x="2745779" y="1815008"/>
            <a:ext cx="833390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56" name="Rectangle 135">
            <a:extLst>
              <a:ext uri="{FF2B5EF4-FFF2-40B4-BE49-F238E27FC236}">
                <a16:creationId xmlns:a16="http://schemas.microsoft.com/office/drawing/2014/main" id="{18880857-A5C2-0069-965B-ABBD705A0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92" y="1736502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DSR_400G</a:t>
            </a:r>
            <a:endParaRPr lang="en-GB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1" name="Rectangle 29">
            <a:extLst>
              <a:ext uri="{FF2B5EF4-FFF2-40B4-BE49-F238E27FC236}">
                <a16:creationId xmlns:a16="http://schemas.microsoft.com/office/drawing/2014/main" id="{8439D605-666A-FF72-CEED-59E6BED30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283" y="99483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" name="Rectangle 25">
            <a:extLst>
              <a:ext uri="{FF2B5EF4-FFF2-40B4-BE49-F238E27FC236}">
                <a16:creationId xmlns:a16="http://schemas.microsoft.com/office/drawing/2014/main" id="{9CFA496B-AFA5-4F63-DA8C-9E47B190C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688" y="132897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CFC7899C-7FF1-A0A2-9599-366C2F8BE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34885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5" name="Rectangle 135">
            <a:extLst>
              <a:ext uri="{FF2B5EF4-FFF2-40B4-BE49-F238E27FC236}">
                <a16:creationId xmlns:a16="http://schemas.microsoft.com/office/drawing/2014/main" id="{F68EE149-61F8-568D-5F85-90A16431C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910" y="131352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DSR 400G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C105B4E-827E-2955-F147-D8416BB72BEE}"/>
              </a:ext>
            </a:extLst>
          </p:cNvPr>
          <p:cNvCxnSpPr>
            <a:cxnSpLocks/>
            <a:stCxn id="61" idx="3"/>
            <a:endCxn id="70" idx="6"/>
          </p:cNvCxnSpPr>
          <p:nvPr/>
        </p:nvCxnSpPr>
        <p:spPr>
          <a:xfrm flipH="1">
            <a:off x="928804" y="1061405"/>
            <a:ext cx="1430986" cy="11421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72E11B8-CFDE-DCE4-21CB-0DA36701A691}"/>
              </a:ext>
            </a:extLst>
          </p:cNvPr>
          <p:cNvSpPr>
            <a:spLocks noChangeAspect="1"/>
          </p:cNvSpPr>
          <p:nvPr/>
        </p:nvSpPr>
        <p:spPr>
          <a:xfrm>
            <a:off x="469965" y="98288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015FBE9-03BA-5C88-250F-10AA7C6277F9}"/>
              </a:ext>
            </a:extLst>
          </p:cNvPr>
          <p:cNvCxnSpPr>
            <a:cxnSpLocks/>
            <a:stCxn id="70" idx="4"/>
            <a:endCxn id="501" idx="0"/>
          </p:cNvCxnSpPr>
          <p:nvPr/>
        </p:nvCxnSpPr>
        <p:spPr>
          <a:xfrm flipH="1">
            <a:off x="607071" y="1162767"/>
            <a:ext cx="92314" cy="90128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6C12EC5-FE36-8DC7-E569-9618FF5267B2}"/>
              </a:ext>
            </a:extLst>
          </p:cNvPr>
          <p:cNvCxnSpPr>
            <a:cxnSpLocks/>
            <a:stCxn id="64" idx="3"/>
            <a:endCxn id="43" idx="0"/>
          </p:cNvCxnSpPr>
          <p:nvPr/>
        </p:nvCxnSpPr>
        <p:spPr>
          <a:xfrm flipH="1">
            <a:off x="1682641" y="1415418"/>
            <a:ext cx="801187" cy="337486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CF715E9-0AF9-FD93-80D8-886E6168B876}"/>
              </a:ext>
            </a:extLst>
          </p:cNvPr>
          <p:cNvCxnSpPr/>
          <p:nvPr/>
        </p:nvCxnSpPr>
        <p:spPr>
          <a:xfrm>
            <a:off x="2622459" y="1444389"/>
            <a:ext cx="0" cy="385443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3EB5478-2EEB-76BE-D6A8-6B92CD54AD37}"/>
              </a:ext>
            </a:extLst>
          </p:cNvPr>
          <p:cNvCxnSpPr>
            <a:cxnSpLocks/>
          </p:cNvCxnSpPr>
          <p:nvPr/>
        </p:nvCxnSpPr>
        <p:spPr>
          <a:xfrm>
            <a:off x="2842617" y="1061405"/>
            <a:ext cx="0" cy="297100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3D5C2C-C274-F65F-E4E1-53E9293567CE}"/>
              </a:ext>
            </a:extLst>
          </p:cNvPr>
          <p:cNvCxnSpPr>
            <a:cxnSpLocks/>
            <a:stCxn id="43" idx="2"/>
            <a:endCxn id="746" idx="0"/>
          </p:cNvCxnSpPr>
          <p:nvPr/>
        </p:nvCxnSpPr>
        <p:spPr>
          <a:xfrm>
            <a:off x="1682641" y="1923894"/>
            <a:ext cx="0" cy="110030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263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FEC7-13B0-7B0D-7E18-9295FF03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ZR/ZR+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A06BF-95A3-F93A-1055-CC79B6E2C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We can break the problem down into three separate considerations</a:t>
            </a:r>
          </a:p>
          <a:p>
            <a:pPr marL="761992" lvl="1" indent="-4572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GB" dirty="0"/>
              <a:t>The model for the ZR/ZR+ optics  including layer choices and specific properties – this is clearly necessary</a:t>
            </a:r>
          </a:p>
          <a:p>
            <a:pPr marL="761992" lvl="1" indent="-4572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GB" dirty="0"/>
              <a:t>The model for the plug lanes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May be necessary:</a:t>
            </a:r>
          </a:p>
          <a:p>
            <a:pPr lvl="3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Inter-vendor boundary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May not be necessary:</a:t>
            </a:r>
          </a:p>
          <a:p>
            <a:pPr lvl="3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It is internal tracking that corresponds to “backplane” in other contexts</a:t>
            </a:r>
          </a:p>
          <a:p>
            <a:pPr marL="761992" lvl="1" indent="-4572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GB" dirty="0"/>
              <a:t>The split between TAPI for L0/L1 and IETF for L3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If the lanes are to be modelled, who would model them?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underpinning of the split of responsibility is layer but that is conflated with IP device v photonic device is often conflated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This document focusses on (2) and (3). 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737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52B-16AF-4F38-9DD5-6BA8E397C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model for plug lanes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72FC-DF02-278C-B6F5-2B5E28227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plug – host interface appears equivalent to backplane and hence would normally not be modelled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internal physical structure is abstracted away using principles developed by ITU-T in the 1980s 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BUT a plug from one vendor is placed a device from another.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There is therefore an inter-vendor interconnect that may need to be policed and hence visible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Properties such as FEC may need to be monitored or minimally accessed if there is an issue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lane interface is configurable but configuration can be conveyed via profiles to plug and router so detail do not need to be visible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profile could be set per plug instance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plug interface is split between router and plug (obviously). The router is visible via IETF interface and the Plug via TAPI. The split of standards makes modelling more complex. 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TAPI model would follow normal TAPI principles and hence be systematic with other modelling.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The IETF models do not have such consistent principles, but TEAS etc. could be used to help pattern formation (or a TAPI-like model could be created in IETF)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Visibility could be achieved via CLI, but that would require complex node access. </a:t>
            </a:r>
          </a:p>
          <a:p>
            <a:pPr lvl="2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dirty="0"/>
              <a:t>Suggest either no visibility or visibility via NBI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7434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AF4B7-FEC9-2D59-7E9F-CF025039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02D414E7-9BB7-6B1E-9552-F9BE9891967E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2872D7A-6655-12AB-B9E6-85B7F6406C5F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34674871-D7ED-1678-267D-9F6DB40F490E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251A2E-F451-DB23-8D50-18970243CE18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A7F0F7F-0C97-53E9-1EAC-7B498C37FE3B}"/>
              </a:ext>
            </a:extLst>
          </p:cNvPr>
          <p:cNvSpPr/>
          <p:nvPr/>
        </p:nvSpPr>
        <p:spPr>
          <a:xfrm flipV="1">
            <a:off x="3003093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62AB8536-4F7D-55AD-254B-919B2189EC10}"/>
              </a:ext>
            </a:extLst>
          </p:cNvPr>
          <p:cNvSpPr/>
          <p:nvPr/>
        </p:nvSpPr>
        <p:spPr>
          <a:xfrm>
            <a:off x="3107747" y="1382261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34CF7-81C2-D050-45E5-D3313823A2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1312C581-7112-32B5-8F2D-12F381E7CA8D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A1A83136-2DF6-69A7-6C92-F9022E35347B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F2FE1DD2-4A57-AAA1-F02F-01F546C28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5C4B3FBF-F9E3-9D79-5438-AAE4EAC32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D1ED10DA-2A7D-6029-1E52-73CE46847FDD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46E253B8-551D-462A-2FCD-E40F9AC0155D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E7233893-B229-C65C-1AE6-CB47143A2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7D17F8E5-BEE0-8C11-817D-3A98537285B1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43D00BF0-F98F-DF45-5670-10FF42900D0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A565A5E0-61A3-FBCD-C585-F30A92E48A9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93DE877A-D426-BAB3-1F12-FAC9FF60E6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1E246B14-27DA-929A-5A11-A6179B40FF6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071B0048-77FE-00D9-FA17-E7DD2C04EFE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913B1D35-D8F0-B3F6-92C8-3013788D97B0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2C9E83BC-6F26-9366-D872-2F7190CDE4E5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F0221FFF-9D74-E691-CC67-DA7FA9631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B0714884-195F-420C-4465-FDBF88383CFF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31C16FAE-CEFD-9ACC-A706-8D3339E6DDD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CAE120B9-5A13-8F0F-E2EA-3AB2235EA0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84169327-C57E-1C7D-472E-EA9AA8C1240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BB0D16C8-5258-D40E-91F4-E9A6C3152ED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63B84826-0C55-91E4-4F7A-2831365D67BF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FE0123A7-0799-CD61-267C-1739185D97EF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6B1EFEA8-7B46-D151-6052-89FB8553F5CE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C369E77-BC25-D19F-DABE-A4711DDF44DC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6571B613-6CD0-B2BD-8254-E1FEC5992E43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EE48500F-44A7-A20B-C5C9-F5CECAEEF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1BB51A01-A8E0-AB62-ADBF-4ECE91DF3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C93C01CD-F805-C47B-4E31-381E34F3193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34E9AB2E-CF12-8F94-85BF-E7EB46469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58DEEEB2-D428-5275-0C1E-5A190C7FBD8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EF880BD9-FE07-A604-6F95-534A5EDA91B1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C362EA03-1500-4887-DCAC-AFFBB125B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707CEAFF-2F3D-4512-49A4-2B290E54159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4ADA9116-2CC7-51BA-AC9C-3DC3CEB1E3B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392E8650-A10D-E267-E848-2048335A57E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6953A484-C14C-FAB0-941D-C2B3B7CB29B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2F8D5CBA-DE21-A582-326C-29A711302A3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65124A88-4A2A-B88E-BD8A-FB1343C83286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027241F3-91E7-8789-CB91-86955B4D1997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8E2112A5-BFF3-4735-E825-B679DF317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918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DEBA2B5B-18CB-5A85-9F2A-83F7450EA438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31A89490-D527-CC31-4D3E-B6F94CC25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0A5F65EA-35F7-C753-EA47-83A809C2A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240A1226-4D21-25F3-7F86-D5C507E7874C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95453526-679D-AE8A-F127-D8B2CF2F9763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082677FF-6F43-4004-FAD1-FE4151BE8C47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E94C88C7-3804-5DCC-9D86-855ADA0C45E2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40B70830-6E18-E9CA-8B79-FCE4ED2CA818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56C8A838-A7AB-A6A6-A1B9-44026CA79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9B0D722-1B3D-7388-483F-EF413A31391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7F7081CC-99CB-43E8-BC4B-EAB15EEE40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8723CB05-9A1A-0D6E-71E9-8EB2EA017CF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A94867AF-B89B-8907-7BC3-8D1096E4E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852" y="3218355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E39CAD91-EF07-3BBC-736F-8C4280F4A6FC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4B65631B-8882-491F-BC33-3C77A8CA15CC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3E2DA40F-97E7-0D61-1238-5451989FC6C4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B652F307-FB85-DCFD-9621-25DFE8024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0937F49A-260E-A00C-1DF4-40DA0E6BC7F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1B34E7D7-88FA-E0D3-9D63-53C74C0CE6F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AC3BEAEB-28BB-D307-DA21-6B74D79B29B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98901193-ECEA-84C3-AA8C-6F0EDA9EBB4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3E88E587-594F-FC8E-BC02-EBD41B548D7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D48DB39D-99F6-8A8A-1536-FB840192C16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404" name="Rectangle 135">
            <a:extLst>
              <a:ext uri="{FF2B5EF4-FFF2-40B4-BE49-F238E27FC236}">
                <a16:creationId xmlns:a16="http://schemas.microsoft.com/office/drawing/2014/main" id="{FB0A482A-71AA-146F-E2D8-3B1652665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82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1ED9B15C-A9AA-941C-74D1-BB11A11A7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7" name="Rectangle 135">
            <a:extLst>
              <a:ext uri="{FF2B5EF4-FFF2-40B4-BE49-F238E27FC236}">
                <a16:creationId xmlns:a16="http://schemas.microsoft.com/office/drawing/2014/main" id="{91DD0F32-C779-88F3-44B4-8E0148C60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252" y="391669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F98FD19-91C7-2371-4F97-A1FB2016CEC1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6498D9C7-BEFD-5518-3468-503DE9B614D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35739CC0-8B92-7CD8-8BC9-5EE666771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BA2FB23C-DEB2-BA27-83C3-F20BA343463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4A396AB4-118C-8DBD-3CA9-0B7BD8005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52303360-CE12-48B2-6BB1-DD1D1EFD590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38A97D-1C07-9BAD-90D1-E9424FA96A01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C9EE51B2-647B-D8E0-0473-D2A08287320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47A72B81-8712-4D46-DDFB-20F67CD60D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067F2614-06EF-7562-F686-041BA6A2EED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10A2076E-2C5D-DD7E-0C94-1FA24D75E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460A9B13-DBCD-FD50-D595-19D688020B0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671FB2-F71C-98CF-5AF5-4F72DDEA1399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0F558672-F082-E8E4-83E8-D5D29025B966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6E045A45-AE61-BFC4-62B5-81F30CB6B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AEE305AC-67E7-3BBA-E224-525DFF5BA11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B0365DE7-D084-D947-ABC4-2FF7CABF6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43D6836E-C4BD-FADE-CAFB-D3FCDA7059B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6425BDB-D803-F6BA-677E-D88A41C6F5EE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0B80F6B4-F443-F92F-2399-51C643871037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7E27F12C-0B73-0E52-56BF-7C637E95E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33BB111D-C33F-D7F6-C4B2-45D2DA58F09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C248A1E2-B5B7-271C-B35E-C7EFE09DF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84B415A1-071A-CB5D-A4CE-CD5B29FFD0D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5600A7B-3332-195B-8C9E-F66644253D77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6EA4C168-4D1C-488C-0F9B-B130295AED3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9B14BFFE-7435-BBC5-344B-05CEDD435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4461B5AF-54CC-B425-72DA-CC9B4079A41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5D2DE202-2DE1-1771-5B8A-FBEB87F7A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2732730A-E0A8-5840-06E3-DEFA2C8D244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33456E1-521F-EBBB-6BEA-1BA5222E5EE5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0D1FB31F-F31D-E67F-6E9E-11702ABCC72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4F09688B-D9C2-E3C3-34BC-228963505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CD75067C-448C-563E-2A20-87DDE346F5E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15931192-F1BE-8BF6-B2F4-43BEBF259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FAFC5D10-47DA-4A6C-22CF-5E55823B27A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5F9B03C-1CCD-E314-4825-B125A8EA6885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9811D5C2-6A1D-C060-2450-208544ADDAC6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2D60A256-F2F7-B21B-4D3A-795EB8CC8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C20ABB57-67D5-D47B-010F-ACBB01C4853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706E3D5D-1609-423E-BD6A-FCAD8119F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BB718EB3-7E7E-3D55-C890-02BDFD2F287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888B19-7BB2-EC25-0952-150F6065D7DC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8B9C04C3-88F1-C79E-754C-226200BE719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840BCF0D-3934-B473-51E8-47A8C6D2B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D403C50A-C0CD-E6DD-207F-AEB413E7871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ACFBC8C9-FEB6-C398-CDAD-8EF683779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84A6ECDD-3DBA-FF1B-2E94-6F01AE2CE1D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34BDDE4-BFE0-E4CC-F55E-CFD6F48D3743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CFDEE1DE-6E50-AF63-696B-3335C0998A85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4780428A-D3B3-EDEE-C719-CF0CF19F0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96F560DD-6D8C-D4B9-5DD4-A8435234400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6A9D334-EB80-BE2E-19A6-F43AC815140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CFE4F8C6-8A00-61C6-4EEE-BC18CBC0C8D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B41E445-F4E1-9F20-5549-C9C00348DF1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14B1D97-1EAC-3D1C-5BDA-D4840BCD2E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941C2A21-70E3-46E6-C094-90C7976D16C3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B18A1A1-72B1-8717-24B3-A1691726D2BA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80CBCC5A-5071-BF6F-9D3D-CC2046365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699DFDD-BFCC-1C03-7EE4-2B6D84AFD2E4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3BF41134-872C-116D-B0EF-2211B221BCD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AD55C71B-40A2-F5A7-41F9-FC4A33A53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C65A2512-5207-8F38-B815-AA08389AA43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EB2C331E-8F6D-5BB8-BD35-9A46C3B8E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1A492C6C-252B-66B4-40BC-A73D359A18D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2913095-3CD0-B8EA-41F9-12C8D364A060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555B2E3D-B251-02A3-DEC5-19CB53A1C094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3F086EBE-F84D-5981-95DE-7140BB0C2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15A9E591-204F-284C-98B2-CE90A57DEE1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97681D3-945B-8CCB-8692-55F661D5235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20F3E99-1D27-3F4B-40EA-E0E5C25E4C8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5EF4022-BC35-8A86-484C-3928A2BF7D2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B0879D29-9A1A-B299-4933-9D1DFE2372B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16235AE9-1507-D296-F439-A22453D822CE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28B4AEF1-351B-98F0-98D1-215A3BE80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D4E64F6-209B-5110-FE4D-A79AC387CCBE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74F08157-77E6-5419-B6EC-80FCBAD9C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B077D6AF-CC5A-7F08-24EA-F8867E70A2FC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2381FF2-9CF6-D77E-FB32-4B08A089811A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5ED4D2E1-F5A1-196A-B2F0-337092DDF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50A80032-9169-5CEC-FE79-E6764FD04ABC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936BEC8-1CAD-D5F2-2DB1-FD3528DCBA04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38C1AB7-1045-4C54-6803-9C47F407FF46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9FFA8AF-529E-77CE-A745-B6468B903712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C25B85F-27AA-6C65-020F-3ECCC77AC002}"/>
              </a:ext>
            </a:extLst>
          </p:cNvPr>
          <p:cNvGrpSpPr/>
          <p:nvPr/>
        </p:nvGrpSpPr>
        <p:grpSpPr>
          <a:xfrm>
            <a:off x="3121358" y="4039596"/>
            <a:ext cx="211053" cy="133563"/>
            <a:chOff x="980943" y="1888785"/>
            <a:chExt cx="271916" cy="172080"/>
          </a:xfrm>
        </p:grpSpPr>
        <p:grpSp>
          <p:nvGrpSpPr>
            <p:cNvPr id="104" name="Group 898">
              <a:extLst>
                <a:ext uri="{FF2B5EF4-FFF2-40B4-BE49-F238E27FC236}">
                  <a16:creationId xmlns:a16="http://schemas.microsoft.com/office/drawing/2014/main" id="{B9D26418-C642-E361-8EF3-5994C587241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06" name="Rectangle 88">
                <a:extLst>
                  <a:ext uri="{FF2B5EF4-FFF2-40B4-BE49-F238E27FC236}">
                    <a16:creationId xmlns:a16="http://schemas.microsoft.com/office/drawing/2014/main" id="{9710AC1A-46B0-3D21-E356-8CF533A6F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89144DEA-1329-B7B0-8DC6-37A4033ABF5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8" name="Oval 341">
                <a:extLst>
                  <a:ext uri="{FF2B5EF4-FFF2-40B4-BE49-F238E27FC236}">
                    <a16:creationId xmlns:a16="http://schemas.microsoft.com/office/drawing/2014/main" id="{60CEB6B5-D340-ED0E-96EE-82BE4E682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5" name="Trapezoid 118">
              <a:extLst>
                <a:ext uri="{FF2B5EF4-FFF2-40B4-BE49-F238E27FC236}">
                  <a16:creationId xmlns:a16="http://schemas.microsoft.com/office/drawing/2014/main" id="{2DEE52EC-A93F-B813-4166-D469A8352BA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3C9CEB1-4CD3-DBBC-05FF-A51F21FE5127}"/>
              </a:ext>
            </a:extLst>
          </p:cNvPr>
          <p:cNvGrpSpPr/>
          <p:nvPr/>
        </p:nvGrpSpPr>
        <p:grpSpPr>
          <a:xfrm>
            <a:off x="3244065" y="4070799"/>
            <a:ext cx="211053" cy="133563"/>
            <a:chOff x="980943" y="1888785"/>
            <a:chExt cx="271916" cy="172080"/>
          </a:xfrm>
        </p:grpSpPr>
        <p:grpSp>
          <p:nvGrpSpPr>
            <p:cNvPr id="110" name="Group 898">
              <a:extLst>
                <a:ext uri="{FF2B5EF4-FFF2-40B4-BE49-F238E27FC236}">
                  <a16:creationId xmlns:a16="http://schemas.microsoft.com/office/drawing/2014/main" id="{31DF932D-B95B-6B7A-AF47-9F420E70961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12" name="Rectangle 88">
                <a:extLst>
                  <a:ext uri="{FF2B5EF4-FFF2-40B4-BE49-F238E27FC236}">
                    <a16:creationId xmlns:a16="http://schemas.microsoft.com/office/drawing/2014/main" id="{914AD5B6-7C5A-074D-3DD7-79A69334A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19C008D1-99E6-8B37-5EDD-60D4DAC64A7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4" name="Oval 341">
                <a:extLst>
                  <a:ext uri="{FF2B5EF4-FFF2-40B4-BE49-F238E27FC236}">
                    <a16:creationId xmlns:a16="http://schemas.microsoft.com/office/drawing/2014/main" id="{6000B222-FEE9-3AF3-AEFE-52557C899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1" name="Trapezoid 124">
              <a:extLst>
                <a:ext uri="{FF2B5EF4-FFF2-40B4-BE49-F238E27FC236}">
                  <a16:creationId xmlns:a16="http://schemas.microsoft.com/office/drawing/2014/main" id="{FDB54922-5402-278C-5694-62CC44C8D81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65D911A-56F3-2ECB-8B4D-F71C14991A66}"/>
              </a:ext>
            </a:extLst>
          </p:cNvPr>
          <p:cNvGrpSpPr/>
          <p:nvPr/>
        </p:nvGrpSpPr>
        <p:grpSpPr>
          <a:xfrm>
            <a:off x="3375270" y="4102951"/>
            <a:ext cx="211053" cy="133563"/>
            <a:chOff x="980943" y="1888785"/>
            <a:chExt cx="271916" cy="172080"/>
          </a:xfrm>
        </p:grpSpPr>
        <p:grpSp>
          <p:nvGrpSpPr>
            <p:cNvPr id="127" name="Group 898">
              <a:extLst>
                <a:ext uri="{FF2B5EF4-FFF2-40B4-BE49-F238E27FC236}">
                  <a16:creationId xmlns:a16="http://schemas.microsoft.com/office/drawing/2014/main" id="{2D40AF01-E1DB-FEE8-2E4D-CDF59985137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77" name="Rectangle 88">
                <a:extLst>
                  <a:ext uri="{FF2B5EF4-FFF2-40B4-BE49-F238E27FC236}">
                    <a16:creationId xmlns:a16="http://schemas.microsoft.com/office/drawing/2014/main" id="{92324AC2-769F-6C59-B98B-7B2A704A47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8" name="Isosceles Triangle 577">
                <a:extLst>
                  <a:ext uri="{FF2B5EF4-FFF2-40B4-BE49-F238E27FC236}">
                    <a16:creationId xmlns:a16="http://schemas.microsoft.com/office/drawing/2014/main" id="{B3A30C10-E88A-8284-D076-0912187C8CD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9" name="Oval 341">
                <a:extLst>
                  <a:ext uri="{FF2B5EF4-FFF2-40B4-BE49-F238E27FC236}">
                    <a16:creationId xmlns:a16="http://schemas.microsoft.com/office/drawing/2014/main" id="{568C0FE9-1100-9883-0962-5C70CE368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76" name="Trapezoid 135">
              <a:extLst>
                <a:ext uri="{FF2B5EF4-FFF2-40B4-BE49-F238E27FC236}">
                  <a16:creationId xmlns:a16="http://schemas.microsoft.com/office/drawing/2014/main" id="{1F9A0DD6-7864-362C-4858-E8D5864F39C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B31555B6-F77F-6453-9484-FF281AA2B792}"/>
              </a:ext>
            </a:extLst>
          </p:cNvPr>
          <p:cNvGrpSpPr/>
          <p:nvPr/>
        </p:nvGrpSpPr>
        <p:grpSpPr>
          <a:xfrm>
            <a:off x="3504326" y="4137327"/>
            <a:ext cx="211053" cy="133563"/>
            <a:chOff x="980943" y="1888785"/>
            <a:chExt cx="271916" cy="172080"/>
          </a:xfrm>
        </p:grpSpPr>
        <p:grpSp>
          <p:nvGrpSpPr>
            <p:cNvPr id="581" name="Group 898">
              <a:extLst>
                <a:ext uri="{FF2B5EF4-FFF2-40B4-BE49-F238E27FC236}">
                  <a16:creationId xmlns:a16="http://schemas.microsoft.com/office/drawing/2014/main" id="{FDF47F3D-5DFC-C497-3766-2A245921F17A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3" name="Rectangle 88">
                <a:extLst>
                  <a:ext uri="{FF2B5EF4-FFF2-40B4-BE49-F238E27FC236}">
                    <a16:creationId xmlns:a16="http://schemas.microsoft.com/office/drawing/2014/main" id="{887078FC-060F-A6B5-A589-8FC457ABC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4" name="Isosceles Triangle 583">
                <a:extLst>
                  <a:ext uri="{FF2B5EF4-FFF2-40B4-BE49-F238E27FC236}">
                    <a16:creationId xmlns:a16="http://schemas.microsoft.com/office/drawing/2014/main" id="{2CF475B1-E844-D025-E536-A1849EB3D4C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5" name="Oval 341">
                <a:extLst>
                  <a:ext uri="{FF2B5EF4-FFF2-40B4-BE49-F238E27FC236}">
                    <a16:creationId xmlns:a16="http://schemas.microsoft.com/office/drawing/2014/main" id="{6DD604D9-888A-E128-0164-407796C39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2" name="Trapezoid 141">
              <a:extLst>
                <a:ext uri="{FF2B5EF4-FFF2-40B4-BE49-F238E27FC236}">
                  <a16:creationId xmlns:a16="http://schemas.microsoft.com/office/drawing/2014/main" id="{80FD9DB9-5A69-A235-FF6F-21D6EE0BBB7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54A78B36-A4BE-D201-FD0D-1B75F5CF7437}"/>
              </a:ext>
            </a:extLst>
          </p:cNvPr>
          <p:cNvGrpSpPr/>
          <p:nvPr/>
        </p:nvGrpSpPr>
        <p:grpSpPr>
          <a:xfrm>
            <a:off x="3630055" y="4170858"/>
            <a:ext cx="211053" cy="133563"/>
            <a:chOff x="980943" y="1888785"/>
            <a:chExt cx="271916" cy="172080"/>
          </a:xfrm>
        </p:grpSpPr>
        <p:grpSp>
          <p:nvGrpSpPr>
            <p:cNvPr id="587" name="Group 898">
              <a:extLst>
                <a:ext uri="{FF2B5EF4-FFF2-40B4-BE49-F238E27FC236}">
                  <a16:creationId xmlns:a16="http://schemas.microsoft.com/office/drawing/2014/main" id="{6697FA1A-A447-ACA7-725E-C5F3FBE4AAC1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9" name="Rectangle 88">
                <a:extLst>
                  <a:ext uri="{FF2B5EF4-FFF2-40B4-BE49-F238E27FC236}">
                    <a16:creationId xmlns:a16="http://schemas.microsoft.com/office/drawing/2014/main" id="{4C0270A7-5DD2-DAE3-D435-23A05671D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0" name="Isosceles Triangle 589">
                <a:extLst>
                  <a:ext uri="{FF2B5EF4-FFF2-40B4-BE49-F238E27FC236}">
                    <a16:creationId xmlns:a16="http://schemas.microsoft.com/office/drawing/2014/main" id="{A07DD888-2A0B-E693-7DAC-5CD07954AEC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1" name="Oval 341">
                <a:extLst>
                  <a:ext uri="{FF2B5EF4-FFF2-40B4-BE49-F238E27FC236}">
                    <a16:creationId xmlns:a16="http://schemas.microsoft.com/office/drawing/2014/main" id="{2F0D115B-D8CB-297A-AD0A-095FC8E93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8" name="Trapezoid 149">
              <a:extLst>
                <a:ext uri="{FF2B5EF4-FFF2-40B4-BE49-F238E27FC236}">
                  <a16:creationId xmlns:a16="http://schemas.microsoft.com/office/drawing/2014/main" id="{14541545-B85E-D8E0-67C8-E0F21F5A5E4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9F80F282-04C7-3712-3FC4-7EE01034A739}"/>
              </a:ext>
            </a:extLst>
          </p:cNvPr>
          <p:cNvGrpSpPr/>
          <p:nvPr/>
        </p:nvGrpSpPr>
        <p:grpSpPr>
          <a:xfrm>
            <a:off x="3752762" y="4202060"/>
            <a:ext cx="211053" cy="133563"/>
            <a:chOff x="980943" y="1888785"/>
            <a:chExt cx="271916" cy="172080"/>
          </a:xfrm>
        </p:grpSpPr>
        <p:grpSp>
          <p:nvGrpSpPr>
            <p:cNvPr id="593" name="Group 898">
              <a:extLst>
                <a:ext uri="{FF2B5EF4-FFF2-40B4-BE49-F238E27FC236}">
                  <a16:creationId xmlns:a16="http://schemas.microsoft.com/office/drawing/2014/main" id="{9AC440B7-8488-2CFC-3CBE-E486DCD92A4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95" name="Rectangle 88">
                <a:extLst>
                  <a:ext uri="{FF2B5EF4-FFF2-40B4-BE49-F238E27FC236}">
                    <a16:creationId xmlns:a16="http://schemas.microsoft.com/office/drawing/2014/main" id="{8E14B2E1-CADF-FFEE-CE49-D0E328A12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6" name="Isosceles Triangle 595">
                <a:extLst>
                  <a:ext uri="{FF2B5EF4-FFF2-40B4-BE49-F238E27FC236}">
                    <a16:creationId xmlns:a16="http://schemas.microsoft.com/office/drawing/2014/main" id="{ED2961E4-BC7D-D583-CBA1-FA746C68B1F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7" name="Oval 341">
                <a:extLst>
                  <a:ext uri="{FF2B5EF4-FFF2-40B4-BE49-F238E27FC236}">
                    <a16:creationId xmlns:a16="http://schemas.microsoft.com/office/drawing/2014/main" id="{180108B9-30E5-A551-9976-E833067E4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94" name="Trapezoid 157">
              <a:extLst>
                <a:ext uri="{FF2B5EF4-FFF2-40B4-BE49-F238E27FC236}">
                  <a16:creationId xmlns:a16="http://schemas.microsoft.com/office/drawing/2014/main" id="{CC0326A3-DD80-C4CC-E3E7-63670A7E47B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5B7CDDA8-6A6B-F448-5D0A-6F76F48E382E}"/>
              </a:ext>
            </a:extLst>
          </p:cNvPr>
          <p:cNvGrpSpPr/>
          <p:nvPr/>
        </p:nvGrpSpPr>
        <p:grpSpPr>
          <a:xfrm>
            <a:off x="3883967" y="4234212"/>
            <a:ext cx="211053" cy="133563"/>
            <a:chOff x="980943" y="1888785"/>
            <a:chExt cx="271916" cy="172080"/>
          </a:xfrm>
        </p:grpSpPr>
        <p:grpSp>
          <p:nvGrpSpPr>
            <p:cNvPr id="599" name="Group 898">
              <a:extLst>
                <a:ext uri="{FF2B5EF4-FFF2-40B4-BE49-F238E27FC236}">
                  <a16:creationId xmlns:a16="http://schemas.microsoft.com/office/drawing/2014/main" id="{D934EFC2-05D8-DCAB-2BAE-68DB4D56C1F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1" name="Rectangle 88">
                <a:extLst>
                  <a:ext uri="{FF2B5EF4-FFF2-40B4-BE49-F238E27FC236}">
                    <a16:creationId xmlns:a16="http://schemas.microsoft.com/office/drawing/2014/main" id="{3026C084-69FB-9A47-28B8-A2D4C3D09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2" name="Isosceles Triangle 601">
                <a:extLst>
                  <a:ext uri="{FF2B5EF4-FFF2-40B4-BE49-F238E27FC236}">
                    <a16:creationId xmlns:a16="http://schemas.microsoft.com/office/drawing/2014/main" id="{E87CA631-152B-B35B-110A-141C35453F1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3" name="Oval 341">
                <a:extLst>
                  <a:ext uri="{FF2B5EF4-FFF2-40B4-BE49-F238E27FC236}">
                    <a16:creationId xmlns:a16="http://schemas.microsoft.com/office/drawing/2014/main" id="{82AEECD1-8869-0B97-ED8C-5A005073E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0" name="Trapezoid 164">
              <a:extLst>
                <a:ext uri="{FF2B5EF4-FFF2-40B4-BE49-F238E27FC236}">
                  <a16:creationId xmlns:a16="http://schemas.microsoft.com/office/drawing/2014/main" id="{11C0FCF1-D7D3-C06F-BF5A-D407C62C4C5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1E40ADD8-7406-76EC-9FC2-DFE7B0B87B8B}"/>
              </a:ext>
            </a:extLst>
          </p:cNvPr>
          <p:cNvGrpSpPr/>
          <p:nvPr/>
        </p:nvGrpSpPr>
        <p:grpSpPr>
          <a:xfrm>
            <a:off x="4013023" y="4268588"/>
            <a:ext cx="211053" cy="133563"/>
            <a:chOff x="980943" y="1888785"/>
            <a:chExt cx="271916" cy="172080"/>
          </a:xfrm>
        </p:grpSpPr>
        <p:grpSp>
          <p:nvGrpSpPr>
            <p:cNvPr id="605" name="Group 898">
              <a:extLst>
                <a:ext uri="{FF2B5EF4-FFF2-40B4-BE49-F238E27FC236}">
                  <a16:creationId xmlns:a16="http://schemas.microsoft.com/office/drawing/2014/main" id="{9BA02244-7FBE-BB0A-D944-0EA012F9377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7" name="Rectangle 88">
                <a:extLst>
                  <a:ext uri="{FF2B5EF4-FFF2-40B4-BE49-F238E27FC236}">
                    <a16:creationId xmlns:a16="http://schemas.microsoft.com/office/drawing/2014/main" id="{CED4084A-7D0D-81DE-6AFF-7CF0646461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8" name="Isosceles Triangle 607">
                <a:extLst>
                  <a:ext uri="{FF2B5EF4-FFF2-40B4-BE49-F238E27FC236}">
                    <a16:creationId xmlns:a16="http://schemas.microsoft.com/office/drawing/2014/main" id="{161AADA6-86B5-8242-CFAF-6B56D115BDA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9" name="Oval 341">
                <a:extLst>
                  <a:ext uri="{FF2B5EF4-FFF2-40B4-BE49-F238E27FC236}">
                    <a16:creationId xmlns:a16="http://schemas.microsoft.com/office/drawing/2014/main" id="{0B6284F5-2096-D89D-7B78-E73916A3A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6" name="Trapezoid 175">
              <a:extLst>
                <a:ext uri="{FF2B5EF4-FFF2-40B4-BE49-F238E27FC236}">
                  <a16:creationId xmlns:a16="http://schemas.microsoft.com/office/drawing/2014/main" id="{824CF570-AB58-EEFC-9D63-D5C7F0FAAAE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C548063D-162B-2F46-55DF-83C22C942B07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3683016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11" name="Group 254">
            <a:extLst>
              <a:ext uri="{FF2B5EF4-FFF2-40B4-BE49-F238E27FC236}">
                <a16:creationId xmlns:a16="http://schemas.microsoft.com/office/drawing/2014/main" id="{4D2292CE-3F76-4BDF-ABFB-A4814425207C}"/>
              </a:ext>
            </a:extLst>
          </p:cNvPr>
          <p:cNvGrpSpPr>
            <a:grpSpLocks noChangeAspect="1"/>
          </p:cNvGrpSpPr>
          <p:nvPr/>
        </p:nvGrpSpPr>
        <p:grpSpPr>
          <a:xfrm>
            <a:off x="3557935" y="3568488"/>
            <a:ext cx="256616" cy="147672"/>
            <a:chOff x="8421872" y="1904968"/>
            <a:chExt cx="347879" cy="255571"/>
          </a:xfrm>
        </p:grpSpPr>
        <p:sp>
          <p:nvSpPr>
            <p:cNvPr id="612" name="Rectangle 60">
              <a:extLst>
                <a:ext uri="{FF2B5EF4-FFF2-40B4-BE49-F238E27FC236}">
                  <a16:creationId xmlns:a16="http://schemas.microsoft.com/office/drawing/2014/main" id="{138A8BFE-BB05-2612-42F6-08CD24FC4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3" name="Group 719">
              <a:extLst>
                <a:ext uri="{FF2B5EF4-FFF2-40B4-BE49-F238E27FC236}">
                  <a16:creationId xmlns:a16="http://schemas.microsoft.com/office/drawing/2014/main" id="{10C0873C-A4CC-FF80-8F48-5B3CD95A80E3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E9C93703-735F-A997-5E77-2A2AB80A3EF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209B9F54-8407-B39D-CC23-5DE68450124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06839DEC-064C-A94C-155F-92F1EC9F21E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8" name="Straight Connector 617">
                <a:extLst>
                  <a:ext uri="{FF2B5EF4-FFF2-40B4-BE49-F238E27FC236}">
                    <a16:creationId xmlns:a16="http://schemas.microsoft.com/office/drawing/2014/main" id="{DED03519-F6B9-AE23-ED59-9EA80D9ED34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14" name="Trapezoid 301">
              <a:extLst>
                <a:ext uri="{FF2B5EF4-FFF2-40B4-BE49-F238E27FC236}">
                  <a16:creationId xmlns:a16="http://schemas.microsoft.com/office/drawing/2014/main" id="{832C4C56-EDC7-9EE9-9A11-F3BA331264E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6AEABB70-8130-CE17-45B6-DF92313DB2AC}"/>
              </a:ext>
            </a:extLst>
          </p:cNvPr>
          <p:cNvCxnSpPr>
            <a:cxnSpLocks/>
            <a:stCxn id="623" idx="2"/>
            <a:endCxn id="612" idx="0"/>
          </p:cNvCxnSpPr>
          <p:nvPr/>
        </p:nvCxnSpPr>
        <p:spPr>
          <a:xfrm>
            <a:off x="3685507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20" name="Rectangle 135">
            <a:extLst>
              <a:ext uri="{FF2B5EF4-FFF2-40B4-BE49-F238E27FC236}">
                <a16:creationId xmlns:a16="http://schemas.microsoft.com/office/drawing/2014/main" id="{B4819BC1-DC38-5D75-BD00-0CCF3643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46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14828AFC-6D54-2AD0-2BC2-DF4522F5D040}"/>
              </a:ext>
            </a:extLst>
          </p:cNvPr>
          <p:cNvGrpSpPr/>
          <p:nvPr/>
        </p:nvGrpSpPr>
        <p:grpSpPr>
          <a:xfrm>
            <a:off x="3531465" y="3181568"/>
            <a:ext cx="304284" cy="192585"/>
            <a:chOff x="980945" y="1888766"/>
            <a:chExt cx="271916" cy="172099"/>
          </a:xfrm>
        </p:grpSpPr>
        <p:grpSp>
          <p:nvGrpSpPr>
            <p:cNvPr id="622" name="Group 898">
              <a:extLst>
                <a:ext uri="{FF2B5EF4-FFF2-40B4-BE49-F238E27FC236}">
                  <a16:creationId xmlns:a16="http://schemas.microsoft.com/office/drawing/2014/main" id="{B6996E95-7408-2639-4D1F-69457322861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24" name="Rectangle 88">
                <a:extLst>
                  <a:ext uri="{FF2B5EF4-FFF2-40B4-BE49-F238E27FC236}">
                    <a16:creationId xmlns:a16="http://schemas.microsoft.com/office/drawing/2014/main" id="{3CD36FC4-83CC-1AE5-F1D9-42DF81CD0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5" name="Isosceles Triangle 624">
                <a:extLst>
                  <a:ext uri="{FF2B5EF4-FFF2-40B4-BE49-F238E27FC236}">
                    <a16:creationId xmlns:a16="http://schemas.microsoft.com/office/drawing/2014/main" id="{156CC02F-49A1-0D4F-2FE0-49C8464979D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6" name="Oval 341">
                <a:extLst>
                  <a:ext uri="{FF2B5EF4-FFF2-40B4-BE49-F238E27FC236}">
                    <a16:creationId xmlns:a16="http://schemas.microsoft.com/office/drawing/2014/main" id="{DB12A480-C629-CC43-987B-BA4490F25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23" name="Trapezoid 320">
              <a:extLst>
                <a:ext uri="{FF2B5EF4-FFF2-40B4-BE49-F238E27FC236}">
                  <a16:creationId xmlns:a16="http://schemas.microsoft.com/office/drawing/2014/main" id="{2D3979EE-7715-62A9-4662-8A436910FAC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57BC4145-3E4C-C13F-6B3C-F41713BAD293}"/>
              </a:ext>
            </a:extLst>
          </p:cNvPr>
          <p:cNvCxnSpPr>
            <a:cxnSpLocks/>
            <a:stCxn id="629" idx="2"/>
            <a:endCxn id="624" idx="0"/>
          </p:cNvCxnSpPr>
          <p:nvPr/>
        </p:nvCxnSpPr>
        <p:spPr>
          <a:xfrm>
            <a:off x="3677820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28" name="Group 254">
            <a:extLst>
              <a:ext uri="{FF2B5EF4-FFF2-40B4-BE49-F238E27FC236}">
                <a16:creationId xmlns:a16="http://schemas.microsoft.com/office/drawing/2014/main" id="{C5764647-CDB1-5378-B409-FD20C4F74702}"/>
              </a:ext>
            </a:extLst>
          </p:cNvPr>
          <p:cNvGrpSpPr>
            <a:grpSpLocks noChangeAspect="1"/>
          </p:cNvGrpSpPr>
          <p:nvPr/>
        </p:nvGrpSpPr>
        <p:grpSpPr>
          <a:xfrm>
            <a:off x="3549511" y="2879893"/>
            <a:ext cx="256616" cy="147672"/>
            <a:chOff x="8421872" y="1904968"/>
            <a:chExt cx="347879" cy="255571"/>
          </a:xfrm>
        </p:grpSpPr>
        <p:sp>
          <p:nvSpPr>
            <p:cNvPr id="629" name="Rectangle 60">
              <a:extLst>
                <a:ext uri="{FF2B5EF4-FFF2-40B4-BE49-F238E27FC236}">
                  <a16:creationId xmlns:a16="http://schemas.microsoft.com/office/drawing/2014/main" id="{CAD69724-F907-322F-C12B-B4B062CBA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30" name="Group 719">
              <a:extLst>
                <a:ext uri="{FF2B5EF4-FFF2-40B4-BE49-F238E27FC236}">
                  <a16:creationId xmlns:a16="http://schemas.microsoft.com/office/drawing/2014/main" id="{4C99FDAA-157D-8EBE-A56B-45DF09441592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704163AD-C8D1-741D-D231-A93DB8FC47F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104198C0-1FBC-4C1D-3944-7E6AAD2776B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18E64AFD-3BE4-228E-2D58-ED3756B994C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DB1BFBC2-7395-E0CD-85FA-8DA99CCD588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31" name="Trapezoid 396">
              <a:extLst>
                <a:ext uri="{FF2B5EF4-FFF2-40B4-BE49-F238E27FC236}">
                  <a16:creationId xmlns:a16="http://schemas.microsoft.com/office/drawing/2014/main" id="{855C0C16-5146-6EAA-9DF2-4FCF73F79703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36" name="Rectangle 135">
            <a:extLst>
              <a:ext uri="{FF2B5EF4-FFF2-40B4-BE49-F238E27FC236}">
                <a16:creationId xmlns:a16="http://schemas.microsoft.com/office/drawing/2014/main" id="{A9F64E79-4A69-6D5D-86E7-DDFEF3604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314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D42B85D-B0E8-9C2E-D96C-597C4548B221}"/>
              </a:ext>
            </a:extLst>
          </p:cNvPr>
          <p:cNvCxnSpPr>
            <a:stCxn id="102" idx="3"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14233E15-CF0D-07B8-1FA8-D0C3ED78D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3F5DE471-04CC-C588-0EFE-B53A819AB2AA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BE62C7CF-BE29-B009-6E2A-BBB25DA04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8F524C86-C7D0-9FEE-0C34-1F8207EA3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1012C4C6-951B-17C3-ED29-4DB1A53B3CEF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056D65E7-948B-A874-771F-54617BBD05E1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EF38BA2E-68D8-6FFB-57A5-F9C9F9C6D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47A5B978-1E1E-CEB4-2A42-FB1A04C71F7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010BDEA4-A6AE-09C8-968A-D2563B538DD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D0580C61-F6FD-3254-E8B0-61E60CA79CA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77881719-00C0-572B-F340-608B7C3A7F7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8E2D673A-9B23-8348-2E71-B6DD61C8F74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3DEF835A-039C-80F7-E2A4-4DF0A43F21AD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E40DC2F-95B7-A399-E570-5DDBA48EB57C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1474AE29-CB03-A785-00C9-5843FEF84E80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6ACC01F5-7142-DBC3-F111-0C62F9DBF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513A0D41-C76B-EFC4-68D6-E7AC5420890E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0DC31B9-9B1E-38CE-D59D-7CF90F8693A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D6AD19EE-AEA1-2EC0-D8B9-E233B1A9CE8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6E4903EB-7E5D-840C-450E-72D7C2A98F4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7A75D4B0-9EA7-A29A-3E50-4764E4AC032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85EBAA64-29C7-4970-08E4-910396B5D6F9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CA2E7B9-5EDB-878D-1F5C-14A896C91967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469124D-EF4D-3306-A0C0-57B1B0D73996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E06E837-EFBF-99B8-638C-6582C457843F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650D9F86-6FD1-1660-36EF-2F32FB4621AA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8C3346CF-C9E5-9BCF-FC9B-A2133E812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D7FD4757-75EE-4F77-4759-A3FC1ECB6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FDC267CD-0BB9-844D-4C16-70B2884D76D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4765A963-110D-C5E5-C942-679CF2BFB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9D0E2B50-22D8-66F1-F24B-C011693C8EE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2B02699-06C0-8F77-174F-96BA0D9D3601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088554A1-8BAF-EC09-5A94-0F0392D6D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FE9A5D1C-3714-5D9E-19B3-7BF0B179D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C134B31C-BE67-7D1A-1145-73DB6DEFF256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629BFCB-CA56-9528-3B1C-5F523375409C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5F4DA2D-C41B-1794-ABAD-D91E882F0AB5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B4B02EB-694D-0EAA-2D51-E63D31FFD9D7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40A2A83-3947-47EF-48AE-619144926E26}"/>
              </a:ext>
            </a:extLst>
          </p:cNvPr>
          <p:cNvCxnSpPr>
            <a:cxnSpLocks/>
            <a:stCxn id="132" idx="0"/>
            <a:endCxn id="299" idx="2"/>
          </p:cNvCxnSpPr>
          <p:nvPr/>
        </p:nvCxnSpPr>
        <p:spPr>
          <a:xfrm flipH="1" flipV="1">
            <a:off x="8712331" y="3716160"/>
            <a:ext cx="886701" cy="20032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>
            <a:extLst>
              <a:ext uri="{FF2B5EF4-FFF2-40B4-BE49-F238E27FC236}">
                <a16:creationId xmlns:a16="http://schemas.microsoft.com/office/drawing/2014/main" id="{3E0E4AE4-D72F-8226-E3DB-4C9B2853C9C3}"/>
              </a:ext>
            </a:extLst>
          </p:cNvPr>
          <p:cNvSpPr txBox="1"/>
          <p:nvPr/>
        </p:nvSpPr>
        <p:spPr>
          <a:xfrm>
            <a:off x="4939587" y="5934234"/>
            <a:ext cx="3491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Standard TAPI modelling… </a:t>
            </a:r>
          </a:p>
          <a:p>
            <a:r>
              <a:rPr lang="en-GB" sz="1200" dirty="0">
                <a:solidFill>
                  <a:srgbClr val="FF0000"/>
                </a:solidFill>
              </a:rPr>
              <a:t>Internal structure ignored</a:t>
            </a:r>
          </a:p>
          <a:p>
            <a:r>
              <a:rPr lang="en-GB" sz="1200" dirty="0">
                <a:solidFill>
                  <a:srgbClr val="FF0000"/>
                </a:solidFill>
              </a:rPr>
              <a:t>Ethernet projected to edge</a:t>
            </a: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145" name="Rectangle 135">
            <a:extLst>
              <a:ext uri="{FF2B5EF4-FFF2-40B4-BE49-F238E27FC236}">
                <a16:creationId xmlns:a16="http://schemas.microsoft.com/office/drawing/2014/main" id="{327AA69E-0BE1-012B-E40C-7A6C0D816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6B15EB1C-E2CE-6056-FAC7-4392204D7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5" name="Rectangle 135">
            <a:extLst>
              <a:ext uri="{FF2B5EF4-FFF2-40B4-BE49-F238E27FC236}">
                <a16:creationId xmlns:a16="http://schemas.microsoft.com/office/drawing/2014/main" id="{EC653411-90F5-C296-5AF8-781C66E49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853" y="3914699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70C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Internal detail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70" name="Rectangle 135">
            <a:extLst>
              <a:ext uri="{FF2B5EF4-FFF2-40B4-BE49-F238E27FC236}">
                <a16:creationId xmlns:a16="http://schemas.microsoft.com/office/drawing/2014/main" id="{2803B446-9EC0-9D8E-C596-20BD09B79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575" y="1940416"/>
            <a:ext cx="62969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Ethernet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72" name="Rectangle: Rounded Corners 671">
            <a:extLst>
              <a:ext uri="{FF2B5EF4-FFF2-40B4-BE49-F238E27FC236}">
                <a16:creationId xmlns:a16="http://schemas.microsoft.com/office/drawing/2014/main" id="{D958AA34-4FF1-22FD-EF55-54052A4E38ED}"/>
              </a:ext>
            </a:extLst>
          </p:cNvPr>
          <p:cNvSpPr/>
          <p:nvPr/>
        </p:nvSpPr>
        <p:spPr>
          <a:xfrm>
            <a:off x="8423013" y="2602908"/>
            <a:ext cx="1657545" cy="30422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3" name="Rectangle: Rounded Corners 672">
            <a:extLst>
              <a:ext uri="{FF2B5EF4-FFF2-40B4-BE49-F238E27FC236}">
                <a16:creationId xmlns:a16="http://schemas.microsoft.com/office/drawing/2014/main" id="{4C73CDDE-0F3F-50CD-882E-F5E498000C38}"/>
              </a:ext>
            </a:extLst>
          </p:cNvPr>
          <p:cNvSpPr/>
          <p:nvPr/>
        </p:nvSpPr>
        <p:spPr>
          <a:xfrm>
            <a:off x="2881258" y="1763038"/>
            <a:ext cx="1698973" cy="8287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Rectangle 135">
            <a:extLst>
              <a:ext uri="{FF2B5EF4-FFF2-40B4-BE49-F238E27FC236}">
                <a16:creationId xmlns:a16="http://schemas.microsoft.com/office/drawing/2014/main" id="{B179CDDC-B32B-B9FE-8C74-597B40211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8490" y="2759045"/>
            <a:ext cx="345359" cy="12311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B0F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TAPI</a:t>
            </a:r>
            <a:endParaRPr lang="en-GB" sz="800" kern="0" dirty="0">
              <a:solidFill>
                <a:srgbClr val="00B0F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96" name="Rectangle 135">
            <a:extLst>
              <a:ext uri="{FF2B5EF4-FFF2-40B4-BE49-F238E27FC236}">
                <a16:creationId xmlns:a16="http://schemas.microsoft.com/office/drawing/2014/main" id="{33EE85D5-805A-440D-34D2-F589220C3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996" y="2009695"/>
            <a:ext cx="345359" cy="12311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B0F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IETF</a:t>
            </a:r>
            <a:endParaRPr lang="en-GB" sz="800" kern="0" dirty="0">
              <a:solidFill>
                <a:srgbClr val="00B0F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62C7DAA-6EA1-BA20-43B0-8363E1D6EF33}"/>
              </a:ext>
            </a:extLst>
          </p:cNvPr>
          <p:cNvCxnSpPr>
            <a:cxnSpLocks/>
            <a:stCxn id="171" idx="3"/>
            <a:endCxn id="90" idx="0"/>
          </p:cNvCxnSpPr>
          <p:nvPr/>
        </p:nvCxnSpPr>
        <p:spPr>
          <a:xfrm>
            <a:off x="3290177" y="2444823"/>
            <a:ext cx="5419518" cy="110316"/>
          </a:xfrm>
          <a:prstGeom prst="straightConnector1">
            <a:avLst/>
          </a:prstGeom>
          <a:ln w="25400" cap="rnd" cmpd="sng">
            <a:solidFill>
              <a:srgbClr val="FF000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ectangle 135">
            <a:extLst>
              <a:ext uri="{FF2B5EF4-FFF2-40B4-BE49-F238E27FC236}">
                <a16:creationId xmlns:a16="http://schemas.microsoft.com/office/drawing/2014/main" id="{8A6C1934-F1CE-1B35-23D2-05C95224B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115" y="2042983"/>
            <a:ext cx="248346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IETF-TAPI Linkage</a:t>
            </a:r>
            <a:endParaRPr lang="en-GB" sz="1200" kern="0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67" name="Rectangle 60">
            <a:extLst>
              <a:ext uri="{FF2B5EF4-FFF2-40B4-BE49-F238E27FC236}">
                <a16:creationId xmlns:a16="http://schemas.microsoft.com/office/drawing/2014/main" id="{261E8B6F-3890-4AF9-9D6C-683C1FFD1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550" y="287070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68" name="Flowchart: Process 167">
            <a:extLst>
              <a:ext uri="{FF2B5EF4-FFF2-40B4-BE49-F238E27FC236}">
                <a16:creationId xmlns:a16="http://schemas.microsoft.com/office/drawing/2014/main" id="{812490E6-8AA6-2FB0-3E0A-9DCBA9F7E5BA}"/>
              </a:ext>
            </a:extLst>
          </p:cNvPr>
          <p:cNvSpPr/>
          <p:nvPr/>
        </p:nvSpPr>
        <p:spPr>
          <a:xfrm>
            <a:off x="3602610" y="2923847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Flowchart: Process 168">
            <a:extLst>
              <a:ext uri="{FF2B5EF4-FFF2-40B4-BE49-F238E27FC236}">
                <a16:creationId xmlns:a16="http://schemas.microsoft.com/office/drawing/2014/main" id="{AB62DB10-A92A-B389-40DE-EABA2940C64E}"/>
              </a:ext>
            </a:extLst>
          </p:cNvPr>
          <p:cNvSpPr/>
          <p:nvPr/>
        </p:nvSpPr>
        <p:spPr>
          <a:xfrm>
            <a:off x="3602592" y="2923847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75870B6-C0FF-3506-7B58-BF84C379679F}"/>
              </a:ext>
            </a:extLst>
          </p:cNvPr>
          <p:cNvCxnSpPr>
            <a:cxnSpLocks/>
            <a:stCxn id="171" idx="2"/>
            <a:endCxn id="167" idx="1"/>
          </p:cNvCxnSpPr>
          <p:nvPr/>
        </p:nvCxnSpPr>
        <p:spPr>
          <a:xfrm>
            <a:off x="3101581" y="2554795"/>
            <a:ext cx="406969" cy="421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EAFDFEA-AB99-82D4-3466-5C9FFB86E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985" y="2334851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4325DA2-AB81-F2C3-95F3-6BAB52AF8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310" y="2366149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4" name="Flowchart: Process 173">
            <a:extLst>
              <a:ext uri="{FF2B5EF4-FFF2-40B4-BE49-F238E27FC236}">
                <a16:creationId xmlns:a16="http://schemas.microsoft.com/office/drawing/2014/main" id="{BC3D28B0-1314-9B80-FC08-DB1A131B1841}"/>
              </a:ext>
            </a:extLst>
          </p:cNvPr>
          <p:cNvSpPr/>
          <p:nvPr/>
        </p:nvSpPr>
        <p:spPr>
          <a:xfrm>
            <a:off x="3028514" y="2403556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35">
            <a:extLst>
              <a:ext uri="{FF2B5EF4-FFF2-40B4-BE49-F238E27FC236}">
                <a16:creationId xmlns:a16="http://schemas.microsoft.com/office/drawing/2014/main" id="{9AE54B79-197C-76B2-2E98-6C9679B09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273" y="2390283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D1AADF3-77C2-A140-5E08-9289EAA3E376}"/>
              </a:ext>
            </a:extLst>
          </p:cNvPr>
          <p:cNvCxnSpPr>
            <a:cxnSpLocks/>
            <a:stCxn id="166" idx="2"/>
            <a:endCxn id="167" idx="0"/>
          </p:cNvCxnSpPr>
          <p:nvPr/>
        </p:nvCxnSpPr>
        <p:spPr>
          <a:xfrm>
            <a:off x="3692416" y="2401873"/>
            <a:ext cx="0" cy="46883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66" name="Rectangle 60">
            <a:extLst>
              <a:ext uri="{FF2B5EF4-FFF2-40B4-BE49-F238E27FC236}">
                <a16:creationId xmlns:a16="http://schemas.microsoft.com/office/drawing/2014/main" id="{88C3D8FD-1F34-CC94-3899-0F1AC0FDF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550" y="219025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78" name="Flowchart: Process 177">
            <a:extLst>
              <a:ext uri="{FF2B5EF4-FFF2-40B4-BE49-F238E27FC236}">
                <a16:creationId xmlns:a16="http://schemas.microsoft.com/office/drawing/2014/main" id="{9E271364-3AF3-4DB6-081A-4CD3251F39BC}"/>
              </a:ext>
            </a:extLst>
          </p:cNvPr>
          <p:cNvSpPr/>
          <p:nvPr/>
        </p:nvSpPr>
        <p:spPr>
          <a:xfrm>
            <a:off x="3602592" y="2243400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790A0D6-A708-77CE-E78C-D070BBB67E04}"/>
              </a:ext>
            </a:extLst>
          </p:cNvPr>
          <p:cNvCxnSpPr>
            <a:cxnSpLocks/>
            <a:stCxn id="180" idx="2"/>
            <a:endCxn id="166" idx="1"/>
          </p:cNvCxnSpPr>
          <p:nvPr/>
        </p:nvCxnSpPr>
        <p:spPr>
          <a:xfrm>
            <a:off x="3101581" y="2071574"/>
            <a:ext cx="406969" cy="2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E879E88-103E-FCFD-7665-50B2A24B3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985" y="1851630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AF20EAF-1FAA-9372-9B9D-F9CD2F343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310" y="1882928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82" name="Flowchart: Process 181">
            <a:extLst>
              <a:ext uri="{FF2B5EF4-FFF2-40B4-BE49-F238E27FC236}">
                <a16:creationId xmlns:a16="http://schemas.microsoft.com/office/drawing/2014/main" id="{DA865328-B3A1-E335-9624-A2E680A3F503}"/>
              </a:ext>
            </a:extLst>
          </p:cNvPr>
          <p:cNvSpPr/>
          <p:nvPr/>
        </p:nvSpPr>
        <p:spPr>
          <a:xfrm>
            <a:off x="3028514" y="1920335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9483D7FF-085F-FDF3-2097-BCB78B944E74}"/>
              </a:ext>
            </a:extLst>
          </p:cNvPr>
          <p:cNvSpPr/>
          <p:nvPr/>
        </p:nvSpPr>
        <p:spPr>
          <a:xfrm>
            <a:off x="2752387" y="2570420"/>
            <a:ext cx="5486302" cy="2418932"/>
          </a:xfrm>
          <a:prstGeom prst="roundRect">
            <a:avLst>
              <a:gd name="adj" fmla="val 0"/>
            </a:avLst>
          </a:prstGeom>
          <a:solidFill>
            <a:srgbClr val="DBE7F5">
              <a:alpha val="5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39" name="Straight Arrow Connector 638">
            <a:extLst>
              <a:ext uri="{FF2B5EF4-FFF2-40B4-BE49-F238E27FC236}">
                <a16:creationId xmlns:a16="http://schemas.microsoft.com/office/drawing/2014/main" id="{3099D2B9-5135-AA78-5A94-287A3545449F}"/>
              </a:ext>
            </a:extLst>
          </p:cNvPr>
          <p:cNvCxnSpPr>
            <a:cxnSpLocks/>
            <a:stCxn id="166" idx="3"/>
            <a:endCxn id="90" idx="0"/>
          </p:cNvCxnSpPr>
          <p:nvPr/>
        </p:nvCxnSpPr>
        <p:spPr>
          <a:xfrm>
            <a:off x="3876282" y="2296065"/>
            <a:ext cx="4833413" cy="259074"/>
          </a:xfrm>
          <a:prstGeom prst="straightConnector1">
            <a:avLst/>
          </a:prstGeom>
          <a:ln w="25400" cap="rnd" cmpd="sng">
            <a:solidFill>
              <a:srgbClr val="FF000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643">
            <a:extLst>
              <a:ext uri="{FF2B5EF4-FFF2-40B4-BE49-F238E27FC236}">
                <a16:creationId xmlns:a16="http://schemas.microsoft.com/office/drawing/2014/main" id="{3527405D-CAA9-7CA6-AFB1-649C76F34BBE}"/>
              </a:ext>
            </a:extLst>
          </p:cNvPr>
          <p:cNvCxnSpPr>
            <a:cxnSpLocks/>
            <a:stCxn id="180" idx="2"/>
            <a:endCxn id="171" idx="0"/>
          </p:cNvCxnSpPr>
          <p:nvPr/>
        </p:nvCxnSpPr>
        <p:spPr>
          <a:xfrm>
            <a:off x="3101581" y="2071574"/>
            <a:ext cx="0" cy="263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452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E220-5D61-9D3A-C8D0-B3470EF9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5C2AE4AE-9AB1-BAE2-FDD8-AAA28DE594F5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8FC0C50-3E5C-472E-BD7C-DBE7C1ACF28B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373C3093-AE63-D9B6-6714-3891885E60BB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988CBB-8081-A872-B277-B480D588DF00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7956F92-0044-5A65-E239-3AC21C0122BF}"/>
              </a:ext>
            </a:extLst>
          </p:cNvPr>
          <p:cNvSpPr/>
          <p:nvPr/>
        </p:nvSpPr>
        <p:spPr>
          <a:xfrm flipV="1">
            <a:off x="3003093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5A8A88CF-77E9-C327-B8F3-52C3F9119284}"/>
              </a:ext>
            </a:extLst>
          </p:cNvPr>
          <p:cNvSpPr/>
          <p:nvPr/>
        </p:nvSpPr>
        <p:spPr>
          <a:xfrm>
            <a:off x="3107747" y="1382261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B8B79-8518-51C3-6405-2CE44DE7F8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0FA4A651-9610-EA70-F432-C97D1C0119FA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9504690A-5BEC-1726-D71C-03672D946936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036476EC-F0B5-596F-AF8D-2387EBFF3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8A4F579A-11D7-E128-C8BB-ADF967103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86D0A527-D9BF-AC92-8AF8-8F03BF552CBD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BC4FD515-8528-E487-DE99-3A6E8F5A1C30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CDD64427-901A-ACB6-CE13-873C2CEF9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B48AFD78-E46C-5923-CD60-22AE77FA332E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D5C4C2BC-B9B3-D0BB-F5E7-7686CFE2402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7838CBE8-1A2E-E93A-0BB0-1A9E51A8765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52FFAEED-5615-60BF-7E96-C8F101093E7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310BBC3B-956C-482D-8F3D-4BAAA5CA058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8002580B-3164-EEB6-A856-848F3462B100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59A80A04-5BA7-0048-2A9B-E4A6E818342C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B34AB33C-9313-DF0E-FDC8-42CA0C59786C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52C3D595-F0F0-5538-B288-7FC771AA9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A56E00C4-0E7C-9B9C-D9F9-348D771128CA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1B626DEC-1B39-5C60-69D7-03FFAC97936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DDD72913-E824-861F-5436-B3C3DF4D85E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C38A71ED-CC98-0522-578D-B095E43F753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41B22A6D-DC58-4B82-75D3-EE9652449DE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98BCE446-027A-C01F-DA28-46E27663E159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F9959EC-004C-80BE-93DD-96E91656C824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036EB90E-59AC-AD51-D1B0-52262269795F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FEA7120-C6C7-56AC-A3B8-643EBEA66B82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0E5E580B-926D-B9A7-7568-F7E2E42D84E5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FAD14ED5-3605-56E7-623D-48799A88AD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0E062482-E521-5A9B-8809-D1EFF6C6A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5544BB75-F5E7-9D62-2EF9-769FBB8154D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0158B19D-6396-3C8B-99CB-15095880B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3017B740-1DCF-2D6F-522F-D44099CE852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D2D73EA2-D437-39D6-158F-A898EC539F5C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9CFFAFD6-0648-F8EC-5E47-B992DD42D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1C9C7A91-E8BA-6703-C87E-D118B348322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4A1D7EDE-8D5D-3819-A338-3AE21FAB81B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18EA8256-4189-7FCE-E0CB-637C24C8A9B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FC3E3345-015F-0CE7-53DB-80B6CEFD467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45600C7-EAD9-0BDC-86CE-7F6F4357F16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C4F5E0F1-F67F-3F41-02A4-5B3083E55A1D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C4256932-3132-D447-7A1D-043AA136747C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B95FC0D0-536D-A404-1E89-757C566E9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918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8A9AF468-940F-51FA-95F8-C583F2041575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1951E147-3825-B031-E71E-9894BDB64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B54D3871-D91C-3DD0-3D04-1609EEA50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8B197438-FC81-72A0-EB08-D6E87C396ECD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B9461C63-9ADD-D886-5072-30A9F0751ED7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C5E1514-E142-EFA3-49DC-A3AB5DE38FAC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4DF8AE6D-47C6-AC33-0BFF-F6137C8851AA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FA9E5F74-D7D7-6CC3-0F33-C1192D944546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47AEE4B8-5811-F2B9-0778-BC7FCF41E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C3556999-512B-EADA-9EA0-602EA040075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CACFDA47-BCFF-EAC7-FCAF-AA4B446AF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82970678-68AA-A94A-2AA2-8C4D566635D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D62DB763-1434-6886-7875-352465A91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852" y="3218355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3A56E1F0-53A1-9589-77BA-204660A978B8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B23D11D-AB5F-D569-D7B7-4DDD6F8A02FB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094CA4BC-0C83-A4DD-7A93-02CDDB867C35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03B99716-CB9E-B6FC-2954-F34CFB612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2EF57CB5-B283-4F76-3817-F24E219E0D1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3323EEA4-3021-1EAB-8B26-41553B9661A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D66B98F4-AD49-265C-6509-24D2B6153F2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999A2992-F5F2-631D-86E1-6E53BFAFB54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CA13D86-460E-779B-228D-4E53A297D6E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E652C043-D3B0-175C-6FCF-6F46BDFFDD4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404" name="Rectangle 135">
            <a:extLst>
              <a:ext uri="{FF2B5EF4-FFF2-40B4-BE49-F238E27FC236}">
                <a16:creationId xmlns:a16="http://schemas.microsoft.com/office/drawing/2014/main" id="{0BD257B7-2D14-EB57-4EF1-BD52C4F67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82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7D21CF8D-9AE4-A73C-6B04-91237A193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7" name="Rectangle 135">
            <a:extLst>
              <a:ext uri="{FF2B5EF4-FFF2-40B4-BE49-F238E27FC236}">
                <a16:creationId xmlns:a16="http://schemas.microsoft.com/office/drawing/2014/main" id="{474C9062-71A8-A462-F284-680BE03ED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252" y="391669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B59CD6-FC30-4AB5-834D-4E80C3D8ED2F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52DC9168-A5A5-D407-0832-29F8B282D0F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A0DB5CD2-85A8-670C-4197-5DE85A44F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9A814FB7-B01E-8F9F-C764-ADF31E9C725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5C448CEA-B514-F3BF-55D4-D1158A85F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4B726301-491A-B7C7-3706-22688F957E5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600A75-D84B-FD58-8856-437833CD720D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0798F82F-4004-1BF5-8AB1-8BCA5644FA6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4AB1B56F-66EB-91F7-F716-CEBFC1D03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8C069EA4-A02E-AAF4-D768-2C95636DA49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780F3BA6-7B1C-DB8B-12FD-EE9C2C493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63361F37-7BEF-F780-EA27-E6EC723EFF5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FFDF0D-96EA-96BC-171D-B5109B03522F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A6E13C33-B687-9A5C-54EB-B968F3E7A1A1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F7374C4E-25E5-40C8-B0AC-AAB288D3F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4FC4D82C-707C-DBBF-89A4-03FDC3FB640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E556FE6A-FA81-D683-B19E-EF75C2B4A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6D1B009E-D299-BAC1-319F-C9208A9FFE3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87F677-7057-46CC-D9AC-FE5808866C1A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FA49FCB7-0900-C937-CBC9-C0D1148A1FF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9E7C4761-3A46-47FC-BD24-BAC746A88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F50CF63A-91BD-1C28-EC81-E37FE83352A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7BA690C9-B4E6-A0D5-53E0-F8731A98A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45EEEA76-B8E0-84B0-7585-DD5246D1A71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266E611-8DC2-AD72-7A25-2EDE66B912FE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952EF8A1-D8DF-EE12-F46E-2460A40A680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A8333D5A-03FB-0CA0-E577-AB033E349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812EDA92-25D7-2F78-4E36-985F5850377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80C8735D-4BE2-5709-3102-8A783460A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090D8618-6EC0-91BD-6F16-1A3147D1DE0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F5084E-12FE-1BE7-AD70-BFD40164C22A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5F1CB408-575A-D28F-C32E-4225AFF4226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62FC444A-BC97-7A30-725A-46FBAC1A7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98E314B3-F59B-6838-58BA-2D4F431A9EC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1FA7A2F1-21F6-2A9E-A61C-1A20E4C14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2F27AF24-99E5-9E98-FFBB-03C5BCA421F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C0F1B85-913C-0A4F-5F7D-36430CC93439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87604E8D-C74D-4DDB-594F-26DA084F607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BEA8B4AF-69AB-E4B7-6623-9738286A6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4EA68BA8-EE00-9710-50FB-B461913ADBA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9D4D0BAC-E301-4C6D-1391-FB69223E8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F04EF8A3-A59F-4B13-5202-D210EA5CF02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26FF84-ED7D-23BB-CCA4-0CE2191B6E4A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4B7F7450-EAA8-9CA0-5DBF-2C7C9FFCEC04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F69855D4-0961-CE64-8340-8824D91F5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9AF38DB1-596E-E4DE-8D23-CA0B96A5A01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21753308-B0F3-1686-7134-124A59BB3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C8331D54-C90E-6024-F342-8A5CF9B01FB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E7951A7-2326-AC14-71EA-350101A559F8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B7BE240B-F026-94D4-AB3B-F2957B5F5982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E2737B1B-2958-805A-D9C9-6862C6B66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4FA37BC1-932D-158A-E7DD-1191DEEE771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531E71B3-A19E-B449-4985-740B6D5B8BD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52FD7F2-0A1B-EB38-4762-37EC4D0FFA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BD8E723-1028-AD5A-9B94-EF9474A14E1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FFA9A51-08DF-1709-99BF-E978CBF3B9F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A6B237C3-4E7A-6AAF-5BE1-B965B626F84B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C86209B-8022-BE71-9CB8-B7A9485311A6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F0720CD2-EAEE-021F-F8C0-ADFEC5A06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8F69B7-B347-2EE0-91DE-9413B9E6B081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BE0C2ECB-B6A0-7DA9-208E-ECC79ABC0AB0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F3B1D39A-B5C5-A31E-3155-01DD4F8A5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A48E9FF-14B8-1270-264A-D6739F28015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442588F9-9D9A-D484-1A5A-D4D16D486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2C276709-A53F-F747-ED41-875C161DBC5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C6CEE50-5E2F-AAB9-89B1-386FD5583307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1B92CAD6-AFC1-556F-7647-AFC8D12A823C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135C1D99-DE11-4CD8-23FE-299B261FE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DA089250-9F13-00B9-E282-27778755541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96274F2C-D273-AF09-94B5-E9B430A2374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7E71DB3-C223-7835-2196-4DFB11B5A5C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A224EF4-BAD4-9EFE-CAC4-105EAFBA492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C91ED40D-FF5B-5E12-D7D2-461CEA07B00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FDABF427-349D-1C91-8163-B2119A2CD90D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8B112D76-4011-DABC-0CF1-4549DE64D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FB88CE5-BA65-D260-CE09-96D3ED7A036E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16E91930-BFEF-3F86-5B53-76213774D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5C0200EC-36A5-4D0A-922C-B9D549BB4FD4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F6306E2-C43B-61F3-3AA5-1C75DBFFE1E2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228D2E02-219D-E0D3-4BD9-8B50FEFAF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95811F50-951F-75C0-F883-FEEED30C3C62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ADACD94-42CC-AB35-054D-E2B8DB857DCA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A5CF7F2-9678-0F4A-65F7-D32A21FCD2C9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E6F7F9C-647D-CCE0-DCF0-DF86A1B37DEC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8B86E83-4C1E-43CD-6D67-F15D8117CA31}"/>
              </a:ext>
            </a:extLst>
          </p:cNvPr>
          <p:cNvGrpSpPr/>
          <p:nvPr/>
        </p:nvGrpSpPr>
        <p:grpSpPr>
          <a:xfrm>
            <a:off x="3121358" y="4039596"/>
            <a:ext cx="211053" cy="133563"/>
            <a:chOff x="980943" y="1888785"/>
            <a:chExt cx="271916" cy="172080"/>
          </a:xfrm>
        </p:grpSpPr>
        <p:grpSp>
          <p:nvGrpSpPr>
            <p:cNvPr id="104" name="Group 898">
              <a:extLst>
                <a:ext uri="{FF2B5EF4-FFF2-40B4-BE49-F238E27FC236}">
                  <a16:creationId xmlns:a16="http://schemas.microsoft.com/office/drawing/2014/main" id="{D360AC59-FE62-A103-C1AD-A5E43D53F31C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06" name="Rectangle 88">
                <a:extLst>
                  <a:ext uri="{FF2B5EF4-FFF2-40B4-BE49-F238E27FC236}">
                    <a16:creationId xmlns:a16="http://schemas.microsoft.com/office/drawing/2014/main" id="{D7F74EC1-1AE7-1ECE-C606-A56104847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F9EDEE71-F544-A4B3-5E6F-6D5DEB40718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8" name="Oval 341">
                <a:extLst>
                  <a:ext uri="{FF2B5EF4-FFF2-40B4-BE49-F238E27FC236}">
                    <a16:creationId xmlns:a16="http://schemas.microsoft.com/office/drawing/2014/main" id="{22B0950C-C030-4527-EE5F-CFEB933CD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5" name="Trapezoid 118">
              <a:extLst>
                <a:ext uri="{FF2B5EF4-FFF2-40B4-BE49-F238E27FC236}">
                  <a16:creationId xmlns:a16="http://schemas.microsoft.com/office/drawing/2014/main" id="{E5F3174A-1720-0AAB-9264-A0BA2900EF2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1635C4D-2876-E5DC-16D7-8E7C561A4E3D}"/>
              </a:ext>
            </a:extLst>
          </p:cNvPr>
          <p:cNvGrpSpPr/>
          <p:nvPr/>
        </p:nvGrpSpPr>
        <p:grpSpPr>
          <a:xfrm>
            <a:off x="3244065" y="4070799"/>
            <a:ext cx="211053" cy="133563"/>
            <a:chOff x="980943" y="1888785"/>
            <a:chExt cx="271916" cy="172080"/>
          </a:xfrm>
        </p:grpSpPr>
        <p:grpSp>
          <p:nvGrpSpPr>
            <p:cNvPr id="110" name="Group 898">
              <a:extLst>
                <a:ext uri="{FF2B5EF4-FFF2-40B4-BE49-F238E27FC236}">
                  <a16:creationId xmlns:a16="http://schemas.microsoft.com/office/drawing/2014/main" id="{D4E4891F-CDA5-DF86-9400-2625BD3951F6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12" name="Rectangle 88">
                <a:extLst>
                  <a:ext uri="{FF2B5EF4-FFF2-40B4-BE49-F238E27FC236}">
                    <a16:creationId xmlns:a16="http://schemas.microsoft.com/office/drawing/2014/main" id="{EFB55623-5C68-2517-5102-4D41EBDDA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84D6F7DD-520F-C59E-C448-9E9846268C6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4" name="Oval 341">
                <a:extLst>
                  <a:ext uri="{FF2B5EF4-FFF2-40B4-BE49-F238E27FC236}">
                    <a16:creationId xmlns:a16="http://schemas.microsoft.com/office/drawing/2014/main" id="{BF80FCB0-B9A3-88D7-1822-45A463DF7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1" name="Trapezoid 124">
              <a:extLst>
                <a:ext uri="{FF2B5EF4-FFF2-40B4-BE49-F238E27FC236}">
                  <a16:creationId xmlns:a16="http://schemas.microsoft.com/office/drawing/2014/main" id="{592CDDBB-E587-E1B9-EF60-B7D0AA1D75F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6D2A9E5-C043-3088-C17E-B9C422286B77}"/>
              </a:ext>
            </a:extLst>
          </p:cNvPr>
          <p:cNvGrpSpPr/>
          <p:nvPr/>
        </p:nvGrpSpPr>
        <p:grpSpPr>
          <a:xfrm>
            <a:off x="3375270" y="4102951"/>
            <a:ext cx="211053" cy="133563"/>
            <a:chOff x="980943" y="1888785"/>
            <a:chExt cx="271916" cy="172080"/>
          </a:xfrm>
        </p:grpSpPr>
        <p:grpSp>
          <p:nvGrpSpPr>
            <p:cNvPr id="127" name="Group 898">
              <a:extLst>
                <a:ext uri="{FF2B5EF4-FFF2-40B4-BE49-F238E27FC236}">
                  <a16:creationId xmlns:a16="http://schemas.microsoft.com/office/drawing/2014/main" id="{66E32A4F-8955-58DA-F5CF-00014E2B8A41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77" name="Rectangle 88">
                <a:extLst>
                  <a:ext uri="{FF2B5EF4-FFF2-40B4-BE49-F238E27FC236}">
                    <a16:creationId xmlns:a16="http://schemas.microsoft.com/office/drawing/2014/main" id="{F52E1D54-1970-1EB1-265F-4413EDD8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8" name="Isosceles Triangle 577">
                <a:extLst>
                  <a:ext uri="{FF2B5EF4-FFF2-40B4-BE49-F238E27FC236}">
                    <a16:creationId xmlns:a16="http://schemas.microsoft.com/office/drawing/2014/main" id="{9C7CD685-A52B-968A-1D29-5FE83376130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9" name="Oval 341">
                <a:extLst>
                  <a:ext uri="{FF2B5EF4-FFF2-40B4-BE49-F238E27FC236}">
                    <a16:creationId xmlns:a16="http://schemas.microsoft.com/office/drawing/2014/main" id="{E4B0C1C2-E33E-8BBD-8ADF-136A153DC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76" name="Trapezoid 135">
              <a:extLst>
                <a:ext uri="{FF2B5EF4-FFF2-40B4-BE49-F238E27FC236}">
                  <a16:creationId xmlns:a16="http://schemas.microsoft.com/office/drawing/2014/main" id="{17221427-6829-2E22-FB74-796E43304D1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BD1FD582-FC2F-4323-9E1F-52FBA5DDF2BA}"/>
              </a:ext>
            </a:extLst>
          </p:cNvPr>
          <p:cNvGrpSpPr/>
          <p:nvPr/>
        </p:nvGrpSpPr>
        <p:grpSpPr>
          <a:xfrm>
            <a:off x="3504326" y="4137327"/>
            <a:ext cx="211053" cy="133563"/>
            <a:chOff x="980943" y="1888785"/>
            <a:chExt cx="271916" cy="172080"/>
          </a:xfrm>
        </p:grpSpPr>
        <p:grpSp>
          <p:nvGrpSpPr>
            <p:cNvPr id="581" name="Group 898">
              <a:extLst>
                <a:ext uri="{FF2B5EF4-FFF2-40B4-BE49-F238E27FC236}">
                  <a16:creationId xmlns:a16="http://schemas.microsoft.com/office/drawing/2014/main" id="{10D1040A-FE1A-455D-2A69-6CC30912936F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3" name="Rectangle 88">
                <a:extLst>
                  <a:ext uri="{FF2B5EF4-FFF2-40B4-BE49-F238E27FC236}">
                    <a16:creationId xmlns:a16="http://schemas.microsoft.com/office/drawing/2014/main" id="{DFE9EDC2-42A9-37F0-1697-5BA6153B2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4" name="Isosceles Triangle 583">
                <a:extLst>
                  <a:ext uri="{FF2B5EF4-FFF2-40B4-BE49-F238E27FC236}">
                    <a16:creationId xmlns:a16="http://schemas.microsoft.com/office/drawing/2014/main" id="{C600ED3C-E573-2ACD-936F-DF775DD904A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5" name="Oval 341">
                <a:extLst>
                  <a:ext uri="{FF2B5EF4-FFF2-40B4-BE49-F238E27FC236}">
                    <a16:creationId xmlns:a16="http://schemas.microsoft.com/office/drawing/2014/main" id="{3210CC0C-CBED-2DEF-D908-78136B21C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2" name="Trapezoid 141">
              <a:extLst>
                <a:ext uri="{FF2B5EF4-FFF2-40B4-BE49-F238E27FC236}">
                  <a16:creationId xmlns:a16="http://schemas.microsoft.com/office/drawing/2014/main" id="{2F60D0A7-93F4-51F1-5A33-709DD4BE52D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477B920C-DDD1-F341-5C4E-A10935E922ED}"/>
              </a:ext>
            </a:extLst>
          </p:cNvPr>
          <p:cNvGrpSpPr/>
          <p:nvPr/>
        </p:nvGrpSpPr>
        <p:grpSpPr>
          <a:xfrm>
            <a:off x="3630055" y="4170858"/>
            <a:ext cx="211053" cy="133563"/>
            <a:chOff x="980943" y="1888785"/>
            <a:chExt cx="271916" cy="172080"/>
          </a:xfrm>
        </p:grpSpPr>
        <p:grpSp>
          <p:nvGrpSpPr>
            <p:cNvPr id="587" name="Group 898">
              <a:extLst>
                <a:ext uri="{FF2B5EF4-FFF2-40B4-BE49-F238E27FC236}">
                  <a16:creationId xmlns:a16="http://schemas.microsoft.com/office/drawing/2014/main" id="{CFF0FA9A-156A-837D-6101-3F414F619EF1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89" name="Rectangle 88">
                <a:extLst>
                  <a:ext uri="{FF2B5EF4-FFF2-40B4-BE49-F238E27FC236}">
                    <a16:creationId xmlns:a16="http://schemas.microsoft.com/office/drawing/2014/main" id="{3571BD59-DCCB-E75D-19AF-E5DFA2123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0" name="Isosceles Triangle 589">
                <a:extLst>
                  <a:ext uri="{FF2B5EF4-FFF2-40B4-BE49-F238E27FC236}">
                    <a16:creationId xmlns:a16="http://schemas.microsoft.com/office/drawing/2014/main" id="{3A7F4713-2BC1-C67A-F282-07C90750525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1" name="Oval 341">
                <a:extLst>
                  <a:ext uri="{FF2B5EF4-FFF2-40B4-BE49-F238E27FC236}">
                    <a16:creationId xmlns:a16="http://schemas.microsoft.com/office/drawing/2014/main" id="{3183CF22-6813-AF0B-6342-9C1032E8C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88" name="Trapezoid 149">
              <a:extLst>
                <a:ext uri="{FF2B5EF4-FFF2-40B4-BE49-F238E27FC236}">
                  <a16:creationId xmlns:a16="http://schemas.microsoft.com/office/drawing/2014/main" id="{EE73BC46-7E6E-D21C-AD79-1C6D24E98C6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03E66EE9-E34E-86CD-DBF4-B7AADBBE5990}"/>
              </a:ext>
            </a:extLst>
          </p:cNvPr>
          <p:cNvGrpSpPr/>
          <p:nvPr/>
        </p:nvGrpSpPr>
        <p:grpSpPr>
          <a:xfrm>
            <a:off x="3752762" y="4202060"/>
            <a:ext cx="211053" cy="133563"/>
            <a:chOff x="980943" y="1888785"/>
            <a:chExt cx="271916" cy="172080"/>
          </a:xfrm>
        </p:grpSpPr>
        <p:grpSp>
          <p:nvGrpSpPr>
            <p:cNvPr id="593" name="Group 898">
              <a:extLst>
                <a:ext uri="{FF2B5EF4-FFF2-40B4-BE49-F238E27FC236}">
                  <a16:creationId xmlns:a16="http://schemas.microsoft.com/office/drawing/2014/main" id="{D8AD7BC3-3C02-C47B-8AB8-C7715B2A030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95" name="Rectangle 88">
                <a:extLst>
                  <a:ext uri="{FF2B5EF4-FFF2-40B4-BE49-F238E27FC236}">
                    <a16:creationId xmlns:a16="http://schemas.microsoft.com/office/drawing/2014/main" id="{F197971D-3165-8B88-A028-6CF09562A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6" name="Isosceles Triangle 595">
                <a:extLst>
                  <a:ext uri="{FF2B5EF4-FFF2-40B4-BE49-F238E27FC236}">
                    <a16:creationId xmlns:a16="http://schemas.microsoft.com/office/drawing/2014/main" id="{53085842-9E21-F00B-69EC-F7FD04C0DD2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7" name="Oval 341">
                <a:extLst>
                  <a:ext uri="{FF2B5EF4-FFF2-40B4-BE49-F238E27FC236}">
                    <a16:creationId xmlns:a16="http://schemas.microsoft.com/office/drawing/2014/main" id="{25FE6225-7E2A-F097-FA5B-77828ECAB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94" name="Trapezoid 157">
              <a:extLst>
                <a:ext uri="{FF2B5EF4-FFF2-40B4-BE49-F238E27FC236}">
                  <a16:creationId xmlns:a16="http://schemas.microsoft.com/office/drawing/2014/main" id="{34AEE1FB-BF54-FB44-79CC-25CA1C54678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CC80F21A-96BA-1AC8-CD12-B68E683A932A}"/>
              </a:ext>
            </a:extLst>
          </p:cNvPr>
          <p:cNvGrpSpPr/>
          <p:nvPr/>
        </p:nvGrpSpPr>
        <p:grpSpPr>
          <a:xfrm>
            <a:off x="3883967" y="4234212"/>
            <a:ext cx="211053" cy="133563"/>
            <a:chOff x="980943" y="1888785"/>
            <a:chExt cx="271916" cy="172080"/>
          </a:xfrm>
        </p:grpSpPr>
        <p:grpSp>
          <p:nvGrpSpPr>
            <p:cNvPr id="599" name="Group 898">
              <a:extLst>
                <a:ext uri="{FF2B5EF4-FFF2-40B4-BE49-F238E27FC236}">
                  <a16:creationId xmlns:a16="http://schemas.microsoft.com/office/drawing/2014/main" id="{CE371404-DD90-BA0F-1532-3ACF3B3461BD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1" name="Rectangle 88">
                <a:extLst>
                  <a:ext uri="{FF2B5EF4-FFF2-40B4-BE49-F238E27FC236}">
                    <a16:creationId xmlns:a16="http://schemas.microsoft.com/office/drawing/2014/main" id="{102DDB7D-1026-C08D-BE7D-993D933E3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2" name="Isosceles Triangle 601">
                <a:extLst>
                  <a:ext uri="{FF2B5EF4-FFF2-40B4-BE49-F238E27FC236}">
                    <a16:creationId xmlns:a16="http://schemas.microsoft.com/office/drawing/2014/main" id="{805F68F9-5A2E-2B73-6AFC-3C16870FAC4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3" name="Oval 341">
                <a:extLst>
                  <a:ext uri="{FF2B5EF4-FFF2-40B4-BE49-F238E27FC236}">
                    <a16:creationId xmlns:a16="http://schemas.microsoft.com/office/drawing/2014/main" id="{39214315-327B-3F66-E073-F035BD22A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0" name="Trapezoid 164">
              <a:extLst>
                <a:ext uri="{FF2B5EF4-FFF2-40B4-BE49-F238E27FC236}">
                  <a16:creationId xmlns:a16="http://schemas.microsoft.com/office/drawing/2014/main" id="{1D4F360A-3100-B0C2-0B5E-ACA197FF16B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D81C4FDF-0669-292A-1FC4-C6C704EBD189}"/>
              </a:ext>
            </a:extLst>
          </p:cNvPr>
          <p:cNvGrpSpPr/>
          <p:nvPr/>
        </p:nvGrpSpPr>
        <p:grpSpPr>
          <a:xfrm>
            <a:off x="4013023" y="4268588"/>
            <a:ext cx="211053" cy="133563"/>
            <a:chOff x="980943" y="1888785"/>
            <a:chExt cx="271916" cy="172080"/>
          </a:xfrm>
        </p:grpSpPr>
        <p:grpSp>
          <p:nvGrpSpPr>
            <p:cNvPr id="605" name="Group 898">
              <a:extLst>
                <a:ext uri="{FF2B5EF4-FFF2-40B4-BE49-F238E27FC236}">
                  <a16:creationId xmlns:a16="http://schemas.microsoft.com/office/drawing/2014/main" id="{890CF4B0-F862-4384-D97B-4533C294C656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607" name="Rectangle 88">
                <a:extLst>
                  <a:ext uri="{FF2B5EF4-FFF2-40B4-BE49-F238E27FC236}">
                    <a16:creationId xmlns:a16="http://schemas.microsoft.com/office/drawing/2014/main" id="{E3B2844C-235A-8FF0-47C2-EF4AFFB51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8" name="Isosceles Triangle 607">
                <a:extLst>
                  <a:ext uri="{FF2B5EF4-FFF2-40B4-BE49-F238E27FC236}">
                    <a16:creationId xmlns:a16="http://schemas.microsoft.com/office/drawing/2014/main" id="{DE05D0C1-283D-FB87-DCB9-16A2E091A4F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09" name="Oval 341">
                <a:extLst>
                  <a:ext uri="{FF2B5EF4-FFF2-40B4-BE49-F238E27FC236}">
                    <a16:creationId xmlns:a16="http://schemas.microsoft.com/office/drawing/2014/main" id="{EB22F46C-20FC-42DA-435C-D695DEE73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06" name="Trapezoid 175">
              <a:extLst>
                <a:ext uri="{FF2B5EF4-FFF2-40B4-BE49-F238E27FC236}">
                  <a16:creationId xmlns:a16="http://schemas.microsoft.com/office/drawing/2014/main" id="{084147A3-AED0-59C9-B965-62F507B4558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D1D7AA1C-84BD-9628-BD45-368456F68669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3683016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11" name="Group 254">
            <a:extLst>
              <a:ext uri="{FF2B5EF4-FFF2-40B4-BE49-F238E27FC236}">
                <a16:creationId xmlns:a16="http://schemas.microsoft.com/office/drawing/2014/main" id="{64884474-792C-1BF7-1C33-A2EC65FD8AE9}"/>
              </a:ext>
            </a:extLst>
          </p:cNvPr>
          <p:cNvGrpSpPr>
            <a:grpSpLocks noChangeAspect="1"/>
          </p:cNvGrpSpPr>
          <p:nvPr/>
        </p:nvGrpSpPr>
        <p:grpSpPr>
          <a:xfrm>
            <a:off x="3557935" y="3568488"/>
            <a:ext cx="256616" cy="147672"/>
            <a:chOff x="8421872" y="1904968"/>
            <a:chExt cx="347879" cy="255571"/>
          </a:xfrm>
        </p:grpSpPr>
        <p:sp>
          <p:nvSpPr>
            <p:cNvPr id="612" name="Rectangle 60">
              <a:extLst>
                <a:ext uri="{FF2B5EF4-FFF2-40B4-BE49-F238E27FC236}">
                  <a16:creationId xmlns:a16="http://schemas.microsoft.com/office/drawing/2014/main" id="{B232E753-B8AD-C172-28A8-943826862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3" name="Group 719">
              <a:extLst>
                <a:ext uri="{FF2B5EF4-FFF2-40B4-BE49-F238E27FC236}">
                  <a16:creationId xmlns:a16="http://schemas.microsoft.com/office/drawing/2014/main" id="{BD173AAC-0ABC-9631-D7FA-CE2CBA9E0600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DDE43497-D3A4-D12D-5671-0475CD18870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91DC652F-7C60-FDCA-0738-625363957AE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55E7B072-4581-7F0D-09FF-BA9960B698C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18" name="Straight Connector 617">
                <a:extLst>
                  <a:ext uri="{FF2B5EF4-FFF2-40B4-BE49-F238E27FC236}">
                    <a16:creationId xmlns:a16="http://schemas.microsoft.com/office/drawing/2014/main" id="{CD11D759-D0B8-1957-DF7C-BEC00DAA3F5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14" name="Trapezoid 301">
              <a:extLst>
                <a:ext uri="{FF2B5EF4-FFF2-40B4-BE49-F238E27FC236}">
                  <a16:creationId xmlns:a16="http://schemas.microsoft.com/office/drawing/2014/main" id="{2CE1BFC9-D79F-4603-6F91-59CEFC65392E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EBE2E157-AE20-EFA5-7252-0335F0C7940E}"/>
              </a:ext>
            </a:extLst>
          </p:cNvPr>
          <p:cNvCxnSpPr>
            <a:cxnSpLocks/>
            <a:stCxn id="623" idx="2"/>
            <a:endCxn id="612" idx="0"/>
          </p:cNvCxnSpPr>
          <p:nvPr/>
        </p:nvCxnSpPr>
        <p:spPr>
          <a:xfrm>
            <a:off x="3685507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20" name="Rectangle 135">
            <a:extLst>
              <a:ext uri="{FF2B5EF4-FFF2-40B4-BE49-F238E27FC236}">
                <a16:creationId xmlns:a16="http://schemas.microsoft.com/office/drawing/2014/main" id="{9513A2B5-1F13-02C5-3394-8C9FC4ADC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46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16091B02-D278-D1AE-990B-FAD0C3452831}"/>
              </a:ext>
            </a:extLst>
          </p:cNvPr>
          <p:cNvGrpSpPr/>
          <p:nvPr/>
        </p:nvGrpSpPr>
        <p:grpSpPr>
          <a:xfrm>
            <a:off x="3531465" y="3181568"/>
            <a:ext cx="304284" cy="192585"/>
            <a:chOff x="980945" y="1888766"/>
            <a:chExt cx="271916" cy="172099"/>
          </a:xfrm>
        </p:grpSpPr>
        <p:grpSp>
          <p:nvGrpSpPr>
            <p:cNvPr id="622" name="Group 898">
              <a:extLst>
                <a:ext uri="{FF2B5EF4-FFF2-40B4-BE49-F238E27FC236}">
                  <a16:creationId xmlns:a16="http://schemas.microsoft.com/office/drawing/2014/main" id="{EDB7AC32-0DCA-2B8D-7F05-64A7E8747D8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24" name="Rectangle 88">
                <a:extLst>
                  <a:ext uri="{FF2B5EF4-FFF2-40B4-BE49-F238E27FC236}">
                    <a16:creationId xmlns:a16="http://schemas.microsoft.com/office/drawing/2014/main" id="{A1B84D14-D809-58A7-1E25-1A48BAD60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5" name="Isosceles Triangle 624">
                <a:extLst>
                  <a:ext uri="{FF2B5EF4-FFF2-40B4-BE49-F238E27FC236}">
                    <a16:creationId xmlns:a16="http://schemas.microsoft.com/office/drawing/2014/main" id="{E151C649-A461-8508-D9AC-195B1BC97EC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26" name="Oval 341">
                <a:extLst>
                  <a:ext uri="{FF2B5EF4-FFF2-40B4-BE49-F238E27FC236}">
                    <a16:creationId xmlns:a16="http://schemas.microsoft.com/office/drawing/2014/main" id="{DAFBFE6A-0171-3EB9-3581-09C90B3AC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23" name="Trapezoid 320">
              <a:extLst>
                <a:ext uri="{FF2B5EF4-FFF2-40B4-BE49-F238E27FC236}">
                  <a16:creationId xmlns:a16="http://schemas.microsoft.com/office/drawing/2014/main" id="{B872C641-8377-3A9F-9D97-FBA1866BA68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CAA0196A-4D77-F88B-EB0E-B6F6B4879230}"/>
              </a:ext>
            </a:extLst>
          </p:cNvPr>
          <p:cNvCxnSpPr>
            <a:cxnSpLocks/>
            <a:endCxn id="624" idx="0"/>
          </p:cNvCxnSpPr>
          <p:nvPr/>
        </p:nvCxnSpPr>
        <p:spPr>
          <a:xfrm>
            <a:off x="3677820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53A4E0B-24C9-33CF-1186-1396469378B0}"/>
              </a:ext>
            </a:extLst>
          </p:cNvPr>
          <p:cNvCxnSpPr>
            <a:stCxn id="102" idx="3"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745F0388-9A70-8A07-60AE-B0E5AA269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9A02EBE1-E75F-BD7C-958D-3014AC1DA749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1173AA94-FCE8-913F-D222-86E331A5F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B7ED0CD6-7C5E-DFFD-602C-A0DE805C3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20586E1F-E374-4335-764B-34B9517F0C10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C51FB25B-C8DA-AC06-A0E6-D540C648EBBA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3503C8D1-00DF-F239-920F-F764C4D88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1643538D-9468-5CED-73DB-D85B1ABE4B71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31ED4E60-3D0C-9200-B808-42853BE1CEE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22264533-E570-B270-B8F9-D2C26A98F7E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76CB0245-A7CD-13E5-79D7-7D0896CC61B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AFA99E7D-3234-8A0D-B4F3-61EAEBCD051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C40C25EF-78AF-D0CA-7C6B-5B6DB3493F28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51EF764-C0BE-8CDF-C676-EF32305521AF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DC7706BA-4077-B4CD-BD79-3F593DDF34F5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D8355D63-BED4-5A1B-9243-06B1F0399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BE1129B4-9BB8-8F4A-808B-1C01509FAA6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F1AAD3AB-CEBE-101A-D06E-3CA21DB83D9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C022B7C-0757-C9D7-9100-A7896DF7631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DBDDDB71-7D4C-763B-BFD5-2BF893BF53D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612BFD5-C4F4-A002-4786-795C9C3ABAE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15F83D75-315E-9474-7A60-084777933AAF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3DF31-318D-E545-185F-00D98F5CB24F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10E9C96-1A6B-04FB-7536-21D49CF4C6A2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A5C3519-3B06-F413-1586-F279160C8854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CFD770FE-C1E3-574C-595F-4C9FE1AC39C5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F58303B8-5458-4033-E8CF-63292323F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4325EF24-B331-5B05-A18B-8D8DE6EDF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80E09D1C-51B5-F614-2367-F0DDFA453EA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1E06B140-26E4-C605-D064-B9E6FC489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8EEA4E6A-8189-01E7-1CE0-209C28C8356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6A21657-C500-ACC5-C30F-D97C6AE9D87F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4827D911-DB82-C9D1-151A-4BB8A3FCB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C1F56E95-8C26-9C19-AA5B-81FE5AA09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BEB1D756-9B2C-F353-AB7C-E9937666A40F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FA06E70-165F-2522-E034-272EF9213EFD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4D972FE-4FFA-DA84-6210-78AA96CDC1D7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E4CAFE6-A09D-4165-5B22-4AF0B6FC97D4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268A8F8-439B-558B-9689-E8471F743134}"/>
              </a:ext>
            </a:extLst>
          </p:cNvPr>
          <p:cNvCxnSpPr>
            <a:cxnSpLocks/>
            <a:stCxn id="132" idx="0"/>
            <a:endCxn id="299" idx="2"/>
          </p:cNvCxnSpPr>
          <p:nvPr/>
        </p:nvCxnSpPr>
        <p:spPr>
          <a:xfrm flipH="1" flipV="1">
            <a:off x="8712331" y="3716160"/>
            <a:ext cx="886701" cy="20032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>
            <a:extLst>
              <a:ext uri="{FF2B5EF4-FFF2-40B4-BE49-F238E27FC236}">
                <a16:creationId xmlns:a16="http://schemas.microsoft.com/office/drawing/2014/main" id="{82AE0A26-10AA-B6F8-FF9D-1F17E81D86C3}"/>
              </a:ext>
            </a:extLst>
          </p:cNvPr>
          <p:cNvSpPr txBox="1"/>
          <p:nvPr/>
        </p:nvSpPr>
        <p:spPr>
          <a:xfrm>
            <a:off x="4939587" y="5934234"/>
            <a:ext cx="3491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Standard TAPI modelling… </a:t>
            </a:r>
          </a:p>
          <a:p>
            <a:r>
              <a:rPr lang="en-GB" sz="1200" dirty="0">
                <a:solidFill>
                  <a:srgbClr val="FF0000"/>
                </a:solidFill>
              </a:rPr>
              <a:t>Internal structure ignored</a:t>
            </a:r>
          </a:p>
          <a:p>
            <a:r>
              <a:rPr lang="en-GB" sz="1200" dirty="0">
                <a:solidFill>
                  <a:srgbClr val="FF0000"/>
                </a:solidFill>
              </a:rPr>
              <a:t>Ethernet projected to edge</a:t>
            </a: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145" name="Rectangle 135">
            <a:extLst>
              <a:ext uri="{FF2B5EF4-FFF2-40B4-BE49-F238E27FC236}">
                <a16:creationId xmlns:a16="http://schemas.microsoft.com/office/drawing/2014/main" id="{3BB0793A-82F9-54B0-71FE-A63E03A24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B35CF8E3-91BD-0470-00AE-AF9BABAC5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5" name="Rectangle 135">
            <a:extLst>
              <a:ext uri="{FF2B5EF4-FFF2-40B4-BE49-F238E27FC236}">
                <a16:creationId xmlns:a16="http://schemas.microsoft.com/office/drawing/2014/main" id="{7A82F546-7900-0FF3-A273-A86CB33D2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853" y="3914699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70C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Internal detail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72" name="Rectangle: Rounded Corners 671">
            <a:extLst>
              <a:ext uri="{FF2B5EF4-FFF2-40B4-BE49-F238E27FC236}">
                <a16:creationId xmlns:a16="http://schemas.microsoft.com/office/drawing/2014/main" id="{EC0752A3-5C1E-6490-EEE1-287091400998}"/>
              </a:ext>
            </a:extLst>
          </p:cNvPr>
          <p:cNvSpPr/>
          <p:nvPr/>
        </p:nvSpPr>
        <p:spPr>
          <a:xfrm>
            <a:off x="8423013" y="2602908"/>
            <a:ext cx="1657545" cy="30422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3" name="Rectangle: Rounded Corners 672">
            <a:extLst>
              <a:ext uri="{FF2B5EF4-FFF2-40B4-BE49-F238E27FC236}">
                <a16:creationId xmlns:a16="http://schemas.microsoft.com/office/drawing/2014/main" id="{DC8A8F8E-C94A-83A0-9B7D-FDD9A73A43E8}"/>
              </a:ext>
            </a:extLst>
          </p:cNvPr>
          <p:cNvSpPr/>
          <p:nvPr/>
        </p:nvSpPr>
        <p:spPr>
          <a:xfrm>
            <a:off x="2881258" y="1763038"/>
            <a:ext cx="1698973" cy="8287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74" name="Group 254">
            <a:extLst>
              <a:ext uri="{FF2B5EF4-FFF2-40B4-BE49-F238E27FC236}">
                <a16:creationId xmlns:a16="http://schemas.microsoft.com/office/drawing/2014/main" id="{EFA174C2-7D45-43A0-C5D1-C2120C69C2B5}"/>
              </a:ext>
            </a:extLst>
          </p:cNvPr>
          <p:cNvGrpSpPr>
            <a:grpSpLocks noChangeAspect="1"/>
          </p:cNvGrpSpPr>
          <p:nvPr/>
        </p:nvGrpSpPr>
        <p:grpSpPr>
          <a:xfrm>
            <a:off x="8578236" y="2190858"/>
            <a:ext cx="256616" cy="147672"/>
            <a:chOff x="8421872" y="1904968"/>
            <a:chExt cx="347879" cy="255571"/>
          </a:xfrm>
        </p:grpSpPr>
        <p:sp>
          <p:nvSpPr>
            <p:cNvPr id="675" name="Rectangle 60">
              <a:extLst>
                <a:ext uri="{FF2B5EF4-FFF2-40B4-BE49-F238E27FC236}">
                  <a16:creationId xmlns:a16="http://schemas.microsoft.com/office/drawing/2014/main" id="{29CE4DF2-6B8C-B515-7055-2111AB124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76" name="Group 719">
              <a:extLst>
                <a:ext uri="{FF2B5EF4-FFF2-40B4-BE49-F238E27FC236}">
                  <a16:creationId xmlns:a16="http://schemas.microsoft.com/office/drawing/2014/main" id="{D95FE651-9E19-AAF7-D8CA-1ADA4CBFA99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78" name="Straight Connector 677">
                <a:extLst>
                  <a:ext uri="{FF2B5EF4-FFF2-40B4-BE49-F238E27FC236}">
                    <a16:creationId xmlns:a16="http://schemas.microsoft.com/office/drawing/2014/main" id="{C485348F-523B-4EF1-60D2-6F36783D94D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79" name="Straight Connector 678">
                <a:extLst>
                  <a:ext uri="{FF2B5EF4-FFF2-40B4-BE49-F238E27FC236}">
                    <a16:creationId xmlns:a16="http://schemas.microsoft.com/office/drawing/2014/main" id="{1B0805E9-9FB8-3E71-29D1-DC5139EF0B7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80" name="Straight Connector 679">
                <a:extLst>
                  <a:ext uri="{FF2B5EF4-FFF2-40B4-BE49-F238E27FC236}">
                    <a16:creationId xmlns:a16="http://schemas.microsoft.com/office/drawing/2014/main" id="{292535AD-71C9-3760-5125-944A54C392E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81" name="Straight Connector 680">
                <a:extLst>
                  <a:ext uri="{FF2B5EF4-FFF2-40B4-BE49-F238E27FC236}">
                    <a16:creationId xmlns:a16="http://schemas.microsoft.com/office/drawing/2014/main" id="{A1D8A5EE-5107-71EE-BBBC-DFA4874E103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77" name="Trapezoid 301">
              <a:extLst>
                <a:ext uri="{FF2B5EF4-FFF2-40B4-BE49-F238E27FC236}">
                  <a16:creationId xmlns:a16="http://schemas.microsoft.com/office/drawing/2014/main" id="{FB108A3D-4DB0-EA45-360C-88581781D29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82" name="Group 681">
            <a:extLst>
              <a:ext uri="{FF2B5EF4-FFF2-40B4-BE49-F238E27FC236}">
                <a16:creationId xmlns:a16="http://schemas.microsoft.com/office/drawing/2014/main" id="{54FBAF9A-E816-4324-A75A-3E103C1C36F9}"/>
              </a:ext>
            </a:extLst>
          </p:cNvPr>
          <p:cNvGrpSpPr/>
          <p:nvPr/>
        </p:nvGrpSpPr>
        <p:grpSpPr>
          <a:xfrm>
            <a:off x="8551766" y="1845128"/>
            <a:ext cx="304284" cy="192585"/>
            <a:chOff x="980945" y="1888766"/>
            <a:chExt cx="271916" cy="172099"/>
          </a:xfrm>
        </p:grpSpPr>
        <p:grpSp>
          <p:nvGrpSpPr>
            <p:cNvPr id="683" name="Group 898">
              <a:extLst>
                <a:ext uri="{FF2B5EF4-FFF2-40B4-BE49-F238E27FC236}">
                  <a16:creationId xmlns:a16="http://schemas.microsoft.com/office/drawing/2014/main" id="{F8F6E88A-B8F9-EA67-041F-0DEE12C4F7C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85" name="Rectangle 88">
                <a:extLst>
                  <a:ext uri="{FF2B5EF4-FFF2-40B4-BE49-F238E27FC236}">
                    <a16:creationId xmlns:a16="http://schemas.microsoft.com/office/drawing/2014/main" id="{B6C9EB1A-8B8A-CA61-8661-ECFE26C97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86" name="Isosceles Triangle 685">
                <a:extLst>
                  <a:ext uri="{FF2B5EF4-FFF2-40B4-BE49-F238E27FC236}">
                    <a16:creationId xmlns:a16="http://schemas.microsoft.com/office/drawing/2014/main" id="{A53E621F-34FF-E595-2D19-36AF9165CA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87" name="Oval 341">
                <a:extLst>
                  <a:ext uri="{FF2B5EF4-FFF2-40B4-BE49-F238E27FC236}">
                    <a16:creationId xmlns:a16="http://schemas.microsoft.com/office/drawing/2014/main" id="{FAF18EA6-63A4-B44D-D00F-C695583B5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84" name="Trapezoid 320">
              <a:extLst>
                <a:ext uri="{FF2B5EF4-FFF2-40B4-BE49-F238E27FC236}">
                  <a16:creationId xmlns:a16="http://schemas.microsoft.com/office/drawing/2014/main" id="{AE30FDE9-E524-AF72-7A50-1F3E3E46488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88" name="Rectangle: Rounded Corners 687">
            <a:extLst>
              <a:ext uri="{FF2B5EF4-FFF2-40B4-BE49-F238E27FC236}">
                <a16:creationId xmlns:a16="http://schemas.microsoft.com/office/drawing/2014/main" id="{2AF9ED96-1202-72A1-7166-4F49A074389B}"/>
              </a:ext>
            </a:extLst>
          </p:cNvPr>
          <p:cNvSpPr/>
          <p:nvPr/>
        </p:nvSpPr>
        <p:spPr>
          <a:xfrm>
            <a:off x="8341569" y="1763038"/>
            <a:ext cx="1698973" cy="8444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9" name="Arrow: Right 688">
            <a:extLst>
              <a:ext uri="{FF2B5EF4-FFF2-40B4-BE49-F238E27FC236}">
                <a16:creationId xmlns:a16="http://schemas.microsoft.com/office/drawing/2014/main" id="{A17ECAD4-7C9D-EB83-99E5-0951901EFFBF}"/>
              </a:ext>
            </a:extLst>
          </p:cNvPr>
          <p:cNvSpPr/>
          <p:nvPr/>
        </p:nvSpPr>
        <p:spPr>
          <a:xfrm>
            <a:off x="4654378" y="1893900"/>
            <a:ext cx="3574011" cy="3954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Projection</a:t>
            </a:r>
          </a:p>
        </p:txBody>
      </p:sp>
      <p:grpSp>
        <p:nvGrpSpPr>
          <p:cNvPr id="700" name="Group 699">
            <a:extLst>
              <a:ext uri="{FF2B5EF4-FFF2-40B4-BE49-F238E27FC236}">
                <a16:creationId xmlns:a16="http://schemas.microsoft.com/office/drawing/2014/main" id="{6A35087E-4579-1558-76C1-EAF6E876E253}"/>
              </a:ext>
            </a:extLst>
          </p:cNvPr>
          <p:cNvGrpSpPr/>
          <p:nvPr/>
        </p:nvGrpSpPr>
        <p:grpSpPr>
          <a:xfrm>
            <a:off x="8564843" y="2479395"/>
            <a:ext cx="304284" cy="192585"/>
            <a:chOff x="980945" y="1888766"/>
            <a:chExt cx="271916" cy="172099"/>
          </a:xfrm>
        </p:grpSpPr>
        <p:grpSp>
          <p:nvGrpSpPr>
            <p:cNvPr id="701" name="Group 898">
              <a:extLst>
                <a:ext uri="{FF2B5EF4-FFF2-40B4-BE49-F238E27FC236}">
                  <a16:creationId xmlns:a16="http://schemas.microsoft.com/office/drawing/2014/main" id="{A1357650-65A4-2FB5-233D-2FA96BD6365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03" name="Rectangle 88">
                <a:extLst>
                  <a:ext uri="{FF2B5EF4-FFF2-40B4-BE49-F238E27FC236}">
                    <a16:creationId xmlns:a16="http://schemas.microsoft.com/office/drawing/2014/main" id="{4DEA4413-98A2-1C61-2BB7-7A4569896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92" name="Isosceles Triangle 191">
                <a:extLst>
                  <a:ext uri="{FF2B5EF4-FFF2-40B4-BE49-F238E27FC236}">
                    <a16:creationId xmlns:a16="http://schemas.microsoft.com/office/drawing/2014/main" id="{A28FA3DB-7535-C79F-EC1F-647A68A384D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93" name="Oval 341">
                <a:extLst>
                  <a:ext uri="{FF2B5EF4-FFF2-40B4-BE49-F238E27FC236}">
                    <a16:creationId xmlns:a16="http://schemas.microsoft.com/office/drawing/2014/main" id="{9E266EF2-6F8D-2F14-72A6-1C6FDAE76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02" name="Trapezoid 320">
              <a:extLst>
                <a:ext uri="{FF2B5EF4-FFF2-40B4-BE49-F238E27FC236}">
                  <a16:creationId xmlns:a16="http://schemas.microsoft.com/office/drawing/2014/main" id="{1B3DA3B3-7E94-9ACB-012C-9065C6A01EE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1CC441D7-6EDD-CAD0-A248-C79F1005A0D4}"/>
              </a:ext>
            </a:extLst>
          </p:cNvPr>
          <p:cNvSpPr/>
          <p:nvPr/>
        </p:nvSpPr>
        <p:spPr>
          <a:xfrm>
            <a:off x="2752387" y="2570420"/>
            <a:ext cx="5486302" cy="2418932"/>
          </a:xfrm>
          <a:prstGeom prst="roundRect">
            <a:avLst>
              <a:gd name="adj" fmla="val 0"/>
            </a:avLst>
          </a:prstGeom>
          <a:solidFill>
            <a:srgbClr val="DBE7F5">
              <a:alpha val="5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Rectangle 135">
            <a:extLst>
              <a:ext uri="{FF2B5EF4-FFF2-40B4-BE49-F238E27FC236}">
                <a16:creationId xmlns:a16="http://schemas.microsoft.com/office/drawing/2014/main" id="{DEA29BF9-F109-C7DF-49F0-9CEF6AB21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8490" y="2759045"/>
            <a:ext cx="345359" cy="12311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B0F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TAPI</a:t>
            </a:r>
            <a:endParaRPr lang="en-GB" sz="800" kern="0" dirty="0">
              <a:solidFill>
                <a:srgbClr val="00B0F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96" name="Rectangle 135">
            <a:extLst>
              <a:ext uri="{FF2B5EF4-FFF2-40B4-BE49-F238E27FC236}">
                <a16:creationId xmlns:a16="http://schemas.microsoft.com/office/drawing/2014/main" id="{CE925F15-3DFB-CF84-4A7B-C88F4731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8490" y="2009695"/>
            <a:ext cx="345359" cy="12311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B0F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IETF</a:t>
            </a:r>
            <a:endParaRPr lang="en-GB" sz="800" kern="0" dirty="0">
              <a:solidFill>
                <a:srgbClr val="00B0F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9" name="Rectangle 135">
            <a:extLst>
              <a:ext uri="{FF2B5EF4-FFF2-40B4-BE49-F238E27FC236}">
                <a16:creationId xmlns:a16="http://schemas.microsoft.com/office/drawing/2014/main" id="{AAABFCA5-21EF-199C-D58E-9D7CCABAE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273" y="2409240"/>
            <a:ext cx="9891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IETF-TAPI Linkage (peer)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128" name="Group 254">
            <a:extLst>
              <a:ext uri="{FF2B5EF4-FFF2-40B4-BE49-F238E27FC236}">
                <a16:creationId xmlns:a16="http://schemas.microsoft.com/office/drawing/2014/main" id="{9C90247D-FC81-9CB8-240B-3E8FA54A0815}"/>
              </a:ext>
            </a:extLst>
          </p:cNvPr>
          <p:cNvGrpSpPr>
            <a:grpSpLocks noChangeAspect="1"/>
          </p:cNvGrpSpPr>
          <p:nvPr/>
        </p:nvGrpSpPr>
        <p:grpSpPr>
          <a:xfrm>
            <a:off x="3549511" y="2879893"/>
            <a:ext cx="256616" cy="147672"/>
            <a:chOff x="8421872" y="1904968"/>
            <a:chExt cx="347879" cy="255571"/>
          </a:xfrm>
        </p:grpSpPr>
        <p:sp>
          <p:nvSpPr>
            <p:cNvPr id="148" name="Rectangle 60">
              <a:extLst>
                <a:ext uri="{FF2B5EF4-FFF2-40B4-BE49-F238E27FC236}">
                  <a16:creationId xmlns:a16="http://schemas.microsoft.com/office/drawing/2014/main" id="{40F0D0BC-4120-3690-890B-7E45BE7DC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149" name="Group 719">
              <a:extLst>
                <a:ext uri="{FF2B5EF4-FFF2-40B4-BE49-F238E27FC236}">
                  <a16:creationId xmlns:a16="http://schemas.microsoft.com/office/drawing/2014/main" id="{A5DF8C2A-88AF-10E7-DE29-0463A73A67D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A963040D-B8B4-AB55-2D71-D4850C684C6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91CC51D9-AF9C-68F2-0ADD-04D513B5CC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583122B3-5799-A6D5-F13D-37B5547134E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9A51D495-F2B0-FCF0-88AB-BA708B282E2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50" name="Trapezoid 396">
              <a:extLst>
                <a:ext uri="{FF2B5EF4-FFF2-40B4-BE49-F238E27FC236}">
                  <a16:creationId xmlns:a16="http://schemas.microsoft.com/office/drawing/2014/main" id="{6437153B-6F59-38E4-F87C-598AE53D54BF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55" name="Rectangle 135">
            <a:extLst>
              <a:ext uri="{FF2B5EF4-FFF2-40B4-BE49-F238E27FC236}">
                <a16:creationId xmlns:a16="http://schemas.microsoft.com/office/drawing/2014/main" id="{DFF260C1-CD3B-BDCC-89BD-96140D15B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314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56" name="Rectangle 135">
            <a:extLst>
              <a:ext uri="{FF2B5EF4-FFF2-40B4-BE49-F238E27FC236}">
                <a16:creationId xmlns:a16="http://schemas.microsoft.com/office/drawing/2014/main" id="{F9063193-9CC9-7280-3C97-6CF7747F7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575" y="1940416"/>
            <a:ext cx="62969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Ethernet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57" name="Rectangle 60">
            <a:extLst>
              <a:ext uri="{FF2B5EF4-FFF2-40B4-BE49-F238E27FC236}">
                <a16:creationId xmlns:a16="http://schemas.microsoft.com/office/drawing/2014/main" id="{015BF58B-1FCA-B7EC-A3C1-3D3A3769A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550" y="287070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58" name="Flowchart: Process 157">
            <a:extLst>
              <a:ext uri="{FF2B5EF4-FFF2-40B4-BE49-F238E27FC236}">
                <a16:creationId xmlns:a16="http://schemas.microsoft.com/office/drawing/2014/main" id="{333B1B98-01E2-92C1-1740-4B920B6B0AAB}"/>
              </a:ext>
            </a:extLst>
          </p:cNvPr>
          <p:cNvSpPr/>
          <p:nvPr/>
        </p:nvSpPr>
        <p:spPr>
          <a:xfrm>
            <a:off x="3602610" y="2923847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lowchart: Process 158">
            <a:extLst>
              <a:ext uri="{FF2B5EF4-FFF2-40B4-BE49-F238E27FC236}">
                <a16:creationId xmlns:a16="http://schemas.microsoft.com/office/drawing/2014/main" id="{E5391ED8-94D7-F33F-A485-E8CCBFDA8AF8}"/>
              </a:ext>
            </a:extLst>
          </p:cNvPr>
          <p:cNvSpPr/>
          <p:nvPr/>
        </p:nvSpPr>
        <p:spPr>
          <a:xfrm>
            <a:off x="3602592" y="2923847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68858223-A812-0704-7CF8-FBE2572EED55}"/>
              </a:ext>
            </a:extLst>
          </p:cNvPr>
          <p:cNvCxnSpPr>
            <a:cxnSpLocks/>
            <a:stCxn id="161" idx="2"/>
            <a:endCxn id="157" idx="1"/>
          </p:cNvCxnSpPr>
          <p:nvPr/>
        </p:nvCxnSpPr>
        <p:spPr>
          <a:xfrm>
            <a:off x="3101581" y="2554795"/>
            <a:ext cx="406969" cy="421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B3EDD52-2F8F-9587-29D5-DF8D9025A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985" y="2334851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2DAFADB-DD82-B326-E8BD-6ABF920F9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310" y="2366149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63" name="Flowchart: Process 162">
            <a:extLst>
              <a:ext uri="{FF2B5EF4-FFF2-40B4-BE49-F238E27FC236}">
                <a16:creationId xmlns:a16="http://schemas.microsoft.com/office/drawing/2014/main" id="{36437FA3-9309-BB5E-63BE-61CF4F3C9F10}"/>
              </a:ext>
            </a:extLst>
          </p:cNvPr>
          <p:cNvSpPr/>
          <p:nvPr/>
        </p:nvSpPr>
        <p:spPr>
          <a:xfrm>
            <a:off x="3028514" y="2403556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35">
            <a:extLst>
              <a:ext uri="{FF2B5EF4-FFF2-40B4-BE49-F238E27FC236}">
                <a16:creationId xmlns:a16="http://schemas.microsoft.com/office/drawing/2014/main" id="{57C02850-455E-7BAE-8F7A-1382DE02D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273" y="2390283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BB1615D6-29CE-D261-0AA9-9B598F34540C}"/>
              </a:ext>
            </a:extLst>
          </p:cNvPr>
          <p:cNvCxnSpPr>
            <a:cxnSpLocks/>
            <a:stCxn id="166" idx="2"/>
            <a:endCxn id="157" idx="0"/>
          </p:cNvCxnSpPr>
          <p:nvPr/>
        </p:nvCxnSpPr>
        <p:spPr>
          <a:xfrm>
            <a:off x="3692416" y="2401873"/>
            <a:ext cx="0" cy="46883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66" name="Rectangle 60">
            <a:extLst>
              <a:ext uri="{FF2B5EF4-FFF2-40B4-BE49-F238E27FC236}">
                <a16:creationId xmlns:a16="http://schemas.microsoft.com/office/drawing/2014/main" id="{ED5479AB-C87F-CF00-C7FB-A20E61946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550" y="219025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67" name="Flowchart: Process 166">
            <a:extLst>
              <a:ext uri="{FF2B5EF4-FFF2-40B4-BE49-F238E27FC236}">
                <a16:creationId xmlns:a16="http://schemas.microsoft.com/office/drawing/2014/main" id="{70495E2C-34D3-46A8-D9E1-D2E3358027EC}"/>
              </a:ext>
            </a:extLst>
          </p:cNvPr>
          <p:cNvSpPr/>
          <p:nvPr/>
        </p:nvSpPr>
        <p:spPr>
          <a:xfrm>
            <a:off x="3602592" y="2243400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18C82F1A-1A1D-A23D-8D82-DEE9DC1471B3}"/>
              </a:ext>
            </a:extLst>
          </p:cNvPr>
          <p:cNvCxnSpPr>
            <a:cxnSpLocks/>
            <a:stCxn id="169" idx="2"/>
            <a:endCxn id="166" idx="1"/>
          </p:cNvCxnSpPr>
          <p:nvPr/>
        </p:nvCxnSpPr>
        <p:spPr>
          <a:xfrm>
            <a:off x="3101581" y="2071574"/>
            <a:ext cx="406969" cy="2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B8DF08B-A4E3-7B75-4BC4-6EEFBD528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985" y="1851630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020ADC7-FBE0-0E4E-C3BE-30837E7C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310" y="1882928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1" name="Flowchart: Process 170">
            <a:extLst>
              <a:ext uri="{FF2B5EF4-FFF2-40B4-BE49-F238E27FC236}">
                <a16:creationId xmlns:a16="http://schemas.microsoft.com/office/drawing/2014/main" id="{63229BAB-B2DE-3453-CEBC-99AB23EFEA05}"/>
              </a:ext>
            </a:extLst>
          </p:cNvPr>
          <p:cNvSpPr/>
          <p:nvPr/>
        </p:nvSpPr>
        <p:spPr>
          <a:xfrm>
            <a:off x="3028514" y="1920335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642F054-AC33-0D19-DF5B-AA0630D101BC}"/>
              </a:ext>
            </a:extLst>
          </p:cNvPr>
          <p:cNvCxnSpPr>
            <a:cxnSpLocks/>
            <a:stCxn id="169" idx="2"/>
            <a:endCxn id="161" idx="0"/>
          </p:cNvCxnSpPr>
          <p:nvPr/>
        </p:nvCxnSpPr>
        <p:spPr>
          <a:xfrm>
            <a:off x="3101581" y="2071574"/>
            <a:ext cx="0" cy="263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39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EA03-EDA6-A9BB-538A-3A54FE1F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B9CBD9A8-4E17-DA63-46BE-0F057CBC5449}"/>
              </a:ext>
            </a:extLst>
          </p:cNvPr>
          <p:cNvSpPr/>
          <p:nvPr/>
        </p:nvSpPr>
        <p:spPr>
          <a:xfrm>
            <a:off x="1573427" y="815546"/>
            <a:ext cx="9130181" cy="5080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8A25D27-B028-FC3E-B839-8A5039EC27E7}"/>
              </a:ext>
            </a:extLst>
          </p:cNvPr>
          <p:cNvSpPr/>
          <p:nvPr/>
        </p:nvSpPr>
        <p:spPr>
          <a:xfrm>
            <a:off x="1780936" y="1257986"/>
            <a:ext cx="3807520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FE49808B-B339-6CD1-73D9-AB3A73AD6941}"/>
              </a:ext>
            </a:extLst>
          </p:cNvPr>
          <p:cNvSpPr/>
          <p:nvPr/>
        </p:nvSpPr>
        <p:spPr>
          <a:xfrm>
            <a:off x="6177168" y="1257986"/>
            <a:ext cx="440093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39B0B3-47C0-DC26-9E9C-D97604DC96CB}"/>
              </a:ext>
            </a:extLst>
          </p:cNvPr>
          <p:cNvSpPr/>
          <p:nvPr/>
        </p:nvSpPr>
        <p:spPr>
          <a:xfrm flipV="1">
            <a:off x="6464167" y="3919755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953DA3B1-A35A-3C56-846B-60A59FEB2672}"/>
              </a:ext>
            </a:extLst>
          </p:cNvPr>
          <p:cNvSpPr/>
          <p:nvPr/>
        </p:nvSpPr>
        <p:spPr>
          <a:xfrm>
            <a:off x="2817348" y="1950364"/>
            <a:ext cx="1668730" cy="380777"/>
          </a:xfrm>
          <a:prstGeom prst="rect">
            <a:avLst/>
          </a:prstGeom>
          <a:solidFill>
            <a:srgbClr val="FFFF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Router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1AF9B-2DB6-4291-A829-99C5ABD336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 - </a:t>
            </a:r>
            <a:r>
              <a:rPr lang="en-US" sz="2800" dirty="0"/>
              <a:t>400G carried over a ZR400 payload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9E69AFC0-BB87-9D94-2896-BF01FBA40511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8712331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88219243-A5FA-3C95-BF3F-8CA2B4EF5082}"/>
              </a:ext>
            </a:extLst>
          </p:cNvPr>
          <p:cNvGrpSpPr/>
          <p:nvPr/>
        </p:nvGrpSpPr>
        <p:grpSpPr>
          <a:xfrm>
            <a:off x="8587058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614CD53A-E84D-935D-A69C-22BD65DBB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F6E1AEEB-2F19-E62B-043B-605811E51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698255DA-ABF3-04B3-B617-FCBAF1B9129C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E85B67AF-ED70-3176-7B29-CD9591D208E4}"/>
              </a:ext>
            </a:extLst>
          </p:cNvPr>
          <p:cNvGrpSpPr>
            <a:grpSpLocks noChangeAspect="1"/>
          </p:cNvGrpSpPr>
          <p:nvPr/>
        </p:nvGrpSpPr>
        <p:grpSpPr>
          <a:xfrm>
            <a:off x="8582996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848884DE-AFA3-70E8-1F35-9FF7A57E3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6ED12C6B-DB38-65AC-C51C-EA1A5F123CEE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7EA358E1-4398-7540-ED87-9CCF1B3503F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F528130C-B613-FD33-F4E3-B168D98B96E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585F24D0-CCBE-9CD2-7388-9F0B8B8D2CC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5E878529-90D3-0E75-1761-D8626218B3C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F8153C06-BA0E-4942-221C-61A086C6ED6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49D3CC80-AA34-24EB-4E90-6A9B0F169961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8711305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B5878C40-ED87-BCC5-AC6F-8E05F12C759A}"/>
              </a:ext>
            </a:extLst>
          </p:cNvPr>
          <p:cNvGrpSpPr>
            <a:grpSpLocks noChangeAspect="1"/>
          </p:cNvGrpSpPr>
          <p:nvPr/>
        </p:nvGrpSpPr>
        <p:grpSpPr>
          <a:xfrm>
            <a:off x="8590707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B936F53C-6A80-CD2A-BC1B-4A58268BB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B528095D-078C-640B-1D1D-A3D12677506B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F6855ADE-14DB-04B1-D5F9-355A3C66A65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F80129D2-AB9C-BB74-E1F5-508239CDC63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17B6BD03-0F60-E970-23D2-0A71C7E023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3946E018-F3F5-3229-0E2E-5FC2C95EA81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5B1DC84C-116B-7176-43CF-AFDD39FA3065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8C9858C5-170C-1FA4-2FE8-545F3E7FBD03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8713559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8A51D7E6-DC16-6497-BB59-9329AB026C2A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8718473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2907D82-2621-5E88-021E-57262A55DA2A}"/>
              </a:ext>
            </a:extLst>
          </p:cNvPr>
          <p:cNvGrpSpPr/>
          <p:nvPr/>
        </p:nvGrpSpPr>
        <p:grpSpPr>
          <a:xfrm>
            <a:off x="8570081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9957B995-07EE-330C-37C5-E396D6444D76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D1970691-B1A9-D23E-C17E-870BDBDFF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93C27060-2856-0E47-8630-8C5EF536B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E3BFB839-10AD-5FE8-7DB6-0F57312B4EB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75E16A48-8FA8-C22B-CF18-AFDDD0D50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7F76EBC6-DA32-1E46-E393-C190276A96C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C9EAA76B-F1ED-834C-C8B3-697AE4157F20}"/>
              </a:ext>
            </a:extLst>
          </p:cNvPr>
          <p:cNvGrpSpPr>
            <a:grpSpLocks noChangeAspect="1"/>
          </p:cNvGrpSpPr>
          <p:nvPr/>
        </p:nvGrpSpPr>
        <p:grpSpPr>
          <a:xfrm>
            <a:off x="8584023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69C1DAB9-006E-09FF-2F9B-7D8A1D822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B0AB5A3F-7C9E-C836-9E05-8C7156E627D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0D1396FC-C02A-4ACD-4562-38F527D9313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026BF522-A98A-2D76-1FF2-EB6054AC376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ADAF0B8F-4AE2-CE54-0D2C-DDDA764FCEA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8F120636-5C4C-F824-C67F-DE6CE4B6A55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84E4852F-36A0-F88C-29EE-A6BE02C3FEC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6B8C7807-A65C-7E40-EADD-77E4EBDD77AE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8711595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2" name="Rectangle 311">
            <a:extLst>
              <a:ext uri="{FF2B5EF4-FFF2-40B4-BE49-F238E27FC236}">
                <a16:creationId xmlns:a16="http://schemas.microsoft.com/office/drawing/2014/main" id="{29A44454-746B-074E-334E-7725015757D1}"/>
              </a:ext>
            </a:extLst>
          </p:cNvPr>
          <p:cNvSpPr/>
          <p:nvPr/>
        </p:nvSpPr>
        <p:spPr>
          <a:xfrm>
            <a:off x="8706996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72EC412D-E264-66C4-A1F5-48E27608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525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655FAE08-F8EE-F4F4-6A94-12E8DA0CD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050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8C1B82D0-D2F3-5036-3992-42329C9458A4}"/>
              </a:ext>
            </a:extLst>
          </p:cNvPr>
          <p:cNvSpPr/>
          <p:nvPr/>
        </p:nvSpPr>
        <p:spPr>
          <a:xfrm>
            <a:off x="11046290" y="530341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3BC559A2-9CE2-DB97-CD60-61076EDFD46A}"/>
              </a:ext>
            </a:extLst>
          </p:cNvPr>
          <p:cNvSpPr txBox="1"/>
          <p:nvPr/>
        </p:nvSpPr>
        <p:spPr>
          <a:xfrm>
            <a:off x="10946304" y="542816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40082AC4-DA51-CB11-E2D4-6D99603C525E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 flipV="1">
            <a:off x="8839612" y="5162381"/>
            <a:ext cx="2206678" cy="22887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1B0A4445-8D9E-4977-2505-3AD6F091A736}"/>
              </a:ext>
            </a:extLst>
          </p:cNvPr>
          <p:cNvGrpSpPr/>
          <p:nvPr/>
        </p:nvGrpSpPr>
        <p:grpSpPr>
          <a:xfrm>
            <a:off x="8557553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0B874EB9-89F6-CBBC-8DAF-98DFE7F3A83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F3905974-E7EA-2C5C-3FDB-AB2DFF16B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CB418304-C862-4F3C-7379-F6A81126BEE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5013B1B3-238F-BD2F-655D-BD660D12F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8D766BD1-A9AB-23F1-E7C5-B535894CB7A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84" name="Rectangle 383">
            <a:extLst>
              <a:ext uri="{FF2B5EF4-FFF2-40B4-BE49-F238E27FC236}">
                <a16:creationId xmlns:a16="http://schemas.microsoft.com/office/drawing/2014/main" id="{9BFE1075-700F-AA86-C865-22FD2CC89391}"/>
              </a:ext>
            </a:extLst>
          </p:cNvPr>
          <p:cNvSpPr/>
          <p:nvPr/>
        </p:nvSpPr>
        <p:spPr>
          <a:xfrm>
            <a:off x="8808941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B812FD1A-9AFD-996D-E5BA-DF466742EE0F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8703908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9796DB6D-06E6-9BB1-0A2A-1D750F01654E}"/>
              </a:ext>
            </a:extLst>
          </p:cNvPr>
          <p:cNvGrpSpPr>
            <a:grpSpLocks noChangeAspect="1"/>
          </p:cNvGrpSpPr>
          <p:nvPr/>
        </p:nvGrpSpPr>
        <p:grpSpPr>
          <a:xfrm>
            <a:off x="8575599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A8D06692-291B-4E8D-0245-45FC78FEB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C8932815-57A5-C135-3D8F-FC9EC1546C1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B368032-6674-2C00-515E-1F7B8736B37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4C905B11-A8F0-2EFE-A55F-25D0CFA9B7C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B3ED5A46-778A-BF7F-5E4E-28C03112EC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A7FF22BE-D734-75F9-B660-9122C2B0D8F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5EB5613D-0E36-22A5-75EA-F941B9BDD727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41" name="Rectangle 135">
            <a:extLst>
              <a:ext uri="{FF2B5EF4-FFF2-40B4-BE49-F238E27FC236}">
                <a16:creationId xmlns:a16="http://schemas.microsoft.com/office/drawing/2014/main" id="{3A316121-2AA8-3264-42FA-A5452C908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512" y="969898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7" name="Rectangle 135">
            <a:extLst>
              <a:ext uri="{FF2B5EF4-FFF2-40B4-BE49-F238E27FC236}">
                <a16:creationId xmlns:a16="http://schemas.microsoft.com/office/drawing/2014/main" id="{2F59090B-C228-43BD-76D6-D0DB3F570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884" y="3866322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60FB81C-9426-6675-E39D-952919602978}"/>
              </a:ext>
            </a:extLst>
          </p:cNvPr>
          <p:cNvGrpSpPr/>
          <p:nvPr/>
        </p:nvGrpSpPr>
        <p:grpSpPr>
          <a:xfrm>
            <a:off x="6582432" y="4039596"/>
            <a:ext cx="211053" cy="133563"/>
            <a:chOff x="980943" y="1888785"/>
            <a:chExt cx="271916" cy="172080"/>
          </a:xfrm>
        </p:grpSpPr>
        <p:grpSp>
          <p:nvGrpSpPr>
            <p:cNvPr id="11" name="Group 898">
              <a:extLst>
                <a:ext uri="{FF2B5EF4-FFF2-40B4-BE49-F238E27FC236}">
                  <a16:creationId xmlns:a16="http://schemas.microsoft.com/office/drawing/2014/main" id="{CCA9B321-8E70-EA1C-8C90-B2CB7E08C9F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" name="Rectangle 88">
                <a:extLst>
                  <a:ext uri="{FF2B5EF4-FFF2-40B4-BE49-F238E27FC236}">
                    <a16:creationId xmlns:a16="http://schemas.microsoft.com/office/drawing/2014/main" id="{076995DD-40B0-135D-59F0-1AC240027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DE650572-1772-A385-D853-1A5ABE80180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" name="Oval 341">
                <a:extLst>
                  <a:ext uri="{FF2B5EF4-FFF2-40B4-BE49-F238E27FC236}">
                    <a16:creationId xmlns:a16="http://schemas.microsoft.com/office/drawing/2014/main" id="{2FB5A588-A91E-52CF-8A36-F55D4034C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" name="Trapezoid 118">
              <a:extLst>
                <a:ext uri="{FF2B5EF4-FFF2-40B4-BE49-F238E27FC236}">
                  <a16:creationId xmlns:a16="http://schemas.microsoft.com/office/drawing/2014/main" id="{BCB343B8-D17A-5DE4-10B5-0DD3DF3C40A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378E9C-1309-DB81-AA97-05817A683482}"/>
              </a:ext>
            </a:extLst>
          </p:cNvPr>
          <p:cNvGrpSpPr/>
          <p:nvPr/>
        </p:nvGrpSpPr>
        <p:grpSpPr>
          <a:xfrm>
            <a:off x="6705139" y="4070799"/>
            <a:ext cx="211053" cy="133563"/>
            <a:chOff x="980943" y="1888785"/>
            <a:chExt cx="271916" cy="172080"/>
          </a:xfrm>
        </p:grpSpPr>
        <p:grpSp>
          <p:nvGrpSpPr>
            <p:cNvPr id="17" name="Group 898">
              <a:extLst>
                <a:ext uri="{FF2B5EF4-FFF2-40B4-BE49-F238E27FC236}">
                  <a16:creationId xmlns:a16="http://schemas.microsoft.com/office/drawing/2014/main" id="{5D03A5FA-8340-27F2-B3C3-5D033B203EDE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9" name="Rectangle 88">
                <a:extLst>
                  <a:ext uri="{FF2B5EF4-FFF2-40B4-BE49-F238E27FC236}">
                    <a16:creationId xmlns:a16="http://schemas.microsoft.com/office/drawing/2014/main" id="{5CAE82EF-5990-44C8-AAA3-CA9E0EF10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6AB42450-E905-B258-F000-DF84212D841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1" name="Oval 341">
                <a:extLst>
                  <a:ext uri="{FF2B5EF4-FFF2-40B4-BE49-F238E27FC236}">
                    <a16:creationId xmlns:a16="http://schemas.microsoft.com/office/drawing/2014/main" id="{6EEFACB2-4A0D-9AC3-2B9D-A315D93E2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8" name="Trapezoid 124">
              <a:extLst>
                <a:ext uri="{FF2B5EF4-FFF2-40B4-BE49-F238E27FC236}">
                  <a16:creationId xmlns:a16="http://schemas.microsoft.com/office/drawing/2014/main" id="{56859885-26EB-4504-D5F8-2CF2F692CE0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A24345-5908-DA36-7AF3-8996DDAC104A}"/>
              </a:ext>
            </a:extLst>
          </p:cNvPr>
          <p:cNvGrpSpPr/>
          <p:nvPr/>
        </p:nvGrpSpPr>
        <p:grpSpPr>
          <a:xfrm>
            <a:off x="6836344" y="4102951"/>
            <a:ext cx="211053" cy="133563"/>
            <a:chOff x="980943" y="1888785"/>
            <a:chExt cx="271916" cy="172080"/>
          </a:xfrm>
        </p:grpSpPr>
        <p:grpSp>
          <p:nvGrpSpPr>
            <p:cNvPr id="23" name="Group 898">
              <a:extLst>
                <a:ext uri="{FF2B5EF4-FFF2-40B4-BE49-F238E27FC236}">
                  <a16:creationId xmlns:a16="http://schemas.microsoft.com/office/drawing/2014/main" id="{684D6421-C615-5226-644A-BFC14F6CCA3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25" name="Rectangle 88">
                <a:extLst>
                  <a:ext uri="{FF2B5EF4-FFF2-40B4-BE49-F238E27FC236}">
                    <a16:creationId xmlns:a16="http://schemas.microsoft.com/office/drawing/2014/main" id="{ECD3E564-6702-D70C-DBCB-7A5FB37095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BE5B5035-E858-B71A-1800-06EBE1C73F1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7" name="Oval 341">
                <a:extLst>
                  <a:ext uri="{FF2B5EF4-FFF2-40B4-BE49-F238E27FC236}">
                    <a16:creationId xmlns:a16="http://schemas.microsoft.com/office/drawing/2014/main" id="{63810183-D3DE-B6BB-EBF5-02541B0B7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4" name="Trapezoid 135">
              <a:extLst>
                <a:ext uri="{FF2B5EF4-FFF2-40B4-BE49-F238E27FC236}">
                  <a16:creationId xmlns:a16="http://schemas.microsoft.com/office/drawing/2014/main" id="{6C2C1776-8DE6-BDFA-A286-6085169464A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AD55CB2-B9C8-D8FA-9BD5-77065F97E637}"/>
              </a:ext>
            </a:extLst>
          </p:cNvPr>
          <p:cNvGrpSpPr/>
          <p:nvPr/>
        </p:nvGrpSpPr>
        <p:grpSpPr>
          <a:xfrm>
            <a:off x="6965400" y="4137327"/>
            <a:ext cx="211053" cy="133563"/>
            <a:chOff x="980943" y="1888785"/>
            <a:chExt cx="271916" cy="172080"/>
          </a:xfrm>
        </p:grpSpPr>
        <p:grpSp>
          <p:nvGrpSpPr>
            <p:cNvPr id="29" name="Group 898">
              <a:extLst>
                <a:ext uri="{FF2B5EF4-FFF2-40B4-BE49-F238E27FC236}">
                  <a16:creationId xmlns:a16="http://schemas.microsoft.com/office/drawing/2014/main" id="{EE869FC9-0D2E-A8B8-2000-7AB27E8D9C6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1" name="Rectangle 88">
                <a:extLst>
                  <a:ext uri="{FF2B5EF4-FFF2-40B4-BE49-F238E27FC236}">
                    <a16:creationId xmlns:a16="http://schemas.microsoft.com/office/drawing/2014/main" id="{3B446649-E58A-93D3-A8DE-443C53ECA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B6A8CA15-EB39-CC1C-348B-40EF180BBC2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3" name="Oval 341">
                <a:extLst>
                  <a:ext uri="{FF2B5EF4-FFF2-40B4-BE49-F238E27FC236}">
                    <a16:creationId xmlns:a16="http://schemas.microsoft.com/office/drawing/2014/main" id="{A503B98E-8A1D-FEC2-B74A-41117AC00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0" name="Trapezoid 141">
              <a:extLst>
                <a:ext uri="{FF2B5EF4-FFF2-40B4-BE49-F238E27FC236}">
                  <a16:creationId xmlns:a16="http://schemas.microsoft.com/office/drawing/2014/main" id="{4289170B-ADFB-B7EE-FAE8-FE252383887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569059-A198-8119-614F-3D1B19A9D026}"/>
              </a:ext>
            </a:extLst>
          </p:cNvPr>
          <p:cNvGrpSpPr/>
          <p:nvPr/>
        </p:nvGrpSpPr>
        <p:grpSpPr>
          <a:xfrm>
            <a:off x="7091129" y="4170858"/>
            <a:ext cx="211053" cy="133563"/>
            <a:chOff x="980943" y="1888785"/>
            <a:chExt cx="271916" cy="172080"/>
          </a:xfrm>
        </p:grpSpPr>
        <p:grpSp>
          <p:nvGrpSpPr>
            <p:cNvPr id="35" name="Group 898">
              <a:extLst>
                <a:ext uri="{FF2B5EF4-FFF2-40B4-BE49-F238E27FC236}">
                  <a16:creationId xmlns:a16="http://schemas.microsoft.com/office/drawing/2014/main" id="{CAC80290-5724-84B4-5B9C-DD503AEE3C5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CABA1492-12B0-5732-7A70-989CDB5A9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0A675A4F-6B8F-A046-A272-ADC9A4D51CD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9" name="Oval 341">
                <a:extLst>
                  <a:ext uri="{FF2B5EF4-FFF2-40B4-BE49-F238E27FC236}">
                    <a16:creationId xmlns:a16="http://schemas.microsoft.com/office/drawing/2014/main" id="{140BCF9B-4970-6190-1052-25D41CB0B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6" name="Trapezoid 149">
              <a:extLst>
                <a:ext uri="{FF2B5EF4-FFF2-40B4-BE49-F238E27FC236}">
                  <a16:creationId xmlns:a16="http://schemas.microsoft.com/office/drawing/2014/main" id="{DC6F2850-29B5-D477-0699-F3B2E322E60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89DAFC1-0E1D-F325-E5D7-5C419C19CEF7}"/>
              </a:ext>
            </a:extLst>
          </p:cNvPr>
          <p:cNvGrpSpPr/>
          <p:nvPr/>
        </p:nvGrpSpPr>
        <p:grpSpPr>
          <a:xfrm>
            <a:off x="7213836" y="4202060"/>
            <a:ext cx="211053" cy="133563"/>
            <a:chOff x="980943" y="1888785"/>
            <a:chExt cx="271916" cy="172080"/>
          </a:xfrm>
        </p:grpSpPr>
        <p:grpSp>
          <p:nvGrpSpPr>
            <p:cNvPr id="41" name="Group 898">
              <a:extLst>
                <a:ext uri="{FF2B5EF4-FFF2-40B4-BE49-F238E27FC236}">
                  <a16:creationId xmlns:a16="http://schemas.microsoft.com/office/drawing/2014/main" id="{625DD6D0-F27B-9D88-15A1-5D1C6398BCEA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3" name="Rectangle 88">
                <a:extLst>
                  <a:ext uri="{FF2B5EF4-FFF2-40B4-BE49-F238E27FC236}">
                    <a16:creationId xmlns:a16="http://schemas.microsoft.com/office/drawing/2014/main" id="{709C7F30-3F56-296B-128C-E13204E79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B8C69FB8-73A8-1A4A-487C-012AAFA2D292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45" name="Oval 341">
                <a:extLst>
                  <a:ext uri="{FF2B5EF4-FFF2-40B4-BE49-F238E27FC236}">
                    <a16:creationId xmlns:a16="http://schemas.microsoft.com/office/drawing/2014/main" id="{CCF0F58A-E32C-0F4B-F219-915978660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2" name="Trapezoid 157">
              <a:extLst>
                <a:ext uri="{FF2B5EF4-FFF2-40B4-BE49-F238E27FC236}">
                  <a16:creationId xmlns:a16="http://schemas.microsoft.com/office/drawing/2014/main" id="{AD3FAB9F-E7AE-05D5-9506-AAC7BD8D7B2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A1EDFE2-89B3-54F9-672E-AD7CDFCF7F5E}"/>
              </a:ext>
            </a:extLst>
          </p:cNvPr>
          <p:cNvGrpSpPr/>
          <p:nvPr/>
        </p:nvGrpSpPr>
        <p:grpSpPr>
          <a:xfrm>
            <a:off x="7345041" y="4234212"/>
            <a:ext cx="211053" cy="133563"/>
            <a:chOff x="980943" y="1888785"/>
            <a:chExt cx="271916" cy="172080"/>
          </a:xfrm>
        </p:grpSpPr>
        <p:grpSp>
          <p:nvGrpSpPr>
            <p:cNvPr id="47" name="Group 898">
              <a:extLst>
                <a:ext uri="{FF2B5EF4-FFF2-40B4-BE49-F238E27FC236}">
                  <a16:creationId xmlns:a16="http://schemas.microsoft.com/office/drawing/2014/main" id="{3AC99301-F5C6-9A47-1C12-43E0EBEB616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49" name="Rectangle 88">
                <a:extLst>
                  <a:ext uri="{FF2B5EF4-FFF2-40B4-BE49-F238E27FC236}">
                    <a16:creationId xmlns:a16="http://schemas.microsoft.com/office/drawing/2014/main" id="{D4099F75-6191-7C30-D85F-40C7BE571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F3A9DDDB-697F-E82F-D89E-FF65359BA89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1" name="Oval 341">
                <a:extLst>
                  <a:ext uri="{FF2B5EF4-FFF2-40B4-BE49-F238E27FC236}">
                    <a16:creationId xmlns:a16="http://schemas.microsoft.com/office/drawing/2014/main" id="{402541E2-11E7-12A8-7FE4-7810AC5D4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8" name="Trapezoid 164">
              <a:extLst>
                <a:ext uri="{FF2B5EF4-FFF2-40B4-BE49-F238E27FC236}">
                  <a16:creationId xmlns:a16="http://schemas.microsoft.com/office/drawing/2014/main" id="{FB22B91E-B1B8-2F06-7602-05608E64178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DF0E3FE-F159-0707-B12B-AE452D4FA694}"/>
              </a:ext>
            </a:extLst>
          </p:cNvPr>
          <p:cNvGrpSpPr/>
          <p:nvPr/>
        </p:nvGrpSpPr>
        <p:grpSpPr>
          <a:xfrm>
            <a:off x="7474097" y="4268588"/>
            <a:ext cx="211053" cy="133563"/>
            <a:chOff x="980943" y="1888785"/>
            <a:chExt cx="271916" cy="172080"/>
          </a:xfrm>
        </p:grpSpPr>
        <p:grpSp>
          <p:nvGrpSpPr>
            <p:cNvPr id="53" name="Group 898">
              <a:extLst>
                <a:ext uri="{FF2B5EF4-FFF2-40B4-BE49-F238E27FC236}">
                  <a16:creationId xmlns:a16="http://schemas.microsoft.com/office/drawing/2014/main" id="{206D1EA6-85F2-C178-939D-C3D77046A456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55" name="Rectangle 88">
                <a:extLst>
                  <a:ext uri="{FF2B5EF4-FFF2-40B4-BE49-F238E27FC236}">
                    <a16:creationId xmlns:a16="http://schemas.microsoft.com/office/drawing/2014/main" id="{BC752262-7A47-E794-F481-55ACACD9F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7C8B4B91-0429-4FEB-884F-5A265EBCF64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7" name="Oval 341">
                <a:extLst>
                  <a:ext uri="{FF2B5EF4-FFF2-40B4-BE49-F238E27FC236}">
                    <a16:creationId xmlns:a16="http://schemas.microsoft.com/office/drawing/2014/main" id="{0C0CF2BA-A05C-E5DC-1602-B482FAA86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4" name="Trapezoid 175">
              <a:extLst>
                <a:ext uri="{FF2B5EF4-FFF2-40B4-BE49-F238E27FC236}">
                  <a16:creationId xmlns:a16="http://schemas.microsoft.com/office/drawing/2014/main" id="{AB3D19EF-648E-BE43-82D2-D49F914951A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757E0F3-8655-FA7A-31C7-5AE63EC99E45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44090" y="3719099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59" name="Group 254">
            <a:extLst>
              <a:ext uri="{FF2B5EF4-FFF2-40B4-BE49-F238E27FC236}">
                <a16:creationId xmlns:a16="http://schemas.microsoft.com/office/drawing/2014/main" id="{5C83D10A-4820-E46A-458C-43550DF788D9}"/>
              </a:ext>
            </a:extLst>
          </p:cNvPr>
          <p:cNvGrpSpPr>
            <a:grpSpLocks noChangeAspect="1"/>
          </p:cNvGrpSpPr>
          <p:nvPr/>
        </p:nvGrpSpPr>
        <p:grpSpPr>
          <a:xfrm>
            <a:off x="7019009" y="3568488"/>
            <a:ext cx="256616" cy="147672"/>
            <a:chOff x="8421872" y="1904968"/>
            <a:chExt cx="347879" cy="255571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8FAFDCEA-1A89-62CE-036F-1DE83455B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1" name="Group 719">
              <a:extLst>
                <a:ext uri="{FF2B5EF4-FFF2-40B4-BE49-F238E27FC236}">
                  <a16:creationId xmlns:a16="http://schemas.microsoft.com/office/drawing/2014/main" id="{616879A7-B0DF-6F88-8D9A-DFC57FB245B2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B05453F-2F01-E922-B5B2-66BE9F6C223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45A7A485-BFCE-A394-BDA5-D100E995627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223C98C-3BE6-08E0-CB75-72C826664A8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3AA8F57-2007-56A1-86B0-612F21B8699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2" name="Trapezoid 301">
              <a:extLst>
                <a:ext uri="{FF2B5EF4-FFF2-40B4-BE49-F238E27FC236}">
                  <a16:creationId xmlns:a16="http://schemas.microsoft.com/office/drawing/2014/main" id="{B81F1FC9-E812-6F68-9D0F-E8F515505A1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29B9CD1-ADF5-FB3B-2D64-E02624477BDA}"/>
              </a:ext>
            </a:extLst>
          </p:cNvPr>
          <p:cNvCxnSpPr>
            <a:cxnSpLocks/>
            <a:stCxn id="71" idx="2"/>
            <a:endCxn id="60" idx="0"/>
          </p:cNvCxnSpPr>
          <p:nvPr/>
        </p:nvCxnSpPr>
        <p:spPr>
          <a:xfrm>
            <a:off x="7146581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68" name="Rectangle 135">
            <a:extLst>
              <a:ext uri="{FF2B5EF4-FFF2-40B4-BE49-F238E27FC236}">
                <a16:creationId xmlns:a16="http://schemas.microsoft.com/office/drawing/2014/main" id="{C33C1C93-4F5D-3DEA-9666-9EA00F109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320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6B30AE2-DD1A-0285-301D-7518529859B1}"/>
              </a:ext>
            </a:extLst>
          </p:cNvPr>
          <p:cNvGrpSpPr/>
          <p:nvPr/>
        </p:nvGrpSpPr>
        <p:grpSpPr>
          <a:xfrm>
            <a:off x="6992539" y="3181568"/>
            <a:ext cx="304284" cy="192585"/>
            <a:chOff x="980945" y="1888766"/>
            <a:chExt cx="271916" cy="172099"/>
          </a:xfrm>
        </p:grpSpPr>
        <p:grpSp>
          <p:nvGrpSpPr>
            <p:cNvPr id="70" name="Group 898">
              <a:extLst>
                <a:ext uri="{FF2B5EF4-FFF2-40B4-BE49-F238E27FC236}">
                  <a16:creationId xmlns:a16="http://schemas.microsoft.com/office/drawing/2014/main" id="{8DF7D988-46CC-7F02-0427-3ECEB252EE50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" name="Rectangle 88">
                <a:extLst>
                  <a:ext uri="{FF2B5EF4-FFF2-40B4-BE49-F238E27FC236}">
                    <a16:creationId xmlns:a16="http://schemas.microsoft.com/office/drawing/2014/main" id="{E94B865E-0DAE-4367-7A6D-F33AEF5C64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25B300BD-9EF6-D6FD-7694-BD3D059B52B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4" name="Oval 341">
                <a:extLst>
                  <a:ext uri="{FF2B5EF4-FFF2-40B4-BE49-F238E27FC236}">
                    <a16:creationId xmlns:a16="http://schemas.microsoft.com/office/drawing/2014/main" id="{48C54656-7463-7385-2DEF-34862619B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1" name="Trapezoid 320">
              <a:extLst>
                <a:ext uri="{FF2B5EF4-FFF2-40B4-BE49-F238E27FC236}">
                  <a16:creationId xmlns:a16="http://schemas.microsoft.com/office/drawing/2014/main" id="{22AD5EE3-CE19-D093-0E8C-362268EA035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D57397E-2F39-1ECE-382E-D7C83EC2F3DD}"/>
              </a:ext>
            </a:extLst>
          </p:cNvPr>
          <p:cNvCxnSpPr>
            <a:cxnSpLocks/>
            <a:stCxn id="78" idx="2"/>
            <a:endCxn id="72" idx="0"/>
          </p:cNvCxnSpPr>
          <p:nvPr/>
        </p:nvCxnSpPr>
        <p:spPr>
          <a:xfrm>
            <a:off x="7138894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77" name="Group 254">
            <a:extLst>
              <a:ext uri="{FF2B5EF4-FFF2-40B4-BE49-F238E27FC236}">
                <a16:creationId xmlns:a16="http://schemas.microsoft.com/office/drawing/2014/main" id="{EB305B22-C6CA-FCFC-2999-39D545CC98CD}"/>
              </a:ext>
            </a:extLst>
          </p:cNvPr>
          <p:cNvGrpSpPr>
            <a:grpSpLocks noChangeAspect="1"/>
          </p:cNvGrpSpPr>
          <p:nvPr/>
        </p:nvGrpSpPr>
        <p:grpSpPr>
          <a:xfrm>
            <a:off x="7010585" y="2879893"/>
            <a:ext cx="256616" cy="147672"/>
            <a:chOff x="8421872" y="1904968"/>
            <a:chExt cx="347879" cy="255571"/>
          </a:xfrm>
        </p:grpSpPr>
        <p:sp>
          <p:nvSpPr>
            <p:cNvPr id="78" name="Rectangle 60">
              <a:extLst>
                <a:ext uri="{FF2B5EF4-FFF2-40B4-BE49-F238E27FC236}">
                  <a16:creationId xmlns:a16="http://schemas.microsoft.com/office/drawing/2014/main" id="{8D7267FD-CAFB-3286-4963-B67B9821D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79" name="Group 719">
              <a:extLst>
                <a:ext uri="{FF2B5EF4-FFF2-40B4-BE49-F238E27FC236}">
                  <a16:creationId xmlns:a16="http://schemas.microsoft.com/office/drawing/2014/main" id="{463A9A13-2CA7-96EB-AA45-DF0C451D23AE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9005843-6641-71A0-8BC8-EB444BD56C5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129B6F7-38EC-71C4-BC2F-2F144DF0A0A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72E82937-19BB-495F-8407-DEADFD58881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FA72BBB-FB96-D8DD-21E9-CC456ECE890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0" name="Trapezoid 396">
              <a:extLst>
                <a:ext uri="{FF2B5EF4-FFF2-40B4-BE49-F238E27FC236}">
                  <a16:creationId xmlns:a16="http://schemas.microsoft.com/office/drawing/2014/main" id="{DAD07273-2D75-0BFE-D1FA-65BCD0399146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85" name="Rectangle 135">
            <a:extLst>
              <a:ext uri="{FF2B5EF4-FFF2-40B4-BE49-F238E27FC236}">
                <a16:creationId xmlns:a16="http://schemas.microsoft.com/office/drawing/2014/main" id="{E5129A68-7D0E-D3C1-B44F-E9B004CA3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1F8AC89-98F8-7082-6233-D4386CD99547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7115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0" name="Rectangle 88">
            <a:extLst>
              <a:ext uri="{FF2B5EF4-FFF2-40B4-BE49-F238E27FC236}">
                <a16:creationId xmlns:a16="http://schemas.microsoft.com/office/drawing/2014/main" id="{06736A5D-DF6C-1864-D484-281AF01EA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5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89" name="Trapezoid 320">
            <a:extLst>
              <a:ext uri="{FF2B5EF4-FFF2-40B4-BE49-F238E27FC236}">
                <a16:creationId xmlns:a16="http://schemas.microsoft.com/office/drawing/2014/main" id="{F89B8F13-2417-1DB1-6B2A-393389F52F00}"/>
              </a:ext>
            </a:extLst>
          </p:cNvPr>
          <p:cNvSpPr/>
          <p:nvPr/>
        </p:nvSpPr>
        <p:spPr>
          <a:xfrm rot="10800000">
            <a:off x="85990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48352FF-670F-E8CE-B708-0BF24DEF0A3E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7121795" y="264717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94" name="Rectangle 88">
            <a:extLst>
              <a:ext uri="{FF2B5EF4-FFF2-40B4-BE49-F238E27FC236}">
                <a16:creationId xmlns:a16="http://schemas.microsoft.com/office/drawing/2014/main" id="{D0E9D1CE-4D45-900B-EF0A-527540E70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753" y="2555139"/>
            <a:ext cx="304284" cy="19134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533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  <a:sym typeface="Gill Sans" charset="0"/>
            </a:endParaRPr>
          </a:p>
        </p:txBody>
      </p:sp>
      <p:sp>
        <p:nvSpPr>
          <p:cNvPr id="95" name="Trapezoid 320">
            <a:extLst>
              <a:ext uri="{FF2B5EF4-FFF2-40B4-BE49-F238E27FC236}">
                <a16:creationId xmlns:a16="http://schemas.microsoft.com/office/drawing/2014/main" id="{6F117965-3A25-9675-568A-BC85732981D0}"/>
              </a:ext>
            </a:extLst>
          </p:cNvPr>
          <p:cNvSpPr/>
          <p:nvPr/>
        </p:nvSpPr>
        <p:spPr>
          <a:xfrm rot="10800000">
            <a:off x="7009277" y="2647174"/>
            <a:ext cx="225036" cy="42884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67" kern="0">
              <a:solidFill>
                <a:srgbClr val="FFFFFF"/>
              </a:solidFill>
              <a:latin typeface="Arial"/>
              <a:ea typeface="ヒラギノ角ゴ ProN W3" charset="-128"/>
              <a:sym typeface="Gill Sans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AF72C3F-CA66-92BC-530A-8365F388837B}"/>
              </a:ext>
            </a:extLst>
          </p:cNvPr>
          <p:cNvSpPr/>
          <p:nvPr/>
        </p:nvSpPr>
        <p:spPr>
          <a:xfrm>
            <a:off x="7658985" y="2555139"/>
            <a:ext cx="591349" cy="158856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lang="en-GB" sz="533" kern="0">
              <a:solidFill>
                <a:sysClr val="windowText" lastClr="000000"/>
              </a:solidFill>
              <a:latin typeface="Calibri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8E0864B-65B0-9498-1797-FAB90D5158C0}"/>
              </a:ext>
            </a:extLst>
          </p:cNvPr>
          <p:cNvCxnSpPr>
            <a:stCxn id="96" idx="1"/>
            <a:endCxn id="94" idx="3"/>
          </p:cNvCxnSpPr>
          <p:nvPr/>
        </p:nvCxnSpPr>
        <p:spPr>
          <a:xfrm flipH="1">
            <a:off x="7272037" y="2634567"/>
            <a:ext cx="386948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4168D5A-9CBF-6E30-B649-2C4F88A416C6}"/>
              </a:ext>
            </a:extLst>
          </p:cNvPr>
          <p:cNvCxnSpPr>
            <a:stCxn id="96" idx="3"/>
            <a:endCxn id="90" idx="1"/>
          </p:cNvCxnSpPr>
          <p:nvPr/>
        </p:nvCxnSpPr>
        <p:spPr>
          <a:xfrm>
            <a:off x="8250334" y="2634567"/>
            <a:ext cx="307219" cy="16244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F60DB8EB-8FF8-06CC-2998-89B7FBD18A5D}"/>
              </a:ext>
            </a:extLst>
          </p:cNvPr>
          <p:cNvCxnSpPr>
            <a:cxnSpLocks/>
          </p:cNvCxnSpPr>
          <p:nvPr/>
        </p:nvCxnSpPr>
        <p:spPr>
          <a:xfrm flipV="1">
            <a:off x="4362940" y="4188155"/>
            <a:ext cx="2081625" cy="3062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35">
            <a:extLst>
              <a:ext uri="{FF2B5EF4-FFF2-40B4-BE49-F238E27FC236}">
                <a16:creationId xmlns:a16="http://schemas.microsoft.com/office/drawing/2014/main" id="{928D7971-59BA-473F-3D54-0FE86EFBE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88" y="3227697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?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BF012578-F3EC-E21B-B2D0-B948F2B2C442}"/>
              </a:ext>
            </a:extLst>
          </p:cNvPr>
          <p:cNvGrpSpPr/>
          <p:nvPr/>
        </p:nvGrpSpPr>
        <p:grpSpPr>
          <a:xfrm>
            <a:off x="9469443" y="4570198"/>
            <a:ext cx="253003" cy="159097"/>
            <a:chOff x="3417120" y="2447661"/>
            <a:chExt cx="362556" cy="227988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CBFCA1AD-6128-45E2-A69A-7E8D69502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5" name="Oval 341">
              <a:extLst>
                <a:ext uri="{FF2B5EF4-FFF2-40B4-BE49-F238E27FC236}">
                  <a16:creationId xmlns:a16="http://schemas.microsoft.com/office/drawing/2014/main" id="{87810B74-27B7-C9D2-9D50-62EBC894E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rapezoid 238">
              <a:extLst>
                <a:ext uri="{FF2B5EF4-FFF2-40B4-BE49-F238E27FC236}">
                  <a16:creationId xmlns:a16="http://schemas.microsoft.com/office/drawing/2014/main" id="{A0BEE28D-5589-298C-53B5-05BB91B1D342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" name="Group 254">
            <a:extLst>
              <a:ext uri="{FF2B5EF4-FFF2-40B4-BE49-F238E27FC236}">
                <a16:creationId xmlns:a16="http://schemas.microsoft.com/office/drawing/2014/main" id="{A4DCBE2F-D926-937E-724A-8A90D892BB04}"/>
              </a:ext>
            </a:extLst>
          </p:cNvPr>
          <p:cNvGrpSpPr>
            <a:grpSpLocks noChangeAspect="1"/>
          </p:cNvGrpSpPr>
          <p:nvPr/>
        </p:nvGrpSpPr>
        <p:grpSpPr>
          <a:xfrm>
            <a:off x="9465381" y="4813809"/>
            <a:ext cx="256616" cy="147672"/>
            <a:chOff x="8421872" y="1904968"/>
            <a:chExt cx="347879" cy="255571"/>
          </a:xfrm>
        </p:grpSpPr>
        <p:sp>
          <p:nvSpPr>
            <p:cNvPr id="75" name="Rectangle 60">
              <a:extLst>
                <a:ext uri="{FF2B5EF4-FFF2-40B4-BE49-F238E27FC236}">
                  <a16:creationId xmlns:a16="http://schemas.microsoft.com/office/drawing/2014/main" id="{B6381CDA-BFAE-6F56-97FF-732A66BF7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87" name="Group 719">
              <a:extLst>
                <a:ext uri="{FF2B5EF4-FFF2-40B4-BE49-F238E27FC236}">
                  <a16:creationId xmlns:a16="http://schemas.microsoft.com/office/drawing/2014/main" id="{64D25C27-5D66-069B-966D-7510E85D7D8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11D8EA2C-EE81-8A22-5BB9-CF2119BA7AD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21A013B0-1D41-1CAD-5D50-4146B504262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B03F02A0-AA32-A66E-1C53-FAAB96CD604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C9328E4-0FEE-7AB8-00A1-024BB77A20C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88" name="Trapezoid 243">
              <a:extLst>
                <a:ext uri="{FF2B5EF4-FFF2-40B4-BE49-F238E27FC236}">
                  <a16:creationId xmlns:a16="http://schemas.microsoft.com/office/drawing/2014/main" id="{A19EEA72-40CE-59E5-46D0-7992DC5D6DD0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3FC4D02-FF6E-457F-F67D-3B5F3574D801}"/>
              </a:ext>
            </a:extLst>
          </p:cNvPr>
          <p:cNvCxnSpPr>
            <a:cxnSpLocks/>
            <a:stCxn id="4" idx="2"/>
            <a:endCxn id="75" idx="0"/>
          </p:cNvCxnSpPr>
          <p:nvPr/>
        </p:nvCxnSpPr>
        <p:spPr>
          <a:xfrm flipH="1">
            <a:off x="9593690" y="4729295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6" name="Group 254">
            <a:extLst>
              <a:ext uri="{FF2B5EF4-FFF2-40B4-BE49-F238E27FC236}">
                <a16:creationId xmlns:a16="http://schemas.microsoft.com/office/drawing/2014/main" id="{9004F22C-CB47-5B37-A543-A9B3788D2D2E}"/>
              </a:ext>
            </a:extLst>
          </p:cNvPr>
          <p:cNvGrpSpPr>
            <a:grpSpLocks noChangeAspect="1"/>
          </p:cNvGrpSpPr>
          <p:nvPr/>
        </p:nvGrpSpPr>
        <p:grpSpPr>
          <a:xfrm>
            <a:off x="9473092" y="4291661"/>
            <a:ext cx="256616" cy="147672"/>
            <a:chOff x="8421872" y="1904968"/>
            <a:chExt cx="347879" cy="255571"/>
          </a:xfrm>
        </p:grpSpPr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11248CB4-63E2-0A52-D6C5-EDB8AE563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8" name="Group 719">
              <a:extLst>
                <a:ext uri="{FF2B5EF4-FFF2-40B4-BE49-F238E27FC236}">
                  <a16:creationId xmlns:a16="http://schemas.microsoft.com/office/drawing/2014/main" id="{A2CF84A6-25DC-FAB1-84EA-C3673533D89E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ED18F753-7D38-E7F8-3CCA-558B8C0B876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BA7C6162-E6C5-023B-EED3-E4F2C175A12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CCD18C31-F69E-9046-13B1-70B8532BE5F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4BD9E1C2-F29F-994F-5A4B-A0DDCE64568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9" name="Trapezoid 260">
              <a:extLst>
                <a:ext uri="{FF2B5EF4-FFF2-40B4-BE49-F238E27FC236}">
                  <a16:creationId xmlns:a16="http://schemas.microsoft.com/office/drawing/2014/main" id="{134B24B9-F2F4-1EDA-E9D1-FAE19A4B188D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E8539F-22BF-0BA6-1FCB-53D1C194ECDF}"/>
              </a:ext>
            </a:extLst>
          </p:cNvPr>
          <p:cNvCxnSpPr>
            <a:cxnSpLocks/>
            <a:stCxn id="117" idx="2"/>
            <a:endCxn id="4" idx="0"/>
          </p:cNvCxnSpPr>
          <p:nvPr/>
        </p:nvCxnSpPr>
        <p:spPr>
          <a:xfrm flipH="1">
            <a:off x="9595944" y="4439333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9537093-FCC8-81B9-8DF2-F6E5CE20A778}"/>
              </a:ext>
            </a:extLst>
          </p:cNvPr>
          <p:cNvCxnSpPr>
            <a:cxnSpLocks/>
            <a:stCxn id="131" idx="0"/>
            <a:endCxn id="117" idx="0"/>
          </p:cNvCxnSpPr>
          <p:nvPr/>
        </p:nvCxnSpPr>
        <p:spPr>
          <a:xfrm>
            <a:off x="9600858" y="4101983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EBA97BB-0DB9-E377-87DF-D791347A2375}"/>
              </a:ext>
            </a:extLst>
          </p:cNvPr>
          <p:cNvGrpSpPr/>
          <p:nvPr/>
        </p:nvGrpSpPr>
        <p:grpSpPr>
          <a:xfrm>
            <a:off x="9452466" y="3916482"/>
            <a:ext cx="294292" cy="185501"/>
            <a:chOff x="980948" y="1888785"/>
            <a:chExt cx="272994" cy="172080"/>
          </a:xfrm>
        </p:grpSpPr>
        <p:grpSp>
          <p:nvGrpSpPr>
            <p:cNvPr id="129" name="Group 898">
              <a:extLst>
                <a:ext uri="{FF2B5EF4-FFF2-40B4-BE49-F238E27FC236}">
                  <a16:creationId xmlns:a16="http://schemas.microsoft.com/office/drawing/2014/main" id="{CF1E25B9-679B-694B-661C-7CD15A938B3F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32" name="Rectangle 88">
                <a:extLst>
                  <a:ext uri="{FF2B5EF4-FFF2-40B4-BE49-F238E27FC236}">
                    <a16:creationId xmlns:a16="http://schemas.microsoft.com/office/drawing/2014/main" id="{562BEA3B-C3E0-C9A8-EF4D-19091E544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F0336E5D-1D1F-3A9B-3BBD-224F9860A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4" name="Isosceles Triangle 133">
                <a:extLst>
                  <a:ext uri="{FF2B5EF4-FFF2-40B4-BE49-F238E27FC236}">
                    <a16:creationId xmlns:a16="http://schemas.microsoft.com/office/drawing/2014/main" id="{F7A73B78-11FB-1AA9-1879-D5B1BA60569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5" name="Oval 341">
                <a:extLst>
                  <a:ext uri="{FF2B5EF4-FFF2-40B4-BE49-F238E27FC236}">
                    <a16:creationId xmlns:a16="http://schemas.microsoft.com/office/drawing/2014/main" id="{F4532376-31E3-8AB9-5A57-16432C92E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1" name="Trapezoid 285">
              <a:extLst>
                <a:ext uri="{FF2B5EF4-FFF2-40B4-BE49-F238E27FC236}">
                  <a16:creationId xmlns:a16="http://schemas.microsoft.com/office/drawing/2014/main" id="{EDC39A70-F653-554F-3737-54D36528CAD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EF9C53A-DDF5-CD33-3B42-1BE4259603AE}"/>
              </a:ext>
            </a:extLst>
          </p:cNvPr>
          <p:cNvSpPr/>
          <p:nvPr/>
        </p:nvSpPr>
        <p:spPr>
          <a:xfrm>
            <a:off x="9589381" y="4307708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137" name="Rectangle 135">
            <a:extLst>
              <a:ext uri="{FF2B5EF4-FFF2-40B4-BE49-F238E27FC236}">
                <a16:creationId xmlns:a16="http://schemas.microsoft.com/office/drawing/2014/main" id="{258072E9-E727-D302-B66F-F4AD3F2F8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10" y="4591505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10CC886E-A507-7FF1-C576-EAB947909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435" y="4980660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81193A13-ECCF-06E1-F2EB-65BB5265F0DA}"/>
              </a:ext>
            </a:extLst>
          </p:cNvPr>
          <p:cNvSpPr/>
          <p:nvPr/>
        </p:nvSpPr>
        <p:spPr>
          <a:xfrm>
            <a:off x="10969929" y="477126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CA2458B-DAA6-8568-DF91-A35582C5C7C7}"/>
              </a:ext>
            </a:extLst>
          </p:cNvPr>
          <p:cNvSpPr txBox="1"/>
          <p:nvPr/>
        </p:nvSpPr>
        <p:spPr>
          <a:xfrm>
            <a:off x="10869943" y="4896011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99E4893-0D89-3486-28B4-45376AA024C0}"/>
              </a:ext>
            </a:extLst>
          </p:cNvPr>
          <p:cNvCxnSpPr>
            <a:cxnSpLocks/>
            <a:stCxn id="139" idx="2"/>
            <a:endCxn id="75" idx="3"/>
          </p:cNvCxnSpPr>
          <p:nvPr/>
        </p:nvCxnSpPr>
        <p:spPr>
          <a:xfrm flipH="1">
            <a:off x="9721997" y="4859101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C63D2CF-B23C-89BF-1762-B4F593CBB07B}"/>
              </a:ext>
            </a:extLst>
          </p:cNvPr>
          <p:cNvSpPr/>
          <p:nvPr/>
        </p:nvSpPr>
        <p:spPr>
          <a:xfrm>
            <a:off x="9691326" y="3959576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5253937-B1A5-C6DA-1EFB-367DFD7DA48A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8649929" y="3716161"/>
            <a:ext cx="949103" cy="20032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35">
            <a:extLst>
              <a:ext uri="{FF2B5EF4-FFF2-40B4-BE49-F238E27FC236}">
                <a16:creationId xmlns:a16="http://schemas.microsoft.com/office/drawing/2014/main" id="{468B7C81-19D0-7C5E-D718-B6A2A040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Plug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72" name="Rectangle 135">
            <a:extLst>
              <a:ext uri="{FF2B5EF4-FFF2-40B4-BE49-F238E27FC236}">
                <a16:creationId xmlns:a16="http://schemas.microsoft.com/office/drawing/2014/main" id="{FBEB4F62-417E-58B8-95AA-6069676F2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138" y="1374866"/>
            <a:ext cx="15208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12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Router hardware</a:t>
            </a:r>
            <a:endParaRPr lang="en-GB" sz="12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86" name="Rectangle 135">
            <a:extLst>
              <a:ext uri="{FF2B5EF4-FFF2-40B4-BE49-F238E27FC236}">
                <a16:creationId xmlns:a16="http://schemas.microsoft.com/office/drawing/2014/main" id="{3408DAAA-9951-0CA5-19FA-ABB2FAE54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918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9" name="Rectangle 135">
            <a:extLst>
              <a:ext uri="{FF2B5EF4-FFF2-40B4-BE49-F238E27FC236}">
                <a16:creationId xmlns:a16="http://schemas.microsoft.com/office/drawing/2014/main" id="{7DB708A9-3B21-41F9-4645-B3802C691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852" y="3218355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IMA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3" name="Rectangle 135">
            <a:extLst>
              <a:ext uri="{FF2B5EF4-FFF2-40B4-BE49-F238E27FC236}">
                <a16:creationId xmlns:a16="http://schemas.microsoft.com/office/drawing/2014/main" id="{A564548F-6DF7-3D52-470E-C1040C6F0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828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1BC955AA-6D73-69EE-7F8F-079845F1D93D}"/>
              </a:ext>
            </a:extLst>
          </p:cNvPr>
          <p:cNvSpPr/>
          <p:nvPr/>
        </p:nvSpPr>
        <p:spPr>
          <a:xfrm>
            <a:off x="6088332" y="4101983"/>
            <a:ext cx="218398" cy="1417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46DDCF7-7589-7FCF-68A6-57BA9B575FC5}"/>
              </a:ext>
            </a:extLst>
          </p:cNvPr>
          <p:cNvSpPr/>
          <p:nvPr/>
        </p:nvSpPr>
        <p:spPr>
          <a:xfrm>
            <a:off x="5470399" y="4101983"/>
            <a:ext cx="218398" cy="1417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6" name="Rectangle 135">
            <a:extLst>
              <a:ext uri="{FF2B5EF4-FFF2-40B4-BE49-F238E27FC236}">
                <a16:creationId xmlns:a16="http://schemas.microsoft.com/office/drawing/2014/main" id="{D3ADF47D-832B-1B6F-7C24-C6C25F2B9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198" y="4320177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Access Ports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57" name="Oval 656">
            <a:extLst>
              <a:ext uri="{FF2B5EF4-FFF2-40B4-BE49-F238E27FC236}">
                <a16:creationId xmlns:a16="http://schemas.microsoft.com/office/drawing/2014/main" id="{C096FFA8-205F-2D33-86E7-F7684776720C}"/>
              </a:ext>
            </a:extLst>
          </p:cNvPr>
          <p:cNvSpPr/>
          <p:nvPr/>
        </p:nvSpPr>
        <p:spPr>
          <a:xfrm>
            <a:off x="5263978" y="3705002"/>
            <a:ext cx="1194843" cy="1130745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8" name="Rectangle 135">
            <a:extLst>
              <a:ext uri="{FF2B5EF4-FFF2-40B4-BE49-F238E27FC236}">
                <a16:creationId xmlns:a16="http://schemas.microsoft.com/office/drawing/2014/main" id="{37B2210C-5A39-25D4-E759-A1257005B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198" y="3765991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Physical Span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148" name="Group 254">
            <a:extLst>
              <a:ext uri="{FF2B5EF4-FFF2-40B4-BE49-F238E27FC236}">
                <a16:creationId xmlns:a16="http://schemas.microsoft.com/office/drawing/2014/main" id="{2EAD6FE4-A075-E271-658C-53BD18F98CD8}"/>
              </a:ext>
            </a:extLst>
          </p:cNvPr>
          <p:cNvGrpSpPr>
            <a:grpSpLocks noChangeAspect="1"/>
          </p:cNvGrpSpPr>
          <p:nvPr/>
        </p:nvGrpSpPr>
        <p:grpSpPr>
          <a:xfrm>
            <a:off x="3532010" y="3627881"/>
            <a:ext cx="256616" cy="147672"/>
            <a:chOff x="8421872" y="1904968"/>
            <a:chExt cx="347879" cy="255571"/>
          </a:xfrm>
        </p:grpSpPr>
        <p:sp>
          <p:nvSpPr>
            <p:cNvPr id="149" name="Rectangle 60">
              <a:extLst>
                <a:ext uri="{FF2B5EF4-FFF2-40B4-BE49-F238E27FC236}">
                  <a16:creationId xmlns:a16="http://schemas.microsoft.com/office/drawing/2014/main" id="{A914665D-AD07-16EB-A8D5-84D18D7DD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150" name="Group 719">
              <a:extLst>
                <a:ext uri="{FF2B5EF4-FFF2-40B4-BE49-F238E27FC236}">
                  <a16:creationId xmlns:a16="http://schemas.microsoft.com/office/drawing/2014/main" id="{39307E14-2426-999C-93AE-3F58CF192E5A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8B01A8EE-ACE2-A7D9-F54E-1C93B4C4D58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EA5C4ECF-6E9E-9FC3-F48D-BC35121E5D1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395B3CAF-3BA6-3497-12EC-B0C87C8F47B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1DE27E60-106F-80A2-7C66-1A0D0A1AF49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51" name="Trapezoid 396">
              <a:extLst>
                <a:ext uri="{FF2B5EF4-FFF2-40B4-BE49-F238E27FC236}">
                  <a16:creationId xmlns:a16="http://schemas.microsoft.com/office/drawing/2014/main" id="{48CC9444-1764-562B-3A34-66389A0F0BF8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156" name="Rectangle 135">
            <a:extLst>
              <a:ext uri="{FF2B5EF4-FFF2-40B4-BE49-F238E27FC236}">
                <a16:creationId xmlns:a16="http://schemas.microsoft.com/office/drawing/2014/main" id="{8CEEC3DF-FB44-D59B-4C1F-597DEF767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13" y="3621492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57" name="Rectangle 135">
            <a:extLst>
              <a:ext uri="{FF2B5EF4-FFF2-40B4-BE49-F238E27FC236}">
                <a16:creationId xmlns:a16="http://schemas.microsoft.com/office/drawing/2014/main" id="{2E7DFD5E-4972-7D7C-AA27-2CE5AF649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074" y="2688404"/>
            <a:ext cx="62969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58" name="Rectangle 60">
            <a:extLst>
              <a:ext uri="{FF2B5EF4-FFF2-40B4-BE49-F238E27FC236}">
                <a16:creationId xmlns:a16="http://schemas.microsoft.com/office/drawing/2014/main" id="{D7F02085-D454-E4A9-A4E8-5A797E603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049" y="3618692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59" name="Flowchart: Process 158">
            <a:extLst>
              <a:ext uri="{FF2B5EF4-FFF2-40B4-BE49-F238E27FC236}">
                <a16:creationId xmlns:a16="http://schemas.microsoft.com/office/drawing/2014/main" id="{0CACD841-DB02-18BA-6426-1B5D4ED4A94C}"/>
              </a:ext>
            </a:extLst>
          </p:cNvPr>
          <p:cNvSpPr/>
          <p:nvPr/>
        </p:nvSpPr>
        <p:spPr>
          <a:xfrm>
            <a:off x="3585109" y="3671835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Process 159">
            <a:extLst>
              <a:ext uri="{FF2B5EF4-FFF2-40B4-BE49-F238E27FC236}">
                <a16:creationId xmlns:a16="http://schemas.microsoft.com/office/drawing/2014/main" id="{3EE179FB-D70D-CE9A-01A8-FAB0161942B3}"/>
              </a:ext>
            </a:extLst>
          </p:cNvPr>
          <p:cNvSpPr/>
          <p:nvPr/>
        </p:nvSpPr>
        <p:spPr>
          <a:xfrm>
            <a:off x="3585091" y="3671835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03D0BED-897C-C4C8-DF46-6977B0405753}"/>
              </a:ext>
            </a:extLst>
          </p:cNvPr>
          <p:cNvCxnSpPr>
            <a:cxnSpLocks/>
            <a:stCxn id="162" idx="2"/>
            <a:endCxn id="158" idx="1"/>
          </p:cNvCxnSpPr>
          <p:nvPr/>
        </p:nvCxnSpPr>
        <p:spPr>
          <a:xfrm>
            <a:off x="3084080" y="3302783"/>
            <a:ext cx="406969" cy="421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C2730CC-0CD5-09C6-78C9-F522935E5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484" y="3082839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70171F0E-1246-FA52-091B-CD546D5CA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809" y="3114137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64" name="Flowchart: Process 163">
            <a:extLst>
              <a:ext uri="{FF2B5EF4-FFF2-40B4-BE49-F238E27FC236}">
                <a16:creationId xmlns:a16="http://schemas.microsoft.com/office/drawing/2014/main" id="{7F4E49EE-1894-033C-B3FF-7B9B3F35DF8A}"/>
              </a:ext>
            </a:extLst>
          </p:cNvPr>
          <p:cNvSpPr/>
          <p:nvPr/>
        </p:nvSpPr>
        <p:spPr>
          <a:xfrm>
            <a:off x="3011013" y="3151544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35">
            <a:extLst>
              <a:ext uri="{FF2B5EF4-FFF2-40B4-BE49-F238E27FC236}">
                <a16:creationId xmlns:a16="http://schemas.microsoft.com/office/drawing/2014/main" id="{8FBA4AC4-4A43-965A-C0D0-A9D3A0E7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772" y="313827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61D99CFF-F290-2C97-3F04-E0DF23F4D2E3}"/>
              </a:ext>
            </a:extLst>
          </p:cNvPr>
          <p:cNvCxnSpPr>
            <a:cxnSpLocks/>
            <a:stCxn id="167" idx="2"/>
            <a:endCxn id="158" idx="0"/>
          </p:cNvCxnSpPr>
          <p:nvPr/>
        </p:nvCxnSpPr>
        <p:spPr>
          <a:xfrm>
            <a:off x="3674915" y="3149861"/>
            <a:ext cx="0" cy="46883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67" name="Rectangle 60">
            <a:extLst>
              <a:ext uri="{FF2B5EF4-FFF2-40B4-BE49-F238E27FC236}">
                <a16:creationId xmlns:a16="http://schemas.microsoft.com/office/drawing/2014/main" id="{0B27A419-8EF8-1650-9333-F0D827E0A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049" y="2938245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68" name="Flowchart: Process 167">
            <a:extLst>
              <a:ext uri="{FF2B5EF4-FFF2-40B4-BE49-F238E27FC236}">
                <a16:creationId xmlns:a16="http://schemas.microsoft.com/office/drawing/2014/main" id="{81BBDAB6-4C51-FB75-D8CB-270DEE84D537}"/>
              </a:ext>
            </a:extLst>
          </p:cNvPr>
          <p:cNvSpPr/>
          <p:nvPr/>
        </p:nvSpPr>
        <p:spPr>
          <a:xfrm>
            <a:off x="3585091" y="2991388"/>
            <a:ext cx="179612" cy="10147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A6DDF47-A05C-673F-EA07-52050871E891}"/>
              </a:ext>
            </a:extLst>
          </p:cNvPr>
          <p:cNvCxnSpPr>
            <a:cxnSpLocks/>
            <a:stCxn id="170" idx="2"/>
            <a:endCxn id="167" idx="1"/>
          </p:cNvCxnSpPr>
          <p:nvPr/>
        </p:nvCxnSpPr>
        <p:spPr>
          <a:xfrm>
            <a:off x="3084080" y="2819562"/>
            <a:ext cx="406969" cy="2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F26903F-9609-761F-055B-C8A2F4FC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484" y="2599618"/>
            <a:ext cx="377192" cy="2199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1DF7620-B71D-B480-AC90-965E31B72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809" y="2630916"/>
            <a:ext cx="245906" cy="154634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73" name="Flowchart: Process 172">
            <a:extLst>
              <a:ext uri="{FF2B5EF4-FFF2-40B4-BE49-F238E27FC236}">
                <a16:creationId xmlns:a16="http://schemas.microsoft.com/office/drawing/2014/main" id="{97B64DB3-C4A5-5F20-9265-E081204B9A2E}"/>
              </a:ext>
            </a:extLst>
          </p:cNvPr>
          <p:cNvSpPr/>
          <p:nvPr/>
        </p:nvSpPr>
        <p:spPr>
          <a:xfrm>
            <a:off x="3011013" y="2668323"/>
            <a:ext cx="121824" cy="68828"/>
          </a:xfrm>
          <a:prstGeom prst="flowChartProcess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B963705F-FE8B-FCEA-981D-3D1381FDEE1A}"/>
              </a:ext>
            </a:extLst>
          </p:cNvPr>
          <p:cNvCxnSpPr>
            <a:cxnSpLocks/>
            <a:stCxn id="170" idx="2"/>
            <a:endCxn id="162" idx="0"/>
          </p:cNvCxnSpPr>
          <p:nvPr/>
        </p:nvCxnSpPr>
        <p:spPr>
          <a:xfrm>
            <a:off x="3084080" y="2819562"/>
            <a:ext cx="0" cy="263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8D6BFE44-49E2-7407-1F44-73181A35C818}"/>
              </a:ext>
            </a:extLst>
          </p:cNvPr>
          <p:cNvGrpSpPr/>
          <p:nvPr/>
        </p:nvGrpSpPr>
        <p:grpSpPr>
          <a:xfrm>
            <a:off x="3657216" y="4058700"/>
            <a:ext cx="686042" cy="580958"/>
            <a:chOff x="389447" y="4423072"/>
            <a:chExt cx="949394" cy="803971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8C2E75C-8A17-1258-63D1-76F282522825}"/>
                </a:ext>
              </a:extLst>
            </p:cNvPr>
            <p:cNvGrpSpPr/>
            <p:nvPr/>
          </p:nvGrpSpPr>
          <p:grpSpPr>
            <a:xfrm>
              <a:off x="389447" y="4423072"/>
              <a:ext cx="261663" cy="168433"/>
              <a:chOff x="3649174" y="6234931"/>
              <a:chExt cx="377192" cy="219944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97F48A35-86CB-D198-183C-8AA1F5F9D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84C5E5D9-8247-51E7-3775-81D2104F5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179" name="Flowchart: Process 178">
                <a:extLst>
                  <a:ext uri="{FF2B5EF4-FFF2-40B4-BE49-F238E27FC236}">
                    <a16:creationId xmlns:a16="http://schemas.microsoft.com/office/drawing/2014/main" id="{00D2F130-1787-F381-409E-342DBD4D8CDF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BF0A1E2-CED6-0BE2-A6BE-8BE1846139F6}"/>
                </a:ext>
              </a:extLst>
            </p:cNvPr>
            <p:cNvGrpSpPr/>
            <p:nvPr/>
          </p:nvGrpSpPr>
          <p:grpSpPr>
            <a:xfrm>
              <a:off x="465889" y="4517780"/>
              <a:ext cx="261663" cy="168433"/>
              <a:chOff x="3649174" y="6234931"/>
              <a:chExt cx="377192" cy="219944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13AB4DD6-0E49-3FFB-286C-259AD7D60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293F6F31-BEC7-539D-E2A1-F2219E7ED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190" name="Flowchart: Process 189">
                <a:extLst>
                  <a:ext uri="{FF2B5EF4-FFF2-40B4-BE49-F238E27FC236}">
                    <a16:creationId xmlns:a16="http://schemas.microsoft.com/office/drawing/2014/main" id="{B9045157-2423-E425-9729-68682268E610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80034CD1-2AB4-7954-112E-702F4361435D}"/>
                </a:ext>
              </a:extLst>
            </p:cNvPr>
            <p:cNvGrpSpPr/>
            <p:nvPr/>
          </p:nvGrpSpPr>
          <p:grpSpPr>
            <a:xfrm>
              <a:off x="567920" y="4621338"/>
              <a:ext cx="261663" cy="168433"/>
              <a:chOff x="3649174" y="6234931"/>
              <a:chExt cx="377192" cy="219944"/>
            </a:xfrm>
          </p:grpSpPr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4FF3C501-5670-6834-330D-FE981D4CB9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F9DE5B6E-BBF7-B1DA-0698-6F7D664BB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43" name="Flowchart: Process 642">
                <a:extLst>
                  <a:ext uri="{FF2B5EF4-FFF2-40B4-BE49-F238E27FC236}">
                    <a16:creationId xmlns:a16="http://schemas.microsoft.com/office/drawing/2014/main" id="{814C290E-AA98-E58A-1AEB-A8C3D2DD93F8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4" name="Group 643">
              <a:extLst>
                <a:ext uri="{FF2B5EF4-FFF2-40B4-BE49-F238E27FC236}">
                  <a16:creationId xmlns:a16="http://schemas.microsoft.com/office/drawing/2014/main" id="{14EB1A97-B457-3E06-7A7E-44F44F3FF577}"/>
                </a:ext>
              </a:extLst>
            </p:cNvPr>
            <p:cNvGrpSpPr/>
            <p:nvPr/>
          </p:nvGrpSpPr>
          <p:grpSpPr>
            <a:xfrm>
              <a:off x="667943" y="4719213"/>
              <a:ext cx="261663" cy="168433"/>
              <a:chOff x="3649174" y="6234931"/>
              <a:chExt cx="377192" cy="219944"/>
            </a:xfrm>
          </p:grpSpPr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C6E31DCD-B4B2-D6C2-53B9-D4D069CA1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4C9C9C02-1750-FAF9-5369-C99D7965D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47" name="Flowchart: Process 646">
                <a:extLst>
                  <a:ext uri="{FF2B5EF4-FFF2-40B4-BE49-F238E27FC236}">
                    <a16:creationId xmlns:a16="http://schemas.microsoft.com/office/drawing/2014/main" id="{0E31A8C2-D5BA-7278-B866-26A39DC2FA5B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8" name="Group 647">
              <a:extLst>
                <a:ext uri="{FF2B5EF4-FFF2-40B4-BE49-F238E27FC236}">
                  <a16:creationId xmlns:a16="http://schemas.microsoft.com/office/drawing/2014/main" id="{99AD58D0-C174-8FDF-6DB6-2D4F20DBBF44}"/>
                </a:ext>
              </a:extLst>
            </p:cNvPr>
            <p:cNvGrpSpPr/>
            <p:nvPr/>
          </p:nvGrpSpPr>
          <p:grpSpPr>
            <a:xfrm>
              <a:off x="775429" y="4789156"/>
              <a:ext cx="261663" cy="168433"/>
              <a:chOff x="3649174" y="6234931"/>
              <a:chExt cx="377192" cy="219944"/>
            </a:xfrm>
          </p:grpSpPr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39518D53-9553-071E-066A-6A30E740A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41253DC8-D5EF-AED0-7BAD-183E4D45A3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0" name="Flowchart: Process 659">
                <a:extLst>
                  <a:ext uri="{FF2B5EF4-FFF2-40B4-BE49-F238E27FC236}">
                    <a16:creationId xmlns:a16="http://schemas.microsoft.com/office/drawing/2014/main" id="{AE55EA4E-C3BE-9784-1C6F-D849EC807D2E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1" name="Group 660">
              <a:extLst>
                <a:ext uri="{FF2B5EF4-FFF2-40B4-BE49-F238E27FC236}">
                  <a16:creationId xmlns:a16="http://schemas.microsoft.com/office/drawing/2014/main" id="{91B05342-1BBC-3286-CD2D-36665C953D4B}"/>
                </a:ext>
              </a:extLst>
            </p:cNvPr>
            <p:cNvGrpSpPr/>
            <p:nvPr/>
          </p:nvGrpSpPr>
          <p:grpSpPr>
            <a:xfrm>
              <a:off x="874720" y="4872580"/>
              <a:ext cx="261663" cy="168433"/>
              <a:chOff x="3649174" y="6234931"/>
              <a:chExt cx="377192" cy="219944"/>
            </a:xfrm>
          </p:grpSpPr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E38653DE-D18C-52BA-6651-16339F455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BF9019FB-3F91-DF03-EE6E-0D3C3DB7D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4" name="Flowchart: Process 663">
                <a:extLst>
                  <a:ext uri="{FF2B5EF4-FFF2-40B4-BE49-F238E27FC236}">
                    <a16:creationId xmlns:a16="http://schemas.microsoft.com/office/drawing/2014/main" id="{02C4716D-3A15-9CC6-669C-CDB1E44A719F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" name="Group 664">
              <a:extLst>
                <a:ext uri="{FF2B5EF4-FFF2-40B4-BE49-F238E27FC236}">
                  <a16:creationId xmlns:a16="http://schemas.microsoft.com/office/drawing/2014/main" id="{755819A5-93B3-9D19-2E29-089C7D5EF541}"/>
                </a:ext>
              </a:extLst>
            </p:cNvPr>
            <p:cNvGrpSpPr/>
            <p:nvPr/>
          </p:nvGrpSpPr>
          <p:grpSpPr>
            <a:xfrm>
              <a:off x="968944" y="4963476"/>
              <a:ext cx="261663" cy="168433"/>
              <a:chOff x="3649174" y="6234931"/>
              <a:chExt cx="377192" cy="219944"/>
            </a:xfrm>
          </p:grpSpPr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3F6E19AE-A1D4-6DBA-9DE8-F182BDDBE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D3D756EC-1824-E715-4C20-D35F41E1F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9"/>
                <a:ext cx="245906" cy="154634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68" name="Flowchart: Process 667">
                <a:extLst>
                  <a:ext uri="{FF2B5EF4-FFF2-40B4-BE49-F238E27FC236}">
                    <a16:creationId xmlns:a16="http://schemas.microsoft.com/office/drawing/2014/main" id="{F3ECFB9A-4751-D666-8E99-73E16EEBDEA1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9" name="Group 668">
              <a:extLst>
                <a:ext uri="{FF2B5EF4-FFF2-40B4-BE49-F238E27FC236}">
                  <a16:creationId xmlns:a16="http://schemas.microsoft.com/office/drawing/2014/main" id="{51C88C9B-4677-FAC4-AB50-5F26DF61854A}"/>
                </a:ext>
              </a:extLst>
            </p:cNvPr>
            <p:cNvGrpSpPr/>
            <p:nvPr/>
          </p:nvGrpSpPr>
          <p:grpSpPr>
            <a:xfrm>
              <a:off x="1077178" y="5058610"/>
              <a:ext cx="261663" cy="168433"/>
              <a:chOff x="3649174" y="6234931"/>
              <a:chExt cx="377192" cy="219944"/>
            </a:xfrm>
          </p:grpSpPr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A45EF2AB-8D7B-F408-16E8-33B2D6A83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9174" y="6234931"/>
                <a:ext cx="377192" cy="2199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5B3DA9F0-F9F9-5607-846D-FA970F78C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499" y="6266224"/>
                <a:ext cx="245906" cy="154633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</a:endParaRPr>
              </a:p>
            </p:txBody>
          </p:sp>
          <p:sp>
            <p:nvSpPr>
              <p:cNvPr id="672" name="Flowchart: Process 671">
                <a:extLst>
                  <a:ext uri="{FF2B5EF4-FFF2-40B4-BE49-F238E27FC236}">
                    <a16:creationId xmlns:a16="http://schemas.microsoft.com/office/drawing/2014/main" id="{CE01C557-8D24-1319-EB1D-57C088636E30}"/>
                  </a:ext>
                </a:extLst>
              </p:cNvPr>
              <p:cNvSpPr/>
              <p:nvPr/>
            </p:nvSpPr>
            <p:spPr>
              <a:xfrm>
                <a:off x="3764703" y="6303636"/>
                <a:ext cx="121824" cy="68828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22E7BE9-B5D0-DE06-85AB-9954295A1A0F}"/>
              </a:ext>
            </a:extLst>
          </p:cNvPr>
          <p:cNvSpPr/>
          <p:nvPr/>
        </p:nvSpPr>
        <p:spPr>
          <a:xfrm flipV="1">
            <a:off x="3459972" y="3983228"/>
            <a:ext cx="976393" cy="7460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2">
            <a:extLst>
              <a:ext uri="{FF2B5EF4-FFF2-40B4-BE49-F238E27FC236}">
                <a16:creationId xmlns:a16="http://schemas.microsoft.com/office/drawing/2014/main" id="{EFE0A997-2C3B-0770-73A6-0CBBCD719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14" y="5548663"/>
            <a:ext cx="4595169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Physical Medium Attachment (PMA) / Electrical Interface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physical connection consists of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8 electrical lanes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(400GAUI-8).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Each lane uses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50G PAM4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(Pulse Amplitude Modulation 4-level) signaling.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309B640-7E50-5CC3-DA8E-0FF03A6B38DB}"/>
              </a:ext>
            </a:extLst>
          </p:cNvPr>
          <p:cNvSpPr txBox="1"/>
          <p:nvPr/>
        </p:nvSpPr>
        <p:spPr>
          <a:xfrm>
            <a:off x="8535361" y="2279978"/>
            <a:ext cx="2546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E.g.,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 </a:t>
            </a: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400GbE (400 Gigabit Ethernet)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 </a:t>
            </a:r>
            <a:endParaRPr lang="en-GB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30D686F-9C4C-DD1B-EE72-DD634DAF5600}"/>
              </a:ext>
            </a:extLst>
          </p:cNvPr>
          <p:cNvSpPr txBox="1"/>
          <p:nvPr/>
        </p:nvSpPr>
        <p:spPr>
          <a:xfrm>
            <a:off x="4918241" y="2947745"/>
            <a:ext cx="2112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FEC / Mapping Layer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E.g., </a:t>
            </a: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Concatenated FEC (C-FEC)</a:t>
            </a:r>
            <a:endParaRPr lang="en-GB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95FAC6B-2E3F-8C1D-6E16-3A95487BC0C2}"/>
              </a:ext>
            </a:extLst>
          </p:cNvPr>
          <p:cNvSpPr txBox="1"/>
          <p:nvPr/>
        </p:nvSpPr>
        <p:spPr>
          <a:xfrm>
            <a:off x="2295054" y="4719049"/>
            <a:ext cx="5537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Physical Coding Sublayer (PCS)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Standard </a:t>
            </a: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IEEE 802.3 PCS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 is used for 400GBASE-R.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Functions include </a:t>
            </a:r>
            <a:r>
              <a:rPr lang="en-US" altLang="en-US" sz="1200" b="1" dirty="0">
                <a:solidFill>
                  <a:srgbClr val="0A0A0A"/>
                </a:solidFill>
                <a:latin typeface="Google Sans"/>
              </a:rPr>
              <a:t>64B/66B encoding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, scrambling, and lane distribution </a:t>
            </a:r>
            <a:r>
              <a:rPr lang="en-US" altLang="en-US" sz="1200" dirty="0">
                <a:solidFill>
                  <a:srgbClr val="FF0000"/>
                </a:solidFill>
                <a:latin typeface="Google Sans"/>
              </a:rPr>
              <a:t>(Inverse Mux)</a:t>
            </a:r>
            <a:r>
              <a:rPr lang="en-US" altLang="en-US" sz="1200" dirty="0">
                <a:solidFill>
                  <a:srgbClr val="0A0A0A"/>
                </a:solidFill>
                <a:latin typeface="Googl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9792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A4EE12-2ABD-7BE4-274F-965BE76B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30A7CA-DB17-3DED-3DD5-27CA43102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Options:</a:t>
            </a:r>
          </a:p>
          <a:p>
            <a:pPr lvl="1"/>
            <a:r>
              <a:rPr lang="en-GB"/>
              <a:t>Single </a:t>
            </a:r>
            <a:r>
              <a:rPr lang="en-GB" dirty="0"/>
              <a:t>abstracted proxy TP representing the 8 lanes v 8 separate TPs, one per lane, each to pins and via strands over the access port and span v 8 TPs but no strands and just links (no pin numbers etc.)</a:t>
            </a:r>
          </a:p>
          <a:p>
            <a:pPr lvl="1"/>
            <a:r>
              <a:rPr lang="en-GB" dirty="0"/>
              <a:t>Full stack v shallow stack (previously we got burnt with shallow stack </a:t>
            </a:r>
            <a:r>
              <a:rPr lang="en-GB" dirty="0">
                <a:sym typeface="Wingdings" panose="05000000000000000000" pitchFamily="2" charset="2"/>
              </a:rPr>
              <a:t>)</a:t>
            </a:r>
            <a:endParaRPr lang="en-GB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653BBE-98BB-A71D-9A23-B15D9BBEB6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25000" lnSpcReduction="20000"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41264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71">
      <a:dk1>
        <a:srgbClr val="4B4B4B"/>
      </a:dk1>
      <a:lt1>
        <a:srgbClr val="FFFFFF"/>
      </a:lt1>
      <a:dk2>
        <a:srgbClr val="004B7D"/>
      </a:dk2>
      <a:lt2>
        <a:srgbClr val="00CCFF"/>
      </a:lt2>
      <a:accent1>
        <a:srgbClr val="4B87CC"/>
      </a:accent1>
      <a:accent2>
        <a:srgbClr val="AF3333"/>
      </a:accent2>
      <a:accent3>
        <a:srgbClr val="4B994B"/>
      </a:accent3>
      <a:accent4>
        <a:srgbClr val="664B97"/>
      </a:accent4>
      <a:accent5>
        <a:srgbClr val="FFAF00"/>
      </a:accent5>
      <a:accent6>
        <a:srgbClr val="971919"/>
      </a:accent6>
      <a:hlink>
        <a:srgbClr val="004B7D"/>
      </a:hlink>
      <a:folHlink>
        <a:srgbClr val="6666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5400" cap="rnd" cmpd="sng">
          <a:solidFill>
            <a:schemeClr val="tx1">
              <a:lumMod val="60000"/>
              <a:lumOff val="4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6BCBA0317FE45A8D0802EC51AB3B1" ma:contentTypeVersion="18" ma:contentTypeDescription="Create a new document." ma:contentTypeScope="" ma:versionID="109b37dd58cac099774f1fb2e50b16ef">
  <xsd:schema xmlns:xsd="http://www.w3.org/2001/XMLSchema" xmlns:xs="http://www.w3.org/2001/XMLSchema" xmlns:p="http://schemas.microsoft.com/office/2006/metadata/properties" xmlns:ns3="2b3b7a9a-9f4e-4287-887d-66a893a8deff" xmlns:ns4="ad05b431-1422-4e90-a916-f1fafe37ef17" targetNamespace="http://schemas.microsoft.com/office/2006/metadata/properties" ma:root="true" ma:fieldsID="9bad4f67f6b790d45b2f8089be60694c" ns3:_="" ns4:_="">
    <xsd:import namespace="2b3b7a9a-9f4e-4287-887d-66a893a8deff"/>
    <xsd:import namespace="ad05b431-1422-4e90-a916-f1fafe37ef1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b7a9a-9f4e-4287-887d-66a893a8de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05b431-1422-4e90-a916-f1fafe37ef1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3b7a9a-9f4e-4287-887d-66a893a8deff" xsi:nil="true"/>
  </documentManagement>
</p:properties>
</file>

<file path=customXml/itemProps1.xml><?xml version="1.0" encoding="utf-8"?>
<ds:datastoreItem xmlns:ds="http://schemas.openxmlformats.org/officeDocument/2006/customXml" ds:itemID="{4F1E431B-09A4-47B8-80D3-CD92E51682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3b7a9a-9f4e-4287-887d-66a893a8deff"/>
    <ds:schemaRef ds:uri="ad05b431-1422-4e90-a916-f1fafe37ef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98D0DF-C5F0-4DA3-9414-C159F56EB8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ABEAB4-BD68-48EE-B7F4-69A172E86F08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ad05b431-1422-4e90-a916-f1fafe37ef17"/>
    <ds:schemaRef ds:uri="2b3b7a9a-9f4e-4287-887d-66a893a8deff"/>
  </ds:schemaRefs>
</ds:datastoreItem>
</file>

<file path=docMetadata/LabelInfo.xml><?xml version="1.0" encoding="utf-8"?>
<clbl:labelList xmlns:clbl="http://schemas.microsoft.com/office/2020/mipLabelMetadata">
  <clbl:label id="{a7295cc1-d279-42ac-ab4d-3b0f4fece050}" enabled="1" method="Standard" siteId="{a19f121d-81e1-4858-a9d8-736e267fd4c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27488</TotalTime>
  <Words>2632</Words>
  <Application>Microsoft Office PowerPoint</Application>
  <PresentationFormat>Widescreen</PresentationFormat>
  <Paragraphs>487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Corbel</vt:lpstr>
      <vt:lpstr>Google Sans</vt:lpstr>
      <vt:lpstr>Open Sans Medium</vt:lpstr>
      <vt:lpstr>Roboto</vt:lpstr>
      <vt:lpstr>Roboto Slab Light</vt:lpstr>
      <vt:lpstr>Verdana</vt:lpstr>
      <vt:lpstr>Wingdings</vt:lpstr>
      <vt:lpstr>1_Office Theme</vt:lpstr>
      <vt:lpstr>PowerPoint Presentation</vt:lpstr>
      <vt:lpstr>Primary consideration – reporting alarms and PMs</vt:lpstr>
      <vt:lpstr>TAPI and IETF considerations</vt:lpstr>
      <vt:lpstr>OIF-400ZR 400GBASE-R - 400G carried over a ZR400 payload</vt:lpstr>
      <vt:lpstr>OIF-400ZR 400GBASE-R - 400G carried over a ZR400 payload</vt:lpstr>
      <vt:lpstr>The model for plug lanes</vt:lpstr>
      <vt:lpstr>Background and partially obsolete material</vt:lpstr>
      <vt:lpstr>OIF-400ZR 400GBASE-R - 400G carried over a ZR400 payload</vt:lpstr>
      <vt:lpstr>OIF-400ZR 400GBASE-R - 400G carried over a ZR400 payload</vt:lpstr>
      <vt:lpstr>OIF-400ZR 400GBASE-R - 400G carried over a ZR400 payload</vt:lpstr>
      <vt:lpstr>ZR/ZR+ Considerations</vt:lpstr>
      <vt:lpstr>OIF-400ZR 400GBASE-R</vt:lpstr>
      <vt:lpstr>OIF-400ZR 400GBASE-R - 400G carried over a ZR400 payload</vt:lpstr>
      <vt:lpstr>4 x 100G multiplexed and carried over a ZR400 payload</vt:lpstr>
      <vt:lpstr>400G carried over a ZR400 payload</vt:lpstr>
      <vt:lpstr>ZR/ZR+ Considerations</vt:lpstr>
      <vt:lpstr>The model for plug lanes</vt:lpstr>
      <vt:lpstr>OIF-400ZR 400GBASE-R - 400G carried over a ZR400 payload</vt:lpstr>
      <vt:lpstr>OIF-400ZR 400GBASE-R - 400G carried over a ZR400 payload</vt:lpstr>
      <vt:lpstr>OIF-400ZR 400GBASE-R - 400G carried over a ZR400 payload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Joyce, Roshan</dc:creator>
  <cp:lastModifiedBy>Davis, Nigel</cp:lastModifiedBy>
  <cp:revision>10</cp:revision>
  <dcterms:created xsi:type="dcterms:W3CDTF">2026-01-21T09:52:00Z</dcterms:created>
  <dcterms:modified xsi:type="dcterms:W3CDTF">2026-06-01T11:39:09Z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0x01010048C6BCBA0317FE45A8D0802EC51AB3B1</vt:lpwstr>
  </property>
</Properties>
</file>