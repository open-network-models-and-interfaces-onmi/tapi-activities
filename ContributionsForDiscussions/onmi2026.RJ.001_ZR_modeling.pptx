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879" r:id="rId2"/>
    <p:sldId id="2766" r:id="rId3"/>
    <p:sldId id="2880" r:id="rId4"/>
    <p:sldId id="2881" r:id="rId5"/>
    <p:sldId id="2877" r:id="rId6"/>
    <p:sldId id="2878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C4D32FF-D98D-406F-8C6C-890E21A015DB}" v="4" dt="2026-01-21T12:40:11.95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660"/>
  </p:normalViewPr>
  <p:slideViewPr>
    <p:cSldViewPr snapToGrid="0">
      <p:cViewPr>
        <p:scale>
          <a:sx n="130" d="100"/>
          <a:sy n="130" d="100"/>
        </p:scale>
        <p:origin x="1428" y="5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yce, Roshan" userId="42de0764-d99f-4bc9-bb91-484b45138fac" providerId="ADAL" clId="{0B41308D-1E7A-4A1E-8051-7568DAC0FC05}"/>
    <pc:docChg chg="undo custSel addSld delSld modSld">
      <pc:chgData name="Joyce, Roshan" userId="42de0764-d99f-4bc9-bb91-484b45138fac" providerId="ADAL" clId="{0B41308D-1E7A-4A1E-8051-7568DAC0FC05}" dt="2026-01-21T12:41:41.358" v="968" actId="20577"/>
      <pc:docMkLst>
        <pc:docMk/>
      </pc:docMkLst>
      <pc:sldChg chg="addSp modSp mod">
        <pc:chgData name="Joyce, Roshan" userId="42de0764-d99f-4bc9-bb91-484b45138fac" providerId="ADAL" clId="{0B41308D-1E7A-4A1E-8051-7568DAC0FC05}" dt="2026-01-21T12:39:52.984" v="831" actId="20577"/>
        <pc:sldMkLst>
          <pc:docMk/>
          <pc:sldMk cId="3391921341" sldId="2766"/>
        </pc:sldMkLst>
        <pc:spChg chg="add mod">
          <ac:chgData name="Joyce, Roshan" userId="42de0764-d99f-4bc9-bb91-484b45138fac" providerId="ADAL" clId="{0B41308D-1E7A-4A1E-8051-7568DAC0FC05}" dt="2026-01-21T12:39:52.984" v="831" actId="20577"/>
          <ac:spMkLst>
            <pc:docMk/>
            <pc:sldMk cId="3391921341" sldId="2766"/>
            <ac:spMk id="3" creationId="{95FFF4DA-34AF-6E2C-6DF9-4FBEFD1FB39B}"/>
          </ac:spMkLst>
        </pc:spChg>
        <pc:spChg chg="add mod">
          <ac:chgData name="Joyce, Roshan" userId="42de0764-d99f-4bc9-bb91-484b45138fac" providerId="ADAL" clId="{0B41308D-1E7A-4A1E-8051-7568DAC0FC05}" dt="2026-01-21T12:22:29.850" v="142" actId="1076"/>
          <ac:spMkLst>
            <pc:docMk/>
            <pc:sldMk cId="3391921341" sldId="2766"/>
            <ac:spMk id="4" creationId="{58E332A4-503C-09AE-4088-5A3A053C04C2}"/>
          </ac:spMkLst>
        </pc:spChg>
      </pc:sldChg>
      <pc:sldChg chg="del">
        <pc:chgData name="Joyce, Roshan" userId="42de0764-d99f-4bc9-bb91-484b45138fac" providerId="ADAL" clId="{0B41308D-1E7A-4A1E-8051-7568DAC0FC05}" dt="2026-01-21T12:18:21.290" v="0" actId="47"/>
        <pc:sldMkLst>
          <pc:docMk/>
          <pc:sldMk cId="2399992820" sldId="2876"/>
        </pc:sldMkLst>
      </pc:sldChg>
      <pc:sldChg chg="addSp modSp mod">
        <pc:chgData name="Joyce, Roshan" userId="42de0764-d99f-4bc9-bb91-484b45138fac" providerId="ADAL" clId="{0B41308D-1E7A-4A1E-8051-7568DAC0FC05}" dt="2026-01-21T12:38:11.422" v="827" actId="207"/>
        <pc:sldMkLst>
          <pc:docMk/>
          <pc:sldMk cId="1797868651" sldId="2877"/>
        </pc:sldMkLst>
        <pc:spChg chg="add mod">
          <ac:chgData name="Joyce, Roshan" userId="42de0764-d99f-4bc9-bb91-484b45138fac" providerId="ADAL" clId="{0B41308D-1E7A-4A1E-8051-7568DAC0FC05}" dt="2026-01-21T12:38:11.422" v="827" actId="207"/>
          <ac:spMkLst>
            <pc:docMk/>
            <pc:sldMk cId="1797868651" sldId="2877"/>
            <ac:spMk id="248" creationId="{17F91E4B-241E-6F26-D63B-D55FC7E5E4C5}"/>
          </ac:spMkLst>
        </pc:spChg>
      </pc:sldChg>
      <pc:sldChg chg="addSp delSp modSp new mod modClrScheme chgLayout">
        <pc:chgData name="Joyce, Roshan" userId="42de0764-d99f-4bc9-bb91-484b45138fac" providerId="ADAL" clId="{0B41308D-1E7A-4A1E-8051-7568DAC0FC05}" dt="2026-01-21T12:19:07.665" v="34" actId="20577"/>
        <pc:sldMkLst>
          <pc:docMk/>
          <pc:sldMk cId="2005947775" sldId="2879"/>
        </pc:sldMkLst>
        <pc:spChg chg="del">
          <ac:chgData name="Joyce, Roshan" userId="42de0764-d99f-4bc9-bb91-484b45138fac" providerId="ADAL" clId="{0B41308D-1E7A-4A1E-8051-7568DAC0FC05}" dt="2026-01-21T12:18:40.477" v="2" actId="700"/>
          <ac:spMkLst>
            <pc:docMk/>
            <pc:sldMk cId="2005947775" sldId="2879"/>
            <ac:spMk id="2" creationId="{FFC1F613-99C1-0006-98DF-1D1C6BF4D732}"/>
          </ac:spMkLst>
        </pc:spChg>
        <pc:spChg chg="del">
          <ac:chgData name="Joyce, Roshan" userId="42de0764-d99f-4bc9-bb91-484b45138fac" providerId="ADAL" clId="{0B41308D-1E7A-4A1E-8051-7568DAC0FC05}" dt="2026-01-21T12:18:40.477" v="2" actId="700"/>
          <ac:spMkLst>
            <pc:docMk/>
            <pc:sldMk cId="2005947775" sldId="2879"/>
            <ac:spMk id="3" creationId="{AD5D4E01-8EF5-A00B-21BE-3BC050B25A55}"/>
          </ac:spMkLst>
        </pc:spChg>
        <pc:spChg chg="add mod">
          <ac:chgData name="Joyce, Roshan" userId="42de0764-d99f-4bc9-bb91-484b45138fac" providerId="ADAL" clId="{0B41308D-1E7A-4A1E-8051-7568DAC0FC05}" dt="2026-01-21T12:19:07.665" v="34" actId="20577"/>
          <ac:spMkLst>
            <pc:docMk/>
            <pc:sldMk cId="2005947775" sldId="2879"/>
            <ac:spMk id="4" creationId="{583255BF-9D6F-3E12-8909-F2F16C5AD987}"/>
          </ac:spMkLst>
        </pc:spChg>
        <pc:spChg chg="add mod">
          <ac:chgData name="Joyce, Roshan" userId="42de0764-d99f-4bc9-bb91-484b45138fac" providerId="ADAL" clId="{0B41308D-1E7A-4A1E-8051-7568DAC0FC05}" dt="2026-01-21T12:18:49.245" v="4" actId="27636"/>
          <ac:spMkLst>
            <pc:docMk/>
            <pc:sldMk cId="2005947775" sldId="2879"/>
            <ac:spMk id="5" creationId="{08A03574-BB55-7532-1B25-4A49C376E735}"/>
          </ac:spMkLst>
        </pc:spChg>
      </pc:sldChg>
      <pc:sldChg chg="addSp delSp modSp new mod modClrScheme chgLayout">
        <pc:chgData name="Joyce, Roshan" userId="42de0764-d99f-4bc9-bb91-484b45138fac" providerId="ADAL" clId="{0B41308D-1E7A-4A1E-8051-7568DAC0FC05}" dt="2026-01-21T12:41:41.358" v="968" actId="20577"/>
        <pc:sldMkLst>
          <pc:docMk/>
          <pc:sldMk cId="3117817325" sldId="2880"/>
        </pc:sldMkLst>
        <pc:spChg chg="del">
          <ac:chgData name="Joyce, Roshan" userId="42de0764-d99f-4bc9-bb91-484b45138fac" providerId="ADAL" clId="{0B41308D-1E7A-4A1E-8051-7568DAC0FC05}" dt="2026-01-21T12:22:50.131" v="144" actId="478"/>
          <ac:spMkLst>
            <pc:docMk/>
            <pc:sldMk cId="3117817325" sldId="2880"/>
            <ac:spMk id="2" creationId="{61071A49-2CF1-C416-668D-7BF4C3DC6D57}"/>
          </ac:spMkLst>
        </pc:spChg>
        <pc:spChg chg="del mod">
          <ac:chgData name="Joyce, Roshan" userId="42de0764-d99f-4bc9-bb91-484b45138fac" providerId="ADAL" clId="{0B41308D-1E7A-4A1E-8051-7568DAC0FC05}" dt="2026-01-21T12:23:04.674" v="149" actId="478"/>
          <ac:spMkLst>
            <pc:docMk/>
            <pc:sldMk cId="3117817325" sldId="2880"/>
            <ac:spMk id="3" creationId="{B0B747AD-C03B-7286-6C48-6350CF7C502E}"/>
          </ac:spMkLst>
        </pc:spChg>
        <pc:spChg chg="add del mod">
          <ac:chgData name="Joyce, Roshan" userId="42de0764-d99f-4bc9-bb91-484b45138fac" providerId="ADAL" clId="{0B41308D-1E7A-4A1E-8051-7568DAC0FC05}" dt="2026-01-21T12:23:10.348" v="151" actId="478"/>
          <ac:spMkLst>
            <pc:docMk/>
            <pc:sldMk cId="3117817325" sldId="2880"/>
            <ac:spMk id="5" creationId="{6A9527B6-445C-4B2A-C4A6-4D84CED38C63}"/>
          </ac:spMkLst>
        </pc:spChg>
        <pc:spChg chg="add mod">
          <ac:chgData name="Joyce, Roshan" userId="42de0764-d99f-4bc9-bb91-484b45138fac" providerId="ADAL" clId="{0B41308D-1E7A-4A1E-8051-7568DAC0FC05}" dt="2026-01-21T12:26:13.109" v="160" actId="14100"/>
          <ac:spMkLst>
            <pc:docMk/>
            <pc:sldMk cId="3117817325" sldId="2880"/>
            <ac:spMk id="8" creationId="{F9020EA4-4F19-D600-FD2C-BDB79938DEC1}"/>
          </ac:spMkLst>
        </pc:spChg>
        <pc:spChg chg="add mod">
          <ac:chgData name="Joyce, Roshan" userId="42de0764-d99f-4bc9-bb91-484b45138fac" providerId="ADAL" clId="{0B41308D-1E7A-4A1E-8051-7568DAC0FC05}" dt="2026-01-21T12:26:54.759" v="167" actId="14100"/>
          <ac:spMkLst>
            <pc:docMk/>
            <pc:sldMk cId="3117817325" sldId="2880"/>
            <ac:spMk id="9" creationId="{7BFE7E65-DEA8-C0B2-26BC-F0BA0C420D25}"/>
          </ac:spMkLst>
        </pc:spChg>
        <pc:spChg chg="add mod ord">
          <ac:chgData name="Joyce, Roshan" userId="42de0764-d99f-4bc9-bb91-484b45138fac" providerId="ADAL" clId="{0B41308D-1E7A-4A1E-8051-7568DAC0FC05}" dt="2026-01-21T12:29:23.606" v="213" actId="20577"/>
          <ac:spMkLst>
            <pc:docMk/>
            <pc:sldMk cId="3117817325" sldId="2880"/>
            <ac:spMk id="10" creationId="{E5735610-840A-1710-1D7D-354BACDB7776}"/>
          </ac:spMkLst>
        </pc:spChg>
        <pc:spChg chg="add mod">
          <ac:chgData name="Joyce, Roshan" userId="42de0764-d99f-4bc9-bb91-484b45138fac" providerId="ADAL" clId="{0B41308D-1E7A-4A1E-8051-7568DAC0FC05}" dt="2026-01-21T12:41:41.358" v="968" actId="20577"/>
          <ac:spMkLst>
            <pc:docMk/>
            <pc:sldMk cId="3117817325" sldId="2880"/>
            <ac:spMk id="13" creationId="{F1A7C26D-9834-8189-4ECD-D1D75B0E0827}"/>
          </ac:spMkLst>
        </pc:spChg>
        <pc:picChg chg="add mod">
          <ac:chgData name="Joyce, Roshan" userId="42de0764-d99f-4bc9-bb91-484b45138fac" providerId="ADAL" clId="{0B41308D-1E7A-4A1E-8051-7568DAC0FC05}" dt="2026-01-21T12:26:33.184" v="163" actId="1076"/>
          <ac:picMkLst>
            <pc:docMk/>
            <pc:sldMk cId="3117817325" sldId="2880"/>
            <ac:picMk id="7" creationId="{7FA865FB-AD31-C7E5-9CBE-76341C1FF0BA}"/>
          </ac:picMkLst>
        </pc:picChg>
        <pc:picChg chg="add mod">
          <ac:chgData name="Joyce, Roshan" userId="42de0764-d99f-4bc9-bb91-484b45138fac" providerId="ADAL" clId="{0B41308D-1E7A-4A1E-8051-7568DAC0FC05}" dt="2026-01-21T12:29:18.395" v="197" actId="1076"/>
          <ac:picMkLst>
            <pc:docMk/>
            <pc:sldMk cId="3117817325" sldId="2880"/>
            <ac:picMk id="12" creationId="{80EB3E6B-37EE-D24E-7EB9-2A3A2F0856DE}"/>
          </ac:picMkLst>
        </pc:picChg>
      </pc:sldChg>
      <pc:sldChg chg="addSp delSp modSp new mod modClrScheme chgLayout">
        <pc:chgData name="Joyce, Roshan" userId="42de0764-d99f-4bc9-bb91-484b45138fac" providerId="ADAL" clId="{0B41308D-1E7A-4A1E-8051-7568DAC0FC05}" dt="2026-01-21T12:33:26.015" v="517" actId="20577"/>
        <pc:sldMkLst>
          <pc:docMk/>
          <pc:sldMk cId="858003213" sldId="2881"/>
        </pc:sldMkLst>
        <pc:spChg chg="del mod ord">
          <ac:chgData name="Joyce, Roshan" userId="42de0764-d99f-4bc9-bb91-484b45138fac" providerId="ADAL" clId="{0B41308D-1E7A-4A1E-8051-7568DAC0FC05}" dt="2026-01-21T12:31:31.009" v="228" actId="700"/>
          <ac:spMkLst>
            <pc:docMk/>
            <pc:sldMk cId="858003213" sldId="2881"/>
            <ac:spMk id="2" creationId="{50FC78D2-3D11-4331-FBFD-FB145FF7D668}"/>
          </ac:spMkLst>
        </pc:spChg>
        <pc:spChg chg="add mod ord">
          <ac:chgData name="Joyce, Roshan" userId="42de0764-d99f-4bc9-bb91-484b45138fac" providerId="ADAL" clId="{0B41308D-1E7A-4A1E-8051-7568DAC0FC05}" dt="2026-01-21T12:31:46.166" v="263" actId="20577"/>
          <ac:spMkLst>
            <pc:docMk/>
            <pc:sldMk cId="858003213" sldId="2881"/>
            <ac:spMk id="3" creationId="{B64C8ED7-1F46-8003-1BC1-C1E17468B01B}"/>
          </ac:spMkLst>
        </pc:spChg>
        <pc:spChg chg="add mod ord">
          <ac:chgData name="Joyce, Roshan" userId="42de0764-d99f-4bc9-bb91-484b45138fac" providerId="ADAL" clId="{0B41308D-1E7A-4A1E-8051-7568DAC0FC05}" dt="2026-01-21T12:33:26.015" v="517" actId="20577"/>
          <ac:spMkLst>
            <pc:docMk/>
            <pc:sldMk cId="858003213" sldId="2881"/>
            <ac:spMk id="4" creationId="{4F8C90D4-BA36-3C19-6BE2-B8B0D3C8CA7C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6900" y="0"/>
            <a:ext cx="11192891" cy="64086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1" y="892405"/>
            <a:ext cx="11180191" cy="5118929"/>
          </a:xfrm>
        </p:spPr>
        <p:txBody>
          <a:bodyPr/>
          <a:lstStyle>
            <a:lvl1pPr>
              <a:lnSpc>
                <a:spcPts val="4000"/>
              </a:lnSpc>
              <a:defRPr/>
            </a:lvl1pPr>
            <a:lvl2pPr>
              <a:lnSpc>
                <a:spcPts val="3467"/>
              </a:lnSpc>
              <a:defRPr/>
            </a:lvl2pPr>
            <a:lvl3pPr>
              <a:lnSpc>
                <a:spcPts val="3200"/>
              </a:lnSpc>
              <a:buClr>
                <a:schemeClr val="bg2"/>
              </a:buClr>
              <a:defRPr/>
            </a:lvl3pPr>
            <a:lvl4pPr>
              <a:lnSpc>
                <a:spcPts val="2933"/>
              </a:lnSpc>
              <a:buClr>
                <a:schemeClr val="accent5"/>
              </a:buClr>
              <a:defRPr/>
            </a:lvl4pPr>
            <a:lvl5pPr>
              <a:buClr>
                <a:schemeClr val="bg2"/>
              </a:buCl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pic>
        <p:nvPicPr>
          <p:cNvPr id="4" name="Google Shape;67;p9">
            <a:extLst>
              <a:ext uri="{FF2B5EF4-FFF2-40B4-BE49-F238E27FC236}">
                <a16:creationId xmlns:a16="http://schemas.microsoft.com/office/drawing/2014/main" id="{99EA20D6-D00B-613C-670A-488913328274}"/>
              </a:ext>
            </a:extLst>
          </p:cNvPr>
          <p:cNvPicPr preferRelativeResize="0"/>
          <p:nvPr userDrawn="1"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770338" y="6334596"/>
            <a:ext cx="1294373" cy="426467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87;p12">
            <a:extLst>
              <a:ext uri="{FF2B5EF4-FFF2-40B4-BE49-F238E27FC236}">
                <a16:creationId xmlns:a16="http://schemas.microsoft.com/office/drawing/2014/main" id="{4220A505-5C03-4EB0-F7D5-ECBB315F6C2F}"/>
              </a:ext>
            </a:extLst>
          </p:cNvPr>
          <p:cNvSpPr/>
          <p:nvPr userDrawn="1"/>
        </p:nvSpPr>
        <p:spPr>
          <a:xfrm>
            <a:off x="0" y="0"/>
            <a:ext cx="12192000" cy="662400"/>
          </a:xfrm>
          <a:prstGeom prst="rect">
            <a:avLst/>
          </a:prstGeom>
          <a:solidFill>
            <a:srgbClr val="0094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defTabSz="121917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67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8670332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6900" y="21829"/>
            <a:ext cx="10903801" cy="63466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FB2EF3DB-A4DA-1D25-85B5-512AD3B62C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1" y="892405"/>
            <a:ext cx="11180191" cy="5118929"/>
          </a:xfrm>
        </p:spPr>
        <p:txBody>
          <a:bodyPr/>
          <a:lstStyle>
            <a:lvl1pPr>
              <a:lnSpc>
                <a:spcPts val="4000"/>
              </a:lnSpc>
              <a:defRPr/>
            </a:lvl1pPr>
            <a:lvl2pPr>
              <a:lnSpc>
                <a:spcPts val="3467"/>
              </a:lnSpc>
              <a:defRPr/>
            </a:lvl2pPr>
            <a:lvl3pPr>
              <a:lnSpc>
                <a:spcPts val="3200"/>
              </a:lnSpc>
              <a:buClr>
                <a:schemeClr val="bg2"/>
              </a:buClr>
              <a:defRPr/>
            </a:lvl3pPr>
            <a:lvl4pPr>
              <a:lnSpc>
                <a:spcPts val="2933"/>
              </a:lnSpc>
              <a:buClr>
                <a:schemeClr val="accent5"/>
              </a:buClr>
              <a:defRPr/>
            </a:lvl4pPr>
            <a:lvl5pPr>
              <a:buClr>
                <a:schemeClr val="bg2"/>
              </a:buCl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Google Shape;87;p12">
            <a:extLst>
              <a:ext uri="{FF2B5EF4-FFF2-40B4-BE49-F238E27FC236}">
                <a16:creationId xmlns:a16="http://schemas.microsoft.com/office/drawing/2014/main" id="{C214E2D6-49E6-779F-B77B-B4BB4F35ACF8}"/>
              </a:ext>
            </a:extLst>
          </p:cNvPr>
          <p:cNvSpPr/>
          <p:nvPr userDrawn="1"/>
        </p:nvSpPr>
        <p:spPr>
          <a:xfrm>
            <a:off x="0" y="0"/>
            <a:ext cx="12192000" cy="662400"/>
          </a:xfrm>
          <a:prstGeom prst="rect">
            <a:avLst/>
          </a:prstGeom>
          <a:solidFill>
            <a:srgbClr val="0094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defTabSz="121917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67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8" name="Google Shape;67;p9">
            <a:extLst>
              <a:ext uri="{FF2B5EF4-FFF2-40B4-BE49-F238E27FC236}">
                <a16:creationId xmlns:a16="http://schemas.microsoft.com/office/drawing/2014/main" id="{F8A8CCF3-1672-6896-2590-CDB4875EB2A1}"/>
              </a:ext>
            </a:extLst>
          </p:cNvPr>
          <p:cNvPicPr preferRelativeResize="0"/>
          <p:nvPr userDrawn="1"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770338" y="6334596"/>
            <a:ext cx="1294373" cy="42646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504513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Google Shape;87;p12">
            <a:extLst>
              <a:ext uri="{FF2B5EF4-FFF2-40B4-BE49-F238E27FC236}">
                <a16:creationId xmlns:a16="http://schemas.microsoft.com/office/drawing/2014/main" id="{39992310-2A65-5CC1-38BE-27702551CF41}"/>
              </a:ext>
            </a:extLst>
          </p:cNvPr>
          <p:cNvSpPr/>
          <p:nvPr userDrawn="1"/>
        </p:nvSpPr>
        <p:spPr>
          <a:xfrm>
            <a:off x="0" y="0"/>
            <a:ext cx="12192000" cy="662400"/>
          </a:xfrm>
          <a:prstGeom prst="rect">
            <a:avLst/>
          </a:prstGeom>
          <a:solidFill>
            <a:srgbClr val="0094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defTabSz="121917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67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6" name="Google Shape;67;p9">
            <a:extLst>
              <a:ext uri="{FF2B5EF4-FFF2-40B4-BE49-F238E27FC236}">
                <a16:creationId xmlns:a16="http://schemas.microsoft.com/office/drawing/2014/main" id="{C99595D1-66C4-7173-5A28-2E5B42F7E60D}"/>
              </a:ext>
            </a:extLst>
          </p:cNvPr>
          <p:cNvPicPr preferRelativeResize="0"/>
          <p:nvPr userDrawn="1"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770338" y="6334596"/>
            <a:ext cx="1294373" cy="42646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083668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6900" y="1"/>
            <a:ext cx="11301589" cy="65649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Google Shape;87;p12">
            <a:extLst>
              <a:ext uri="{FF2B5EF4-FFF2-40B4-BE49-F238E27FC236}">
                <a16:creationId xmlns:a16="http://schemas.microsoft.com/office/drawing/2014/main" id="{391F44D2-3E7A-9664-F185-72D3B236B0D4}"/>
              </a:ext>
            </a:extLst>
          </p:cNvPr>
          <p:cNvSpPr/>
          <p:nvPr userDrawn="1"/>
        </p:nvSpPr>
        <p:spPr>
          <a:xfrm>
            <a:off x="0" y="0"/>
            <a:ext cx="12192000" cy="662400"/>
          </a:xfrm>
          <a:prstGeom prst="rect">
            <a:avLst/>
          </a:prstGeom>
          <a:solidFill>
            <a:srgbClr val="0094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defTabSz="121917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67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7" name="Google Shape;67;p9">
            <a:extLst>
              <a:ext uri="{FF2B5EF4-FFF2-40B4-BE49-F238E27FC236}">
                <a16:creationId xmlns:a16="http://schemas.microsoft.com/office/drawing/2014/main" id="{22A92A4E-5254-7342-1950-9CC5E47865BA}"/>
              </a:ext>
            </a:extLst>
          </p:cNvPr>
          <p:cNvPicPr preferRelativeResize="0"/>
          <p:nvPr userDrawn="1"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770338" y="6334596"/>
            <a:ext cx="1294373" cy="42646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2089093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go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87;p12">
            <a:extLst>
              <a:ext uri="{FF2B5EF4-FFF2-40B4-BE49-F238E27FC236}">
                <a16:creationId xmlns:a16="http://schemas.microsoft.com/office/drawing/2014/main" id="{153E60C5-4855-5A77-4499-D57C2E436A4C}"/>
              </a:ext>
            </a:extLst>
          </p:cNvPr>
          <p:cNvSpPr/>
          <p:nvPr userDrawn="1"/>
        </p:nvSpPr>
        <p:spPr>
          <a:xfrm>
            <a:off x="0" y="0"/>
            <a:ext cx="12192000" cy="662400"/>
          </a:xfrm>
          <a:prstGeom prst="rect">
            <a:avLst/>
          </a:prstGeom>
          <a:solidFill>
            <a:srgbClr val="0094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defTabSz="121917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67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5" name="Google Shape;67;p9">
            <a:extLst>
              <a:ext uri="{FF2B5EF4-FFF2-40B4-BE49-F238E27FC236}">
                <a16:creationId xmlns:a16="http://schemas.microsoft.com/office/drawing/2014/main" id="{6C144D4C-47D8-4FF6-0A31-B54E805D6718}"/>
              </a:ext>
            </a:extLst>
          </p:cNvPr>
          <p:cNvPicPr preferRelativeResize="0"/>
          <p:nvPr userDrawn="1"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770338" y="6334596"/>
            <a:ext cx="1294373" cy="42646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174897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Only(whit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"/>
          <p:cNvSpPr>
            <a:spLocks noGrp="1"/>
          </p:cNvSpPr>
          <p:nvPr>
            <p:ph type="title" hasCustomPrompt="1"/>
          </p:nvPr>
        </p:nvSpPr>
        <p:spPr bwMode="gray">
          <a:xfrm>
            <a:off x="239351" y="38400"/>
            <a:ext cx="11712000" cy="624000"/>
          </a:xfrm>
        </p:spPr>
        <p:txBody>
          <a:bodyPr tIns="45720">
            <a:normAutofit/>
          </a:bodyPr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kumimoji="1" lang="en-US" altLang="ja-JP"/>
              <a:t>Enter the title.</a:t>
            </a:r>
            <a:endParaRPr kumimoji="1" lang="ja-JP" altLang="en-US"/>
          </a:p>
        </p:txBody>
      </p:sp>
      <p:sp>
        <p:nvSpPr>
          <p:cNvPr id="5" name="Google Shape;87;p12">
            <a:extLst>
              <a:ext uri="{FF2B5EF4-FFF2-40B4-BE49-F238E27FC236}">
                <a16:creationId xmlns:a16="http://schemas.microsoft.com/office/drawing/2014/main" id="{FDD6E18B-E8DE-ED2C-A26C-4236EFFE4908}"/>
              </a:ext>
            </a:extLst>
          </p:cNvPr>
          <p:cNvSpPr/>
          <p:nvPr userDrawn="1"/>
        </p:nvSpPr>
        <p:spPr>
          <a:xfrm>
            <a:off x="0" y="0"/>
            <a:ext cx="12192000" cy="662400"/>
          </a:xfrm>
          <a:prstGeom prst="rect">
            <a:avLst/>
          </a:prstGeom>
          <a:solidFill>
            <a:srgbClr val="0094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defTabSz="121917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67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6" name="Google Shape;67;p9">
            <a:extLst>
              <a:ext uri="{FF2B5EF4-FFF2-40B4-BE49-F238E27FC236}">
                <a16:creationId xmlns:a16="http://schemas.microsoft.com/office/drawing/2014/main" id="{4CB9943C-C259-21C0-ABF9-2495085E2F53}"/>
              </a:ext>
            </a:extLst>
          </p:cNvPr>
          <p:cNvPicPr preferRelativeResize="0"/>
          <p:nvPr userDrawn="1"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770338" y="6334596"/>
            <a:ext cx="1294373" cy="42646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187339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ver Slide">
    <p:bg>
      <p:bgPr>
        <a:solidFill>
          <a:srgbClr val="00377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93575" y="1964266"/>
            <a:ext cx="6066869" cy="3140908"/>
          </a:xfr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>
              <a:defRPr lang="en-US" sz="5600">
                <a:solidFill>
                  <a:schemeClr val="lt1"/>
                </a:solidFill>
              </a:defRPr>
            </a:lvl1pPr>
          </a:lstStyle>
          <a:p>
            <a:pPr marR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lab Light"/>
            </a:pPr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06270" y="4539766"/>
            <a:ext cx="11057772" cy="565409"/>
          </a:xfr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>
              <a:defRPr lang="en-US" sz="2800">
                <a:solidFill>
                  <a:schemeClr val="lt1"/>
                </a:solidFill>
              </a:defRPr>
            </a:lvl1pPr>
          </a:lstStyle>
          <a:p>
            <a:pPr marR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</a:pPr>
            <a:r>
              <a:rPr lang="en-US"/>
              <a:t>Click to edit Master subtitle style</a:t>
            </a:r>
          </a:p>
        </p:txBody>
      </p:sp>
      <p:sp>
        <p:nvSpPr>
          <p:cNvPr id="7" name="Google Shape;41;p5">
            <a:extLst>
              <a:ext uri="{FF2B5EF4-FFF2-40B4-BE49-F238E27FC236}">
                <a16:creationId xmlns:a16="http://schemas.microsoft.com/office/drawing/2014/main" id="{F93F80E0-4B7E-F0D9-7D0B-35912E58B7ED}"/>
              </a:ext>
            </a:extLst>
          </p:cNvPr>
          <p:cNvSpPr/>
          <p:nvPr userDrawn="1"/>
        </p:nvSpPr>
        <p:spPr>
          <a:xfrm>
            <a:off x="10838404" y="-12"/>
            <a:ext cx="1353600" cy="1353600"/>
          </a:xfrm>
          <a:prstGeom prst="rect">
            <a:avLst/>
          </a:prstGeom>
          <a:solidFill>
            <a:srgbClr val="5B1DE7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pic>
        <p:nvPicPr>
          <p:cNvPr id="8" name="Google Shape;39;p5">
            <a:extLst>
              <a:ext uri="{FF2B5EF4-FFF2-40B4-BE49-F238E27FC236}">
                <a16:creationId xmlns:a16="http://schemas.microsoft.com/office/drawing/2014/main" id="{7F1C5F97-8C4F-CF3F-0BB0-99DED6C4DFBA}"/>
              </a:ext>
            </a:extLst>
          </p:cNvPr>
          <p:cNvPicPr preferRelativeResize="0"/>
          <p:nvPr userDrawn="1"/>
        </p:nvPicPr>
        <p:blipFill>
          <a:blip r:embed="rId2">
            <a:alphaModFix/>
          </a:blip>
          <a:stretch>
            <a:fillRect/>
          </a:stretch>
        </p:blipFill>
        <p:spPr>
          <a:xfrm rot="5400000">
            <a:off x="11083137" y="5735579"/>
            <a:ext cx="1126457" cy="1118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43;p5">
            <a:extLst>
              <a:ext uri="{FF2B5EF4-FFF2-40B4-BE49-F238E27FC236}">
                <a16:creationId xmlns:a16="http://schemas.microsoft.com/office/drawing/2014/main" id="{871CCEFF-694B-7C7B-87F5-A493DDC69E79}"/>
              </a:ext>
            </a:extLst>
          </p:cNvPr>
          <p:cNvPicPr preferRelativeResize="0"/>
          <p:nvPr userDrawn="1"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40784" y="5646707"/>
            <a:ext cx="1592899" cy="52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87;p12">
            <a:extLst>
              <a:ext uri="{FF2B5EF4-FFF2-40B4-BE49-F238E27FC236}">
                <a16:creationId xmlns:a16="http://schemas.microsoft.com/office/drawing/2014/main" id="{CA166106-0296-EBFB-0356-033E279F0C9A}"/>
              </a:ext>
            </a:extLst>
          </p:cNvPr>
          <p:cNvSpPr/>
          <p:nvPr userDrawn="1"/>
        </p:nvSpPr>
        <p:spPr>
          <a:xfrm>
            <a:off x="1" y="-1486"/>
            <a:ext cx="10838404" cy="687979"/>
          </a:xfrm>
          <a:prstGeom prst="rect">
            <a:avLst/>
          </a:prstGeom>
          <a:solidFill>
            <a:srgbClr val="003778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defTabSz="121917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67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1" name="Google Shape;87;p12">
            <a:extLst>
              <a:ext uri="{FF2B5EF4-FFF2-40B4-BE49-F238E27FC236}">
                <a16:creationId xmlns:a16="http://schemas.microsoft.com/office/drawing/2014/main" id="{583E688F-EA1A-FA54-4886-F2EB51710E2A}"/>
              </a:ext>
            </a:extLst>
          </p:cNvPr>
          <p:cNvSpPr/>
          <p:nvPr userDrawn="1"/>
        </p:nvSpPr>
        <p:spPr>
          <a:xfrm>
            <a:off x="10456433" y="6171507"/>
            <a:ext cx="630731" cy="662400"/>
          </a:xfrm>
          <a:prstGeom prst="rect">
            <a:avLst/>
          </a:prstGeom>
          <a:solidFill>
            <a:srgbClr val="003778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defTabSz="121917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67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1886128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EF_Stand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20;p3">
            <a:extLst>
              <a:ext uri="{FF2B5EF4-FFF2-40B4-BE49-F238E27FC236}">
                <a16:creationId xmlns:a16="http://schemas.microsoft.com/office/drawing/2014/main" id="{934B0409-3319-3C34-6026-1461F1D134BA}"/>
              </a:ext>
            </a:extLst>
          </p:cNvPr>
          <p:cNvPicPr preferRelativeResize="0"/>
          <p:nvPr userDrawn="1"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752367" y="2608727"/>
            <a:ext cx="3679735" cy="1212347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21;p3">
            <a:extLst>
              <a:ext uri="{FF2B5EF4-FFF2-40B4-BE49-F238E27FC236}">
                <a16:creationId xmlns:a16="http://schemas.microsoft.com/office/drawing/2014/main" id="{DC0017B7-1E8D-CC7D-50E7-AD719C912E31}"/>
              </a:ext>
            </a:extLst>
          </p:cNvPr>
          <p:cNvSpPr/>
          <p:nvPr userDrawn="1"/>
        </p:nvSpPr>
        <p:spPr>
          <a:xfrm>
            <a:off x="10838404" y="-12"/>
            <a:ext cx="1353600" cy="1353600"/>
          </a:xfrm>
          <a:prstGeom prst="rect">
            <a:avLst/>
          </a:prstGeom>
          <a:solidFill>
            <a:srgbClr val="F6F7FA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8" name="Google Shape;22;p3">
            <a:extLst>
              <a:ext uri="{FF2B5EF4-FFF2-40B4-BE49-F238E27FC236}">
                <a16:creationId xmlns:a16="http://schemas.microsoft.com/office/drawing/2014/main" id="{183559E2-F671-7F86-6062-8181C9FFE940}"/>
              </a:ext>
            </a:extLst>
          </p:cNvPr>
          <p:cNvSpPr/>
          <p:nvPr userDrawn="1"/>
        </p:nvSpPr>
        <p:spPr>
          <a:xfrm>
            <a:off x="10838437" y="2388"/>
            <a:ext cx="1353600" cy="1353600"/>
          </a:xfrm>
          <a:prstGeom prst="rect">
            <a:avLst/>
          </a:prstGeom>
          <a:solidFill>
            <a:srgbClr val="5B1DE7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defTabSz="121917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67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9" name="Google Shape;23;p3">
            <a:extLst>
              <a:ext uri="{FF2B5EF4-FFF2-40B4-BE49-F238E27FC236}">
                <a16:creationId xmlns:a16="http://schemas.microsoft.com/office/drawing/2014/main" id="{7093F46D-57BC-555E-0373-B8E90B8FF330}"/>
              </a:ext>
            </a:extLst>
          </p:cNvPr>
          <p:cNvSpPr/>
          <p:nvPr userDrawn="1"/>
        </p:nvSpPr>
        <p:spPr>
          <a:xfrm rot="10800000">
            <a:off x="10836833" y="2707267"/>
            <a:ext cx="1356800" cy="1356800"/>
          </a:xfrm>
          <a:prstGeom prst="rtTriangle">
            <a:avLst/>
          </a:prstGeom>
          <a:solidFill>
            <a:srgbClr val="ACDE1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defTabSz="121917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67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0" name="Google Shape;24;p3">
            <a:extLst>
              <a:ext uri="{FF2B5EF4-FFF2-40B4-BE49-F238E27FC236}">
                <a16:creationId xmlns:a16="http://schemas.microsoft.com/office/drawing/2014/main" id="{E5C61E81-5328-7383-0F81-E68A285269AD}"/>
              </a:ext>
            </a:extLst>
          </p:cNvPr>
          <p:cNvSpPr/>
          <p:nvPr userDrawn="1"/>
        </p:nvSpPr>
        <p:spPr>
          <a:xfrm>
            <a:off x="10140033" y="800"/>
            <a:ext cx="1352000" cy="1352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defTabSz="121917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67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1" name="Google Shape;25;p3">
            <a:extLst>
              <a:ext uri="{FF2B5EF4-FFF2-40B4-BE49-F238E27FC236}">
                <a16:creationId xmlns:a16="http://schemas.microsoft.com/office/drawing/2014/main" id="{798FB79A-1FB1-97BF-3846-ED7BA5923675}"/>
              </a:ext>
            </a:extLst>
          </p:cNvPr>
          <p:cNvSpPr/>
          <p:nvPr userDrawn="1"/>
        </p:nvSpPr>
        <p:spPr>
          <a:xfrm>
            <a:off x="10838404" y="1353621"/>
            <a:ext cx="1353600" cy="1353600"/>
          </a:xfrm>
          <a:prstGeom prst="rect">
            <a:avLst/>
          </a:prstGeom>
          <a:solidFill>
            <a:srgbClr val="12E2E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defTabSz="121917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67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12" name="Google Shape;26;p3">
            <a:extLst>
              <a:ext uri="{FF2B5EF4-FFF2-40B4-BE49-F238E27FC236}">
                <a16:creationId xmlns:a16="http://schemas.microsoft.com/office/drawing/2014/main" id="{2EA45EB9-C657-5C13-A3BF-31E9EEF3C6F4}"/>
              </a:ext>
            </a:extLst>
          </p:cNvPr>
          <p:cNvPicPr preferRelativeResize="0"/>
          <p:nvPr userDrawn="1"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197619" y="1554080"/>
            <a:ext cx="635133" cy="952725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27;p3">
            <a:extLst>
              <a:ext uri="{FF2B5EF4-FFF2-40B4-BE49-F238E27FC236}">
                <a16:creationId xmlns:a16="http://schemas.microsoft.com/office/drawing/2014/main" id="{195DADFE-CA01-CCC6-6D19-45ACD0D5782A}"/>
              </a:ext>
            </a:extLst>
          </p:cNvPr>
          <p:cNvSpPr/>
          <p:nvPr userDrawn="1"/>
        </p:nvSpPr>
        <p:spPr>
          <a:xfrm rot="10800000">
            <a:off x="9483237" y="2396"/>
            <a:ext cx="1353600" cy="1353600"/>
          </a:xfrm>
          <a:prstGeom prst="rtTriangle">
            <a:avLst/>
          </a:prstGeom>
          <a:solidFill>
            <a:srgbClr val="0094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defTabSz="121917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67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4" name="Google Shape;87;p12">
            <a:extLst>
              <a:ext uri="{FF2B5EF4-FFF2-40B4-BE49-F238E27FC236}">
                <a16:creationId xmlns:a16="http://schemas.microsoft.com/office/drawing/2014/main" id="{B5E9C6D4-D062-72DE-A6D1-13015E007C49}"/>
              </a:ext>
            </a:extLst>
          </p:cNvPr>
          <p:cNvSpPr/>
          <p:nvPr userDrawn="1"/>
        </p:nvSpPr>
        <p:spPr>
          <a:xfrm>
            <a:off x="0" y="-4660"/>
            <a:ext cx="9480037" cy="68797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defTabSz="121917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67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5" name="Google Shape;87;p12">
            <a:extLst>
              <a:ext uri="{FF2B5EF4-FFF2-40B4-BE49-F238E27FC236}">
                <a16:creationId xmlns:a16="http://schemas.microsoft.com/office/drawing/2014/main" id="{6D12DD64-8963-EDD1-E11F-41DC9D699023}"/>
              </a:ext>
            </a:extLst>
          </p:cNvPr>
          <p:cNvSpPr/>
          <p:nvPr userDrawn="1"/>
        </p:nvSpPr>
        <p:spPr>
          <a:xfrm>
            <a:off x="10456433" y="6171507"/>
            <a:ext cx="1735567" cy="662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defTabSz="121917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67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8" name="Right Triangle 17">
            <a:extLst>
              <a:ext uri="{FF2B5EF4-FFF2-40B4-BE49-F238E27FC236}">
                <a16:creationId xmlns:a16="http://schemas.microsoft.com/office/drawing/2014/main" id="{F07BAD40-DEBD-BACC-5AF9-54404D56E45C}"/>
              </a:ext>
            </a:extLst>
          </p:cNvPr>
          <p:cNvSpPr>
            <a:spLocks noChangeAspect="1"/>
          </p:cNvSpPr>
          <p:nvPr userDrawn="1"/>
        </p:nvSpPr>
        <p:spPr>
          <a:xfrm>
            <a:off x="9481637" y="-5781"/>
            <a:ext cx="1055808" cy="1055808"/>
          </a:xfrm>
          <a:prstGeom prst="rtTriangle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22516890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MEF_Stand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1250" y="247732"/>
            <a:ext cx="11712231" cy="704467"/>
          </a:xfrm>
          <a:ln>
            <a:noFill/>
          </a:ln>
        </p:spPr>
        <p:txBody>
          <a:bodyPr/>
          <a:lstStyle>
            <a:lvl1pPr>
              <a:defRPr>
                <a:solidFill>
                  <a:srgbClr val="274E9D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471251" y="1210574"/>
            <a:ext cx="11088925" cy="4781551"/>
          </a:xfrm>
        </p:spPr>
        <p:txBody>
          <a:bodyPr/>
          <a:lstStyle>
            <a:lvl1pPr>
              <a:buSzPct val="85000"/>
              <a:defRPr>
                <a:solidFill>
                  <a:srgbClr val="595959"/>
                </a:solidFill>
              </a:defRPr>
            </a:lvl1pPr>
            <a:lvl2pPr>
              <a:buSzPct val="85000"/>
              <a:defRPr>
                <a:solidFill>
                  <a:srgbClr val="595959"/>
                </a:solidFill>
              </a:defRPr>
            </a:lvl2pPr>
            <a:lvl3pPr>
              <a:buSzPct val="85000"/>
              <a:defRPr>
                <a:solidFill>
                  <a:srgbClr val="595959"/>
                </a:solidFill>
              </a:defRPr>
            </a:lvl3pPr>
            <a:lvl4pPr>
              <a:buSzPct val="85000"/>
              <a:defRPr>
                <a:solidFill>
                  <a:srgbClr val="595959"/>
                </a:solidFill>
              </a:defRPr>
            </a:lvl4pPr>
            <a:lvl5pPr>
              <a:buSzPct val="85000"/>
              <a:defRPr>
                <a:solidFill>
                  <a:srgbClr val="7F7F7F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12707430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, Sub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6900" y="21829"/>
            <a:ext cx="10903801" cy="69466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463040"/>
            <a:ext cx="11117344" cy="4548293"/>
          </a:xfrm>
        </p:spPr>
        <p:txBody>
          <a:bodyPr/>
          <a:lstStyle>
            <a:lvl3pPr>
              <a:buClr>
                <a:schemeClr val="bg2"/>
              </a:buClr>
              <a:defRPr/>
            </a:lvl3pPr>
            <a:lvl4pPr>
              <a:buClr>
                <a:schemeClr val="accent5"/>
              </a:buClr>
              <a:defRPr/>
            </a:lvl4pPr>
            <a:lvl5pPr>
              <a:buClr>
                <a:schemeClr val="bg2"/>
              </a:buCl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5" name="Slide Number Placeholder 12"/>
          <p:cNvSpPr>
            <a:spLocks noGrp="1"/>
          </p:cNvSpPr>
          <p:nvPr>
            <p:ph type="sldNum" sz="quarter" idx="4"/>
          </p:nvPr>
        </p:nvSpPr>
        <p:spPr>
          <a:xfrm>
            <a:off x="4673600" y="6468028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67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C921E2DF-5279-024C-809C-CD16853F95A6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602721" y="716491"/>
            <a:ext cx="10897979" cy="570189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2933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subtitle stlye</a:t>
            </a:r>
          </a:p>
        </p:txBody>
      </p:sp>
    </p:spTree>
    <p:extLst>
      <p:ext uri="{BB962C8B-B14F-4D97-AF65-F5344CB8AC3E}">
        <p14:creationId xmlns:p14="http://schemas.microsoft.com/office/powerpoint/2010/main" val="39505560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.2_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A1D69DC-9F16-4CA4-A0E0-1872B8AD5DB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&lt;Document ID: change ID in footer or remove&gt; &lt;Change information classification in footer&gt;</a:t>
            </a:r>
            <a:endParaRPr lang="en-US"/>
          </a:p>
        </p:txBody>
      </p:sp>
      <p:sp>
        <p:nvSpPr>
          <p:cNvPr id="4" name="Text Placeholder 12">
            <a:extLst>
              <a:ext uri="{FF2B5EF4-FFF2-40B4-BE49-F238E27FC236}">
                <a16:creationId xmlns:a16="http://schemas.microsoft.com/office/drawing/2014/main" id="{99A4E175-66C0-4DDD-AA07-5D4B03CEA1D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6800" y="787200"/>
            <a:ext cx="11078400" cy="4128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667">
                <a:solidFill>
                  <a:schemeClr val="bg2"/>
                </a:solidFill>
                <a:latin typeface="+mj-lt"/>
              </a:defRPr>
            </a:lvl1pPr>
            <a:lvl2pPr>
              <a:defRPr sz="2667">
                <a:latin typeface="+mj-lt"/>
              </a:defRPr>
            </a:lvl2pPr>
            <a:lvl3pPr>
              <a:defRPr sz="2667">
                <a:latin typeface="+mj-lt"/>
              </a:defRPr>
            </a:lvl3pPr>
            <a:lvl4pPr>
              <a:defRPr sz="2667">
                <a:latin typeface="+mj-lt"/>
              </a:defRPr>
            </a:lvl4pPr>
            <a:lvl5pPr>
              <a:defRPr sz="2667">
                <a:latin typeface="+mj-lt"/>
              </a:defRPr>
            </a:lvl5pPr>
          </a:lstStyle>
          <a:p>
            <a:pPr lvl="0"/>
            <a:r>
              <a:rPr lang="en-US" noProof="0"/>
              <a:t>Click to edit secondary headline</a:t>
            </a:r>
          </a:p>
        </p:txBody>
      </p:sp>
      <p:sp>
        <p:nvSpPr>
          <p:cNvPr id="5" name="Text Placeholder 42">
            <a:extLst>
              <a:ext uri="{FF2B5EF4-FFF2-40B4-BE49-F238E27FC236}">
                <a16:creationId xmlns:a16="http://schemas.microsoft.com/office/drawing/2014/main" id="{F4102E0A-65A1-4E0C-ABCA-2CEBB8D5BF5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6800" y="374400"/>
            <a:ext cx="11078400" cy="4128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667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headline</a:t>
            </a:r>
          </a:p>
        </p:txBody>
      </p:sp>
    </p:spTree>
    <p:extLst>
      <p:ext uri="{BB962C8B-B14F-4D97-AF65-F5344CB8AC3E}">
        <p14:creationId xmlns:p14="http://schemas.microsoft.com/office/powerpoint/2010/main" val="2965924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1" y="1122363"/>
            <a:ext cx="9144000" cy="2387600"/>
          </a:xfrm>
        </p:spPr>
        <p:txBody>
          <a:bodyPr anchor="b"/>
          <a:lstStyle>
            <a:lvl1pPr algn="ctr">
              <a:defRPr sz="5707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1" y="3602040"/>
            <a:ext cx="9144000" cy="1655761"/>
          </a:xfrm>
        </p:spPr>
        <p:txBody>
          <a:bodyPr/>
          <a:lstStyle>
            <a:lvl1pPr marL="0" indent="0" algn="ctr">
              <a:buNone/>
              <a:defRPr sz="2283"/>
            </a:lvl1pPr>
            <a:lvl2pPr marL="434817" indent="0" algn="ctr">
              <a:buNone/>
              <a:defRPr sz="1903"/>
            </a:lvl2pPr>
            <a:lvl3pPr marL="869634" indent="0" algn="ctr">
              <a:buNone/>
              <a:defRPr sz="1712"/>
            </a:lvl3pPr>
            <a:lvl4pPr marL="1304451" indent="0" algn="ctr">
              <a:buNone/>
              <a:defRPr sz="1521"/>
            </a:lvl4pPr>
            <a:lvl5pPr marL="1739270" indent="0" algn="ctr">
              <a:buNone/>
              <a:defRPr sz="1521"/>
            </a:lvl5pPr>
            <a:lvl6pPr marL="2174087" indent="0" algn="ctr">
              <a:buNone/>
              <a:defRPr sz="1521"/>
            </a:lvl6pPr>
            <a:lvl7pPr marL="2608904" indent="0" algn="ctr">
              <a:buNone/>
              <a:defRPr sz="1521"/>
            </a:lvl7pPr>
            <a:lvl8pPr marL="3043721" indent="0" algn="ctr">
              <a:buNone/>
              <a:defRPr sz="1521"/>
            </a:lvl8pPr>
            <a:lvl9pPr marL="3478540" indent="0" algn="ctr">
              <a:buNone/>
              <a:defRPr sz="1521"/>
            </a:lvl9pPr>
          </a:lstStyle>
          <a:p>
            <a:r>
              <a:rPr lang="es-ES"/>
              <a:t>Haga clic para modificar el estilo de subtítulo del patrón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67F3F1-5DA2-4699-856E-26E7AA5562C8}" type="datetimeFigureOut">
              <a:rPr lang="es-ES" smtClean="0"/>
              <a:t>21/01/2026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AAB957-159B-4035-BC7E-F71205BB5C4E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468786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64503" y="-3311"/>
            <a:ext cx="11569525" cy="66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R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 Light"/>
            </a:pPr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463040"/>
            <a:ext cx="11362267" cy="45482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609585" marR="0" lvl="0" indent="-457189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pen Sans Medium"/>
              <a:buChar char="●"/>
            </a:pPr>
            <a:r>
              <a:rPr lang="en-US"/>
              <a:t>Click to edit Master text styles</a:t>
            </a:r>
          </a:p>
          <a:p>
            <a:pPr marL="1219170" marR="0" lvl="1" indent="-42332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 Medium"/>
              <a:buChar char="○"/>
            </a:pPr>
            <a:r>
              <a:rPr lang="en-US"/>
              <a:t>Second level</a:t>
            </a:r>
          </a:p>
          <a:p>
            <a:pPr marL="1828754" marR="0" lvl="2" indent="-42332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 Medium"/>
              <a:buChar char="■"/>
            </a:pPr>
            <a:r>
              <a:rPr lang="en-US"/>
              <a:t>Third level</a:t>
            </a:r>
          </a:p>
          <a:p>
            <a:pPr marL="2438339" marR="0" lvl="3" indent="-42332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 Medium"/>
              <a:buChar char="●"/>
            </a:pPr>
            <a:r>
              <a:rPr lang="en-US"/>
              <a:t>Fourth level</a:t>
            </a:r>
          </a:p>
        </p:txBody>
      </p:sp>
      <p:sp>
        <p:nvSpPr>
          <p:cNvPr id="8" name="Google Shape;8;p1">
            <a:extLst>
              <a:ext uri="{FF2B5EF4-FFF2-40B4-BE49-F238E27FC236}">
                <a16:creationId xmlns:a16="http://schemas.microsoft.com/office/drawing/2014/main" id="{99D0A498-6D31-1843-3EF5-14C5F6CF58FC}"/>
              </a:ext>
            </a:extLst>
          </p:cNvPr>
          <p:cNvSpPr txBox="1">
            <a:spLocks/>
          </p:cNvSpPr>
          <p:nvPr userDrawn="1"/>
        </p:nvSpPr>
        <p:spPr>
          <a:xfrm>
            <a:off x="11280575" y="6201587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defPPr>
              <a:defRPr lang="en-US"/>
            </a:defPPr>
            <a:lvl1pPr marL="0" lvl="0" algn="r" defTabSz="457200" rtl="0" eaLnBrk="1" latinLnBrk="0" hangingPunct="1">
              <a:buNone/>
              <a:defRPr sz="1000" kern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457200" lvl="1" algn="r" defTabSz="457200" rtl="0" eaLnBrk="1" latinLnBrk="0" hangingPunct="1">
              <a:buNone/>
              <a:defRPr sz="1000" kern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914400" lvl="2" algn="r" defTabSz="457200" rtl="0" eaLnBrk="1" latinLnBrk="0" hangingPunct="1">
              <a:buNone/>
              <a:defRPr sz="1000" kern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371600" lvl="3" algn="r" defTabSz="457200" rtl="0" eaLnBrk="1" latinLnBrk="0" hangingPunct="1">
              <a:buNone/>
              <a:defRPr sz="1000" kern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1828800" lvl="4" algn="r" defTabSz="457200" rtl="0" eaLnBrk="1" latinLnBrk="0" hangingPunct="1">
              <a:buNone/>
              <a:defRPr sz="1000" kern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286000" lvl="5" algn="r" defTabSz="457200" rtl="0" eaLnBrk="1" latinLnBrk="0" hangingPunct="1">
              <a:buNone/>
              <a:defRPr sz="1000" kern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2743200" lvl="6" algn="r" defTabSz="457200" rtl="0" eaLnBrk="1" latinLnBrk="0" hangingPunct="1">
              <a:buNone/>
              <a:defRPr sz="1000" kern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200400" lvl="7" algn="r" defTabSz="457200" rtl="0" eaLnBrk="1" latinLnBrk="0" hangingPunct="1">
              <a:buNone/>
              <a:defRPr sz="1000" kern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3657600" lvl="8" algn="r" defTabSz="457200" rtl="0" eaLnBrk="1" latinLnBrk="0" hangingPunct="1">
              <a:buNone/>
              <a:defRPr sz="1000" kern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fld id="{00000000-1234-1234-1234-123412341234}" type="slidenum">
              <a:rPr lang="en" sz="1333" smtClean="0"/>
              <a:pPr/>
              <a:t>‹#›</a:t>
            </a:fld>
            <a:endParaRPr lang="en" sz="1333"/>
          </a:p>
        </p:txBody>
      </p:sp>
      <p:pic>
        <p:nvPicPr>
          <p:cNvPr id="9" name="Google Shape;67;p9">
            <a:extLst>
              <a:ext uri="{FF2B5EF4-FFF2-40B4-BE49-F238E27FC236}">
                <a16:creationId xmlns:a16="http://schemas.microsoft.com/office/drawing/2014/main" id="{092BF42D-258B-2263-4DAE-BFDD22025689}"/>
              </a:ext>
            </a:extLst>
          </p:cNvPr>
          <p:cNvPicPr preferRelativeResize="0"/>
          <p:nvPr userDrawn="1"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10770338" y="6334596"/>
            <a:ext cx="1294373" cy="426467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87;p12">
            <a:extLst>
              <a:ext uri="{FF2B5EF4-FFF2-40B4-BE49-F238E27FC236}">
                <a16:creationId xmlns:a16="http://schemas.microsoft.com/office/drawing/2014/main" id="{0E78A252-016F-0950-A1BD-110416C502EE}"/>
              </a:ext>
            </a:extLst>
          </p:cNvPr>
          <p:cNvSpPr/>
          <p:nvPr userDrawn="1"/>
        </p:nvSpPr>
        <p:spPr>
          <a:xfrm>
            <a:off x="0" y="0"/>
            <a:ext cx="12192000" cy="662400"/>
          </a:xfrm>
          <a:prstGeom prst="rect">
            <a:avLst/>
          </a:prstGeom>
          <a:solidFill>
            <a:srgbClr val="0094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defTabSz="121917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67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6630011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hf hdr="0" ftr="0"/>
  <p:txStyles>
    <p:titleStyle>
      <a:lvl1pPr algn="l" defTabSz="609585" rtl="0" eaLnBrk="1" latinLnBrk="0" hangingPunct="1">
        <a:lnSpc>
          <a:spcPts val="4533"/>
        </a:lnSpc>
        <a:spcBef>
          <a:spcPct val="0"/>
        </a:spcBef>
        <a:buNone/>
        <a:defRPr lang="en-US" sz="3200" b="0" i="0" u="none" strike="noStrike" kern="1200" cap="none">
          <a:solidFill>
            <a:schemeClr val="bg1"/>
          </a:solidFill>
          <a:latin typeface="Roboto Slab Light"/>
          <a:ea typeface="Roboto Slab Light"/>
          <a:cs typeface="Roboto Slab Light"/>
          <a:sym typeface="Roboto Slab Light"/>
        </a:defRPr>
      </a:lvl1pPr>
    </p:titleStyle>
    <p:bodyStyle>
      <a:lvl1pPr marL="292601" indent="-292601" algn="l" defTabSz="609585" rtl="0" eaLnBrk="1" latinLnBrk="0" hangingPunct="1">
        <a:lnSpc>
          <a:spcPts val="4000"/>
        </a:lnSpc>
        <a:spcBef>
          <a:spcPts val="1067"/>
        </a:spcBef>
        <a:buClr>
          <a:schemeClr val="bg2"/>
        </a:buClr>
        <a:buSzPct val="85000"/>
        <a:buFont typeface="Arial"/>
        <a:buChar char="•"/>
        <a:defRPr lang="en-US" sz="1867" b="0" i="0" u="none" strike="noStrike" kern="1200" cap="none">
          <a:solidFill>
            <a:schemeClr val="tx1"/>
          </a:solidFill>
          <a:latin typeface="Open Sans Medium"/>
          <a:ea typeface="Open Sans Medium"/>
          <a:cs typeface="Open Sans Medium"/>
          <a:sym typeface="Arial"/>
        </a:defRPr>
      </a:lvl1pPr>
      <a:lvl2pPr marL="548626" indent="-243834" algn="l" defTabSz="609585" rtl="0" eaLnBrk="1" latinLnBrk="0" hangingPunct="1">
        <a:lnSpc>
          <a:spcPts val="3467"/>
        </a:lnSpc>
        <a:spcBef>
          <a:spcPts val="1067"/>
        </a:spcBef>
        <a:buClr>
          <a:schemeClr val="accent5"/>
        </a:buClr>
        <a:buSzPct val="60000"/>
        <a:buFont typeface="Wingdings" charset="2"/>
        <a:buChar char="§"/>
        <a:defRPr lang="en-US" sz="1867" b="0" i="0" u="none" strike="noStrike" kern="1200" cap="none">
          <a:solidFill>
            <a:schemeClr val="tx1"/>
          </a:solidFill>
          <a:latin typeface="Open Sans Medium"/>
          <a:ea typeface="Open Sans Medium"/>
          <a:cs typeface="Open Sans Medium"/>
          <a:sym typeface="Arial"/>
        </a:defRPr>
      </a:lvl2pPr>
      <a:lvl3pPr marL="816844" indent="-243834" algn="l" defTabSz="609585" rtl="0" eaLnBrk="1" latinLnBrk="0" hangingPunct="1">
        <a:lnSpc>
          <a:spcPts val="3200"/>
        </a:lnSpc>
        <a:spcBef>
          <a:spcPts val="1067"/>
        </a:spcBef>
        <a:buClr>
          <a:schemeClr val="bg2"/>
        </a:buClr>
        <a:buSzPct val="85000"/>
        <a:buFont typeface="Arial"/>
        <a:buChar char="•"/>
        <a:defRPr lang="en-US" sz="1867" b="0" i="0" u="none" strike="noStrike" kern="1200" cap="none">
          <a:solidFill>
            <a:schemeClr val="tx1"/>
          </a:solidFill>
          <a:latin typeface="Open Sans Medium"/>
          <a:ea typeface="Open Sans Medium"/>
          <a:cs typeface="Open Sans Medium"/>
          <a:sym typeface="Arial"/>
        </a:defRPr>
      </a:lvl3pPr>
      <a:lvl4pPr marL="1024102" indent="-219451" algn="l" defTabSz="609585" rtl="0" eaLnBrk="1" latinLnBrk="0" hangingPunct="1">
        <a:lnSpc>
          <a:spcPts val="2933"/>
        </a:lnSpc>
        <a:spcBef>
          <a:spcPts val="1067"/>
        </a:spcBef>
        <a:buClr>
          <a:schemeClr val="accent5"/>
        </a:buClr>
        <a:buSzPct val="60000"/>
        <a:buFont typeface="Wingdings" charset="2"/>
        <a:buChar char="§"/>
        <a:defRPr lang="en-US" sz="1867" b="0" i="0" u="none" strike="noStrike" kern="1200" cap="none">
          <a:solidFill>
            <a:schemeClr val="tx1"/>
          </a:solidFill>
          <a:latin typeface="Open Sans Medium"/>
          <a:ea typeface="Open Sans Medium"/>
          <a:cs typeface="Open Sans Medium"/>
          <a:sym typeface="Arial"/>
        </a:defRPr>
      </a:lvl4pPr>
      <a:lvl5pPr marL="1219170" indent="-182875" algn="l" defTabSz="609585" rtl="0" eaLnBrk="1" latinLnBrk="0" hangingPunct="1">
        <a:spcBef>
          <a:spcPts val="1067"/>
        </a:spcBef>
        <a:buClr>
          <a:schemeClr val="bg2"/>
        </a:buClr>
        <a:buSzPct val="85000"/>
        <a:buFont typeface="Arial"/>
        <a:buChar char="•"/>
        <a:defRPr sz="2400" kern="1200">
          <a:solidFill>
            <a:srgbClr val="595959"/>
          </a:solidFill>
          <a:latin typeface="Corbel"/>
          <a:ea typeface="+mn-ea"/>
          <a:cs typeface="Corbel"/>
        </a:defRPr>
      </a:lvl5pPr>
      <a:lvl6pPr marL="335271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83255BF-9D6F-3E12-8909-F2F16C5AD98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TAPI modelling of ZR/ZR+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08A03574-BB55-7532-1B25-4A49C376E73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25000" lnSpcReduction="20000"/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059477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34A10D-53B8-DDD0-3FCE-65C3003C3B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" name="Rectangle 636">
            <a:extLst>
              <a:ext uri="{FF2B5EF4-FFF2-40B4-BE49-F238E27FC236}">
                <a16:creationId xmlns:a16="http://schemas.microsoft.com/office/drawing/2014/main" id="{22910EF2-18C1-5FB5-946D-DA3BC4B3532B}"/>
              </a:ext>
            </a:extLst>
          </p:cNvPr>
          <p:cNvSpPr/>
          <p:nvPr/>
        </p:nvSpPr>
        <p:spPr>
          <a:xfrm>
            <a:off x="3439219" y="1257986"/>
            <a:ext cx="2502508" cy="448464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650" name="Rectangle 649">
            <a:extLst>
              <a:ext uri="{FF2B5EF4-FFF2-40B4-BE49-F238E27FC236}">
                <a16:creationId xmlns:a16="http://schemas.microsoft.com/office/drawing/2014/main" id="{BC21813B-F6A6-7620-D611-FA2E52122FC4}"/>
              </a:ext>
            </a:extLst>
          </p:cNvPr>
          <p:cNvSpPr/>
          <p:nvPr/>
        </p:nvSpPr>
        <p:spPr>
          <a:xfrm>
            <a:off x="3439217" y="1257986"/>
            <a:ext cx="2502511" cy="606863"/>
          </a:xfrm>
          <a:prstGeom prst="rect">
            <a:avLst/>
          </a:prstGeom>
          <a:solidFill>
            <a:srgbClr val="FFCC00">
              <a:alpha val="38824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C5F5E0B-48F0-5E67-12A0-0FE6E274A101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ln>
            <a:noFill/>
          </a:ln>
        </p:spPr>
        <p:txBody>
          <a:bodyPr spcFirstLastPara="1" vert="horz" wrap="square" lIns="91440" tIns="45720" rIns="91440" bIns="45720" rtlCol="0" anchor="t" anchorCtr="0">
            <a:noAutofit/>
          </a:bodyPr>
          <a:lstStyle/>
          <a:p>
            <a:r>
              <a:rPr lang="en-US" sz="2667" dirty="0">
                <a:solidFill>
                  <a:srgbClr val="66FF33"/>
                </a:solidFill>
              </a:rPr>
              <a:t>OIF-400ZR 400GBASE-R</a:t>
            </a:r>
            <a:endParaRPr lang="en-US" sz="2667" i="1" u="sng" dirty="0">
              <a:solidFill>
                <a:srgbClr val="66FF33"/>
              </a:solidFill>
            </a:endParaRPr>
          </a:p>
        </p:txBody>
      </p:sp>
      <p:cxnSp>
        <p:nvCxnSpPr>
          <p:cNvPr id="235" name="Straight Connector 234">
            <a:extLst>
              <a:ext uri="{FF2B5EF4-FFF2-40B4-BE49-F238E27FC236}">
                <a16:creationId xmlns:a16="http://schemas.microsoft.com/office/drawing/2014/main" id="{2E928F55-3F52-3465-F883-CA6D4AB3DFC3}"/>
              </a:ext>
            </a:extLst>
          </p:cNvPr>
          <p:cNvCxnSpPr>
            <a:cxnSpLocks/>
            <a:stCxn id="299" idx="2"/>
            <a:endCxn id="289" idx="0"/>
          </p:cNvCxnSpPr>
          <p:nvPr/>
        </p:nvCxnSpPr>
        <p:spPr>
          <a:xfrm>
            <a:off x="4840548" y="3716161"/>
            <a:ext cx="4315" cy="475057"/>
          </a:xfrm>
          <a:prstGeom prst="line">
            <a:avLst/>
          </a:prstGeom>
          <a:noFill/>
          <a:ln w="6350" cap="flat" cmpd="sng" algn="ctr">
            <a:solidFill>
              <a:srgbClr val="141313"/>
            </a:solidFill>
            <a:prstDash val="solid"/>
          </a:ln>
          <a:effectLst/>
        </p:spPr>
      </p:cxnSp>
      <p:grpSp>
        <p:nvGrpSpPr>
          <p:cNvPr id="236" name="Group 68">
            <a:extLst>
              <a:ext uri="{FF2B5EF4-FFF2-40B4-BE49-F238E27FC236}">
                <a16:creationId xmlns:a16="http://schemas.microsoft.com/office/drawing/2014/main" id="{2C88A5CA-79BF-A97C-2438-A5292809452F}"/>
              </a:ext>
            </a:extLst>
          </p:cNvPr>
          <p:cNvGrpSpPr/>
          <p:nvPr/>
        </p:nvGrpSpPr>
        <p:grpSpPr>
          <a:xfrm>
            <a:off x="4715275" y="4844934"/>
            <a:ext cx="253003" cy="159097"/>
            <a:chOff x="3417120" y="2447661"/>
            <a:chExt cx="362556" cy="227988"/>
          </a:xfrm>
        </p:grpSpPr>
        <p:sp>
          <p:nvSpPr>
            <p:cNvPr id="237" name="Rectangle 88">
              <a:extLst>
                <a:ext uri="{FF2B5EF4-FFF2-40B4-BE49-F238E27FC236}">
                  <a16:creationId xmlns:a16="http://schemas.microsoft.com/office/drawing/2014/main" id="{79C23F3E-408E-BBED-0797-B3C06D0B73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7120" y="2447661"/>
              <a:ext cx="362556" cy="227988"/>
            </a:xfrm>
            <a:prstGeom prst="rect">
              <a:avLst/>
            </a:prstGeom>
            <a:solidFill>
              <a:srgbClr val="FFFF00"/>
            </a:solidFill>
            <a:ln w="6350" cap="rnd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914377">
                <a:defRPr/>
              </a:pPr>
              <a:endParaRPr lang="en-US" altLang="en-US" sz="533" kern="0">
                <a:solidFill>
                  <a:sysClr val="windowText" lastClr="000000"/>
                </a:solidFill>
                <a:latin typeface="Calibri"/>
              </a:endParaRPr>
            </a:p>
          </p:txBody>
        </p:sp>
        <p:sp>
          <p:nvSpPr>
            <p:cNvPr id="238" name="Oval 341">
              <a:extLst>
                <a:ext uri="{FF2B5EF4-FFF2-40B4-BE49-F238E27FC236}">
                  <a16:creationId xmlns:a16="http://schemas.microsoft.com/office/drawing/2014/main" id="{99FE383C-6761-DC17-BAD2-121BB305F4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8452" y="2504408"/>
              <a:ext cx="65286" cy="64329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377">
                <a:defRPr/>
              </a:pPr>
              <a:endParaRPr lang="en-US" sz="1467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39" name="Trapezoid 238">
              <a:extLst>
                <a:ext uri="{FF2B5EF4-FFF2-40B4-BE49-F238E27FC236}">
                  <a16:creationId xmlns:a16="http://schemas.microsoft.com/office/drawing/2014/main" id="{90F0200D-E22F-C5EA-B0CB-DB75768FDC6F}"/>
                </a:ext>
              </a:extLst>
            </p:cNvPr>
            <p:cNvSpPr/>
            <p:nvPr/>
          </p:nvSpPr>
          <p:spPr>
            <a:xfrm rot="10800000">
              <a:off x="3464118" y="2579573"/>
              <a:ext cx="262095" cy="50810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defRPr/>
              </a:pPr>
              <a:endParaRPr lang="en-US" sz="1467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240" name="Group 254">
            <a:extLst>
              <a:ext uri="{FF2B5EF4-FFF2-40B4-BE49-F238E27FC236}">
                <a16:creationId xmlns:a16="http://schemas.microsoft.com/office/drawing/2014/main" id="{023CB6DB-A7D2-337F-5273-4ED18BFFD3CA}"/>
              </a:ext>
            </a:extLst>
          </p:cNvPr>
          <p:cNvGrpSpPr>
            <a:grpSpLocks noChangeAspect="1"/>
          </p:cNvGrpSpPr>
          <p:nvPr/>
        </p:nvGrpSpPr>
        <p:grpSpPr>
          <a:xfrm>
            <a:off x="4711213" y="5088545"/>
            <a:ext cx="256616" cy="147672"/>
            <a:chOff x="8421872" y="1904968"/>
            <a:chExt cx="347879" cy="255571"/>
          </a:xfrm>
        </p:grpSpPr>
        <p:sp>
          <p:nvSpPr>
            <p:cNvPr id="242" name="Rectangle 60">
              <a:extLst>
                <a:ext uri="{FF2B5EF4-FFF2-40B4-BE49-F238E27FC236}">
                  <a16:creationId xmlns:a16="http://schemas.microsoft.com/office/drawing/2014/main" id="{EABDB9FF-D9AE-049F-A7D3-8A7213B219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72" y="1904968"/>
              <a:ext cx="347879" cy="255571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457189">
                <a:defRPr/>
              </a:pPr>
              <a:endParaRPr lang="en-US" sz="1467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243" name="Group 719">
              <a:extLst>
                <a:ext uri="{FF2B5EF4-FFF2-40B4-BE49-F238E27FC236}">
                  <a16:creationId xmlns:a16="http://schemas.microsoft.com/office/drawing/2014/main" id="{F5DF8631-9409-7D5C-AE39-EDD9030BBF49}"/>
                </a:ext>
              </a:extLst>
            </p:cNvPr>
            <p:cNvGrpSpPr/>
            <p:nvPr/>
          </p:nvGrpSpPr>
          <p:grpSpPr>
            <a:xfrm>
              <a:off x="8487821" y="1907043"/>
              <a:ext cx="216025" cy="108850"/>
              <a:chOff x="8553742" y="2601251"/>
              <a:chExt cx="216024" cy="108852"/>
            </a:xfrm>
          </p:grpSpPr>
          <p:cxnSp>
            <p:nvCxnSpPr>
              <p:cNvPr id="245" name="Straight Connector 244">
                <a:extLst>
                  <a:ext uri="{FF2B5EF4-FFF2-40B4-BE49-F238E27FC236}">
                    <a16:creationId xmlns:a16="http://schemas.microsoft.com/office/drawing/2014/main" id="{B612FCF9-66AA-775C-220E-28B3A4EEE5C0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46" name="Straight Connector 245">
                <a:extLst>
                  <a:ext uri="{FF2B5EF4-FFF2-40B4-BE49-F238E27FC236}">
                    <a16:creationId xmlns:a16="http://schemas.microsoft.com/office/drawing/2014/main" id="{F944F51D-E844-93BF-F789-8D0BDE3D3771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49" name="Straight Connector 248">
                <a:extLst>
                  <a:ext uri="{FF2B5EF4-FFF2-40B4-BE49-F238E27FC236}">
                    <a16:creationId xmlns:a16="http://schemas.microsoft.com/office/drawing/2014/main" id="{4382B236-E5D9-0C5A-29AD-36FE81316103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50" name="Straight Connector 249">
                <a:extLst>
                  <a:ext uri="{FF2B5EF4-FFF2-40B4-BE49-F238E27FC236}">
                    <a16:creationId xmlns:a16="http://schemas.microsoft.com/office/drawing/2014/main" id="{C9FEDF9C-1DC6-A6F2-63D7-49CBD912CAD2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244" name="Trapezoid 243">
              <a:extLst>
                <a:ext uri="{FF2B5EF4-FFF2-40B4-BE49-F238E27FC236}">
                  <a16:creationId xmlns:a16="http://schemas.microsoft.com/office/drawing/2014/main" id="{F669CA05-EADA-9668-9A85-9A8D24626312}"/>
                </a:ext>
              </a:extLst>
            </p:cNvPr>
            <p:cNvSpPr/>
            <p:nvPr/>
          </p:nvSpPr>
          <p:spPr>
            <a:xfrm rot="10800000">
              <a:off x="8464779" y="2015928"/>
              <a:ext cx="262095" cy="50810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457189">
                <a:defRPr/>
              </a:pPr>
              <a:endParaRPr lang="en-US" sz="1467" kern="0">
                <a:solidFill>
                  <a:srgbClr val="FFFFFF"/>
                </a:solidFill>
                <a:latin typeface="Arial"/>
              </a:endParaRPr>
            </a:p>
          </p:txBody>
        </p:sp>
      </p:grpSp>
      <p:cxnSp>
        <p:nvCxnSpPr>
          <p:cNvPr id="255" name="Straight Connector 254">
            <a:extLst>
              <a:ext uri="{FF2B5EF4-FFF2-40B4-BE49-F238E27FC236}">
                <a16:creationId xmlns:a16="http://schemas.microsoft.com/office/drawing/2014/main" id="{F5A334E6-13FC-B4D6-91D4-FCB01FE61CEA}"/>
              </a:ext>
            </a:extLst>
          </p:cNvPr>
          <p:cNvCxnSpPr>
            <a:cxnSpLocks/>
            <a:stCxn id="237" idx="2"/>
            <a:endCxn id="242" idx="0"/>
          </p:cNvCxnSpPr>
          <p:nvPr/>
        </p:nvCxnSpPr>
        <p:spPr>
          <a:xfrm flipH="1">
            <a:off x="4839522" y="5004031"/>
            <a:ext cx="2255" cy="84515"/>
          </a:xfrm>
          <a:prstGeom prst="line">
            <a:avLst/>
          </a:prstGeom>
          <a:noFill/>
          <a:ln w="6350" cap="flat" cmpd="sng" algn="ctr">
            <a:solidFill>
              <a:srgbClr val="141313"/>
            </a:solidFill>
            <a:prstDash val="solid"/>
          </a:ln>
          <a:effectLst/>
        </p:spPr>
      </p:cxnSp>
      <p:grpSp>
        <p:nvGrpSpPr>
          <p:cNvPr id="256" name="Group 254">
            <a:extLst>
              <a:ext uri="{FF2B5EF4-FFF2-40B4-BE49-F238E27FC236}">
                <a16:creationId xmlns:a16="http://schemas.microsoft.com/office/drawing/2014/main" id="{B7EFFA40-BB0E-EBCA-6591-8206F0FECFA7}"/>
              </a:ext>
            </a:extLst>
          </p:cNvPr>
          <p:cNvGrpSpPr>
            <a:grpSpLocks noChangeAspect="1"/>
          </p:cNvGrpSpPr>
          <p:nvPr/>
        </p:nvGrpSpPr>
        <p:grpSpPr>
          <a:xfrm>
            <a:off x="4718924" y="4566397"/>
            <a:ext cx="256616" cy="147672"/>
            <a:chOff x="8421872" y="1904968"/>
            <a:chExt cx="347879" cy="255571"/>
          </a:xfrm>
        </p:grpSpPr>
        <p:sp>
          <p:nvSpPr>
            <p:cNvPr id="257" name="Rectangle 60">
              <a:extLst>
                <a:ext uri="{FF2B5EF4-FFF2-40B4-BE49-F238E27FC236}">
                  <a16:creationId xmlns:a16="http://schemas.microsoft.com/office/drawing/2014/main" id="{5CF1524A-B79F-C8CC-20FB-3E98F6B0CC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72" y="1904968"/>
              <a:ext cx="347879" cy="255571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457189">
                <a:defRPr/>
              </a:pPr>
              <a:endParaRPr lang="en-US" sz="1467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258" name="Group 719">
              <a:extLst>
                <a:ext uri="{FF2B5EF4-FFF2-40B4-BE49-F238E27FC236}">
                  <a16:creationId xmlns:a16="http://schemas.microsoft.com/office/drawing/2014/main" id="{5A523F9D-1F88-7393-C9F2-526ED41336EA}"/>
                </a:ext>
              </a:extLst>
            </p:cNvPr>
            <p:cNvGrpSpPr/>
            <p:nvPr/>
          </p:nvGrpSpPr>
          <p:grpSpPr>
            <a:xfrm>
              <a:off x="8487821" y="1907043"/>
              <a:ext cx="216025" cy="108850"/>
              <a:chOff x="8553742" y="2601251"/>
              <a:chExt cx="216024" cy="108852"/>
            </a:xfrm>
          </p:grpSpPr>
          <p:cxnSp>
            <p:nvCxnSpPr>
              <p:cNvPr id="262" name="Straight Connector 261">
                <a:extLst>
                  <a:ext uri="{FF2B5EF4-FFF2-40B4-BE49-F238E27FC236}">
                    <a16:creationId xmlns:a16="http://schemas.microsoft.com/office/drawing/2014/main" id="{CD167E33-954B-4EE8-EFB1-172161DE42A0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63" name="Straight Connector 262">
                <a:extLst>
                  <a:ext uri="{FF2B5EF4-FFF2-40B4-BE49-F238E27FC236}">
                    <a16:creationId xmlns:a16="http://schemas.microsoft.com/office/drawing/2014/main" id="{64E7F44F-93DC-64EB-1208-F98511CD9F55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64" name="Straight Connector 263">
                <a:extLst>
                  <a:ext uri="{FF2B5EF4-FFF2-40B4-BE49-F238E27FC236}">
                    <a16:creationId xmlns:a16="http://schemas.microsoft.com/office/drawing/2014/main" id="{FC6A8DDB-C758-CDE1-A682-632A18338632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66" name="Straight Connector 265">
                <a:extLst>
                  <a:ext uri="{FF2B5EF4-FFF2-40B4-BE49-F238E27FC236}">
                    <a16:creationId xmlns:a16="http://schemas.microsoft.com/office/drawing/2014/main" id="{4343FD4A-8139-1097-6D9B-74B46944FCC6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261" name="Trapezoid 260">
              <a:extLst>
                <a:ext uri="{FF2B5EF4-FFF2-40B4-BE49-F238E27FC236}">
                  <a16:creationId xmlns:a16="http://schemas.microsoft.com/office/drawing/2014/main" id="{E19C0C35-9DA7-2687-CE7B-6723640B126C}"/>
                </a:ext>
              </a:extLst>
            </p:cNvPr>
            <p:cNvSpPr/>
            <p:nvPr/>
          </p:nvSpPr>
          <p:spPr>
            <a:xfrm rot="10800000">
              <a:off x="8464779" y="2015928"/>
              <a:ext cx="262095" cy="50810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457189">
                <a:defRPr/>
              </a:pPr>
              <a:endParaRPr lang="en-US" sz="1467" kern="0">
                <a:solidFill>
                  <a:srgbClr val="FFFFFF"/>
                </a:solidFill>
                <a:latin typeface="Arial"/>
              </a:endParaRPr>
            </a:p>
          </p:txBody>
        </p:sp>
      </p:grpSp>
      <p:cxnSp>
        <p:nvCxnSpPr>
          <p:cNvPr id="267" name="Straight Connector 266">
            <a:extLst>
              <a:ext uri="{FF2B5EF4-FFF2-40B4-BE49-F238E27FC236}">
                <a16:creationId xmlns:a16="http://schemas.microsoft.com/office/drawing/2014/main" id="{3784B808-8BB1-5320-8483-2EBB9BFE3A5C}"/>
              </a:ext>
            </a:extLst>
          </p:cNvPr>
          <p:cNvCxnSpPr>
            <a:cxnSpLocks/>
            <a:stCxn id="257" idx="2"/>
            <a:endCxn id="237" idx="0"/>
          </p:cNvCxnSpPr>
          <p:nvPr/>
        </p:nvCxnSpPr>
        <p:spPr>
          <a:xfrm flipH="1">
            <a:off x="4841776" y="4714069"/>
            <a:ext cx="5456" cy="130864"/>
          </a:xfrm>
          <a:prstGeom prst="line">
            <a:avLst/>
          </a:prstGeom>
          <a:noFill/>
          <a:ln w="6350" cap="flat" cmpd="sng" algn="ctr">
            <a:solidFill>
              <a:srgbClr val="141313"/>
            </a:solidFill>
            <a:prstDash val="solid"/>
          </a:ln>
          <a:effectLst/>
        </p:spPr>
      </p:cxnSp>
      <p:cxnSp>
        <p:nvCxnSpPr>
          <p:cNvPr id="268" name="Straight Connector 267">
            <a:extLst>
              <a:ext uri="{FF2B5EF4-FFF2-40B4-BE49-F238E27FC236}">
                <a16:creationId xmlns:a16="http://schemas.microsoft.com/office/drawing/2014/main" id="{252B0149-C046-6396-D96C-F1ECF05B5176}"/>
              </a:ext>
            </a:extLst>
          </p:cNvPr>
          <p:cNvCxnSpPr>
            <a:cxnSpLocks/>
            <a:stCxn id="286" idx="0"/>
            <a:endCxn id="257" idx="0"/>
          </p:cNvCxnSpPr>
          <p:nvPr/>
        </p:nvCxnSpPr>
        <p:spPr>
          <a:xfrm>
            <a:off x="4846690" y="4376719"/>
            <a:ext cx="543" cy="189679"/>
          </a:xfrm>
          <a:prstGeom prst="line">
            <a:avLst/>
          </a:prstGeom>
          <a:noFill/>
          <a:ln w="6350" cap="flat" cmpd="sng" algn="ctr">
            <a:solidFill>
              <a:srgbClr val="141313"/>
            </a:solidFill>
            <a:prstDash val="solid"/>
          </a:ln>
          <a:effectLst/>
        </p:spPr>
      </p:cxnSp>
      <p:grpSp>
        <p:nvGrpSpPr>
          <p:cNvPr id="282" name="Group 281">
            <a:extLst>
              <a:ext uri="{FF2B5EF4-FFF2-40B4-BE49-F238E27FC236}">
                <a16:creationId xmlns:a16="http://schemas.microsoft.com/office/drawing/2014/main" id="{D94902BD-80BE-9F8D-2967-C51444EB293F}"/>
              </a:ext>
            </a:extLst>
          </p:cNvPr>
          <p:cNvGrpSpPr/>
          <p:nvPr/>
        </p:nvGrpSpPr>
        <p:grpSpPr>
          <a:xfrm>
            <a:off x="4698298" y="4191218"/>
            <a:ext cx="294292" cy="185501"/>
            <a:chOff x="980948" y="1888785"/>
            <a:chExt cx="272994" cy="172080"/>
          </a:xfrm>
        </p:grpSpPr>
        <p:grpSp>
          <p:nvGrpSpPr>
            <p:cNvPr id="283" name="Group 898">
              <a:extLst>
                <a:ext uri="{FF2B5EF4-FFF2-40B4-BE49-F238E27FC236}">
                  <a16:creationId xmlns:a16="http://schemas.microsoft.com/office/drawing/2014/main" id="{A7058FFF-526F-7035-79FE-EA310C12656B}"/>
                </a:ext>
              </a:extLst>
            </p:cNvPr>
            <p:cNvGrpSpPr/>
            <p:nvPr/>
          </p:nvGrpSpPr>
          <p:grpSpPr>
            <a:xfrm>
              <a:off x="980948" y="1888785"/>
              <a:ext cx="272994" cy="170991"/>
              <a:chOff x="957800" y="1944318"/>
              <a:chExt cx="272993" cy="170990"/>
            </a:xfrm>
          </p:grpSpPr>
          <p:sp>
            <p:nvSpPr>
              <p:cNvPr id="289" name="Rectangle 88">
                <a:extLst>
                  <a:ext uri="{FF2B5EF4-FFF2-40B4-BE49-F238E27FC236}">
                    <a16:creationId xmlns:a16="http://schemas.microsoft.com/office/drawing/2014/main" id="{E20E41C4-9472-0D38-D830-03ADF94F665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7800" y="1944318"/>
                <a:ext cx="271916" cy="170990"/>
              </a:xfrm>
              <a:prstGeom prst="rect">
                <a:avLst/>
              </a:prstGeom>
              <a:solidFill>
                <a:srgbClr val="99FF99"/>
              </a:solidFill>
              <a:ln w="6350" cap="rnd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533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294" name="Rectangle 293">
                <a:extLst>
                  <a:ext uri="{FF2B5EF4-FFF2-40B4-BE49-F238E27FC236}">
                    <a16:creationId xmlns:a16="http://schemas.microsoft.com/office/drawing/2014/main" id="{8C56BA05-7975-10CF-F8B0-170B8FAD33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6023" y="2009935"/>
                <a:ext cx="264770" cy="102916"/>
              </a:xfrm>
              <a:prstGeom prst="rect">
                <a:avLst/>
              </a:prstGeom>
              <a:solidFill>
                <a:srgbClr val="FFFF00"/>
              </a:solidFill>
              <a:ln w="6350" cap="rnd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533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295" name="Isosceles Triangle 294">
                <a:extLst>
                  <a:ext uri="{FF2B5EF4-FFF2-40B4-BE49-F238E27FC236}">
                    <a16:creationId xmlns:a16="http://schemas.microsoft.com/office/drawing/2014/main" id="{DBBB5741-58FD-B766-11D5-0F6AF75DFBA5}"/>
                  </a:ext>
                </a:extLst>
              </p:cNvPr>
              <p:cNvSpPr/>
              <p:nvPr/>
            </p:nvSpPr>
            <p:spPr>
              <a:xfrm flipV="1">
                <a:off x="1040929" y="1977630"/>
                <a:ext cx="105628" cy="87485"/>
              </a:xfrm>
              <a:prstGeom prst="triangl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67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297" name="Oval 341">
                <a:extLst>
                  <a:ext uri="{FF2B5EF4-FFF2-40B4-BE49-F238E27FC236}">
                    <a16:creationId xmlns:a16="http://schemas.microsoft.com/office/drawing/2014/main" id="{77323D31-4A13-76C8-B040-9F559762EA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1067" y="2032325"/>
                <a:ext cx="48964" cy="48247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67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</p:grpSp>
        <p:sp>
          <p:nvSpPr>
            <p:cNvPr id="286" name="Trapezoid 285">
              <a:extLst>
                <a:ext uri="{FF2B5EF4-FFF2-40B4-BE49-F238E27FC236}">
                  <a16:creationId xmlns:a16="http://schemas.microsoft.com/office/drawing/2014/main" id="{E37AA56E-B6BE-3A0F-7FC6-D36658EC533A}"/>
                </a:ext>
              </a:extLst>
            </p:cNvPr>
            <p:cNvSpPr/>
            <p:nvPr/>
          </p:nvSpPr>
          <p:spPr>
            <a:xfrm rot="10800000">
              <a:off x="1018052" y="2022543"/>
              <a:ext cx="201099" cy="38322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467" kern="0">
                <a:solidFill>
                  <a:srgbClr val="FFFFFF"/>
                </a:solidFill>
                <a:latin typeface="Arial"/>
                <a:ea typeface="ヒラギノ角ゴ ProN W3" charset="-128"/>
                <a:sym typeface="Gill Sans" charset="0"/>
              </a:endParaRPr>
            </a:p>
          </p:txBody>
        </p:sp>
      </p:grpSp>
      <p:grpSp>
        <p:nvGrpSpPr>
          <p:cNvPr id="298" name="Group 254">
            <a:extLst>
              <a:ext uri="{FF2B5EF4-FFF2-40B4-BE49-F238E27FC236}">
                <a16:creationId xmlns:a16="http://schemas.microsoft.com/office/drawing/2014/main" id="{BC782661-2D27-44C8-2B52-89022FEFE1D8}"/>
              </a:ext>
            </a:extLst>
          </p:cNvPr>
          <p:cNvGrpSpPr>
            <a:grpSpLocks noChangeAspect="1"/>
          </p:cNvGrpSpPr>
          <p:nvPr/>
        </p:nvGrpSpPr>
        <p:grpSpPr>
          <a:xfrm>
            <a:off x="4712240" y="3568488"/>
            <a:ext cx="256616" cy="147672"/>
            <a:chOff x="8421872" y="1904968"/>
            <a:chExt cx="347879" cy="255571"/>
          </a:xfrm>
        </p:grpSpPr>
        <p:sp>
          <p:nvSpPr>
            <p:cNvPr id="299" name="Rectangle 60">
              <a:extLst>
                <a:ext uri="{FF2B5EF4-FFF2-40B4-BE49-F238E27FC236}">
                  <a16:creationId xmlns:a16="http://schemas.microsoft.com/office/drawing/2014/main" id="{6C8DA225-B836-ADF3-F198-86016CE5FA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72" y="1904968"/>
              <a:ext cx="347879" cy="255571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ctr" defTabSz="457189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467" kern="0">
                <a:solidFill>
                  <a:srgbClr val="141313"/>
                </a:solidFill>
                <a:latin typeface="Arial" panose="020B0604020202020204" pitchFamily="34" charset="0"/>
                <a:ea typeface="ヒラギノ角ゴ ProN W3" charset="-128"/>
                <a:sym typeface="Gill Sans" charset="0"/>
              </a:endParaRPr>
            </a:p>
          </p:txBody>
        </p:sp>
        <p:grpSp>
          <p:nvGrpSpPr>
            <p:cNvPr id="301" name="Group 719">
              <a:extLst>
                <a:ext uri="{FF2B5EF4-FFF2-40B4-BE49-F238E27FC236}">
                  <a16:creationId xmlns:a16="http://schemas.microsoft.com/office/drawing/2014/main" id="{6D544E3B-A8C5-CABC-1CEA-07A3F0ECAB9C}"/>
                </a:ext>
              </a:extLst>
            </p:cNvPr>
            <p:cNvGrpSpPr/>
            <p:nvPr/>
          </p:nvGrpSpPr>
          <p:grpSpPr>
            <a:xfrm>
              <a:off x="8487821" y="1907043"/>
              <a:ext cx="216025" cy="108850"/>
              <a:chOff x="8553742" y="2601251"/>
              <a:chExt cx="216024" cy="108852"/>
            </a:xfrm>
          </p:grpSpPr>
          <p:cxnSp>
            <p:nvCxnSpPr>
              <p:cNvPr id="303" name="Straight Connector 302">
                <a:extLst>
                  <a:ext uri="{FF2B5EF4-FFF2-40B4-BE49-F238E27FC236}">
                    <a16:creationId xmlns:a16="http://schemas.microsoft.com/office/drawing/2014/main" id="{7960B7E7-7C3D-BDF0-1A36-1E3A62873703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305" name="Straight Connector 304">
                <a:extLst>
                  <a:ext uri="{FF2B5EF4-FFF2-40B4-BE49-F238E27FC236}">
                    <a16:creationId xmlns:a16="http://schemas.microsoft.com/office/drawing/2014/main" id="{3928F512-C147-F41A-AC75-9519F129E705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307" name="Straight Connector 306">
                <a:extLst>
                  <a:ext uri="{FF2B5EF4-FFF2-40B4-BE49-F238E27FC236}">
                    <a16:creationId xmlns:a16="http://schemas.microsoft.com/office/drawing/2014/main" id="{844D77D7-C2C5-CD32-C029-3FDF40240433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308" name="Straight Connector 307">
                <a:extLst>
                  <a:ext uri="{FF2B5EF4-FFF2-40B4-BE49-F238E27FC236}">
                    <a16:creationId xmlns:a16="http://schemas.microsoft.com/office/drawing/2014/main" id="{A476C9EF-32A7-A78C-DEEB-665F455F257B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302" name="Trapezoid 301">
              <a:extLst>
                <a:ext uri="{FF2B5EF4-FFF2-40B4-BE49-F238E27FC236}">
                  <a16:creationId xmlns:a16="http://schemas.microsoft.com/office/drawing/2014/main" id="{E5816945-67E3-4535-21B2-D6A207B93881}"/>
                </a:ext>
              </a:extLst>
            </p:cNvPr>
            <p:cNvSpPr/>
            <p:nvPr/>
          </p:nvSpPr>
          <p:spPr>
            <a:xfrm rot="10800000">
              <a:off x="8464779" y="2015928"/>
              <a:ext cx="262095" cy="50810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457189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467" kern="0">
                <a:solidFill>
                  <a:srgbClr val="FFFFFF"/>
                </a:solidFill>
                <a:latin typeface="Arial"/>
                <a:ea typeface="ヒラギノ角ゴ ProN W3" charset="-128"/>
                <a:sym typeface="Gill Sans" charset="0"/>
              </a:endParaRPr>
            </a:p>
          </p:txBody>
        </p:sp>
      </p:grpSp>
      <p:cxnSp>
        <p:nvCxnSpPr>
          <p:cNvPr id="309" name="Straight Connector 308">
            <a:extLst>
              <a:ext uri="{FF2B5EF4-FFF2-40B4-BE49-F238E27FC236}">
                <a16:creationId xmlns:a16="http://schemas.microsoft.com/office/drawing/2014/main" id="{2826BA4D-C105-BE4F-821B-1CD800970F47}"/>
              </a:ext>
            </a:extLst>
          </p:cNvPr>
          <p:cNvCxnSpPr>
            <a:cxnSpLocks/>
            <a:stCxn id="321" idx="2"/>
            <a:endCxn id="299" idx="0"/>
          </p:cNvCxnSpPr>
          <p:nvPr/>
        </p:nvCxnSpPr>
        <p:spPr>
          <a:xfrm>
            <a:off x="4839812" y="3331269"/>
            <a:ext cx="737" cy="237220"/>
          </a:xfrm>
          <a:prstGeom prst="line">
            <a:avLst/>
          </a:prstGeom>
          <a:noFill/>
          <a:ln w="6350" cap="flat" cmpd="sng" algn="ctr">
            <a:solidFill>
              <a:srgbClr val="141313"/>
            </a:solidFill>
            <a:prstDash val="solid"/>
          </a:ln>
          <a:effectLst/>
        </p:spPr>
      </p:cxnSp>
      <p:sp>
        <p:nvSpPr>
          <p:cNvPr id="310" name="Rectangle 135">
            <a:extLst>
              <a:ext uri="{FF2B5EF4-FFF2-40B4-BE49-F238E27FC236}">
                <a16:creationId xmlns:a16="http://schemas.microsoft.com/office/drawing/2014/main" id="{BA1425FA-08B6-3A0B-4D52-1ED2E0435C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78551" y="3581891"/>
            <a:ext cx="345359" cy="1231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914354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00" kern="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cs typeface="Arial" charset="0"/>
                <a:sym typeface="Gill Sans" charset="0"/>
              </a:rPr>
              <a:t> </a:t>
            </a:r>
            <a:r>
              <a:rPr lang="en-US" sz="800" kern="0">
                <a:solidFill>
                  <a:srgbClr val="FF0000"/>
                </a:solidFill>
                <a:latin typeface="Arial" panose="020B0604020202020204" pitchFamily="34" charset="0"/>
                <a:ea typeface="ヒラギノ角ゴ ProN W3" charset="-128"/>
                <a:cs typeface="Arial" charset="0"/>
                <a:sym typeface="Gill Sans" charset="0"/>
              </a:rPr>
              <a:t>DSR</a:t>
            </a:r>
            <a:endParaRPr lang="en-GB" sz="800" kern="0" dirty="0">
              <a:solidFill>
                <a:srgbClr val="FF0000"/>
              </a:solidFill>
              <a:latin typeface="Arial" panose="020B0604020202020204" pitchFamily="34" charset="0"/>
              <a:ea typeface="ヒラギノ角ゴ ProN W3" charset="-128"/>
              <a:cs typeface="Arial" charset="0"/>
              <a:sym typeface="Gill Sans" charset="0"/>
            </a:endParaRPr>
          </a:p>
        </p:txBody>
      </p:sp>
      <p:sp>
        <p:nvSpPr>
          <p:cNvPr id="312" name="Rectangle 311">
            <a:extLst>
              <a:ext uri="{FF2B5EF4-FFF2-40B4-BE49-F238E27FC236}">
                <a16:creationId xmlns:a16="http://schemas.microsoft.com/office/drawing/2014/main" id="{465E6F25-CDBA-AB73-63C1-411D4F4D0815}"/>
              </a:ext>
            </a:extLst>
          </p:cNvPr>
          <p:cNvSpPr/>
          <p:nvPr/>
        </p:nvSpPr>
        <p:spPr>
          <a:xfrm>
            <a:off x="4835213" y="4582444"/>
            <a:ext cx="630671" cy="1231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914354" fontAlgn="base">
              <a:spcBef>
                <a:spcPct val="0"/>
              </a:spcBef>
              <a:spcAft>
                <a:spcPct val="0"/>
              </a:spcAft>
            </a:pPr>
            <a:r>
              <a:rPr lang="en-US" sz="800" kern="0" dirty="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cs typeface="Arial" charset="0"/>
              </a:rPr>
              <a:t>PHOT</a:t>
            </a:r>
          </a:p>
        </p:txBody>
      </p:sp>
      <p:sp>
        <p:nvSpPr>
          <p:cNvPr id="313" name="Rectangle 135">
            <a:extLst>
              <a:ext uri="{FF2B5EF4-FFF2-40B4-BE49-F238E27FC236}">
                <a16:creationId xmlns:a16="http://schemas.microsoft.com/office/drawing/2014/main" id="{D7611A8F-0B71-7374-ED3C-E610F09AC9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24742" y="4866241"/>
            <a:ext cx="615511" cy="1231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914354">
              <a:defRPr/>
            </a:pPr>
            <a:r>
              <a:rPr lang="en-US" sz="800" kern="0" dirty="0">
                <a:solidFill>
                  <a:srgbClr val="000000"/>
                </a:solidFill>
                <a:cs typeface="Arial" charset="0"/>
              </a:rPr>
              <a:t> OTS_MEDIA</a:t>
            </a:r>
            <a:endParaRPr lang="en-GB" sz="800" kern="0" dirty="0">
              <a:solidFill>
                <a:prstClr val="black"/>
              </a:solidFill>
              <a:cs typeface="Arial" charset="0"/>
            </a:endParaRPr>
          </a:p>
        </p:txBody>
      </p:sp>
      <p:sp>
        <p:nvSpPr>
          <p:cNvPr id="314" name="Rectangle 135">
            <a:extLst>
              <a:ext uri="{FF2B5EF4-FFF2-40B4-BE49-F238E27FC236}">
                <a16:creationId xmlns:a16="http://schemas.microsoft.com/office/drawing/2014/main" id="{12CD2EE0-FCF3-BF48-9982-D426788F21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27267" y="5255396"/>
            <a:ext cx="615511" cy="1231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914354" fontAlgn="base">
              <a:spcBef>
                <a:spcPct val="0"/>
              </a:spcBef>
              <a:spcAft>
                <a:spcPct val="0"/>
              </a:spcAft>
            </a:pPr>
            <a:r>
              <a:rPr lang="en-US" sz="800" kern="0" dirty="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cs typeface="Arial" charset="0"/>
              </a:rPr>
              <a:t> PHOT</a:t>
            </a:r>
            <a:endParaRPr lang="en-GB" sz="800" kern="0" dirty="0">
              <a:solidFill>
                <a:srgbClr val="000000"/>
              </a:solidFill>
              <a:latin typeface="Arial" panose="020B0604020202020204" pitchFamily="34" charset="0"/>
              <a:ea typeface="ヒラギノ角ゴ ProN W3" charset="-128"/>
              <a:cs typeface="Arial" charset="0"/>
            </a:endParaRPr>
          </a:p>
        </p:txBody>
      </p:sp>
      <p:sp>
        <p:nvSpPr>
          <p:cNvPr id="315" name="Oval 314">
            <a:extLst>
              <a:ext uri="{FF2B5EF4-FFF2-40B4-BE49-F238E27FC236}">
                <a16:creationId xmlns:a16="http://schemas.microsoft.com/office/drawing/2014/main" id="{8431DF8F-3019-BFEA-196F-BB09DD41CEE8}"/>
              </a:ext>
            </a:extLst>
          </p:cNvPr>
          <p:cNvSpPr/>
          <p:nvPr/>
        </p:nvSpPr>
        <p:spPr>
          <a:xfrm>
            <a:off x="6215761" y="5046000"/>
            <a:ext cx="477223" cy="175672"/>
          </a:xfrm>
          <a:prstGeom prst="ellipse">
            <a:avLst/>
          </a:prstGeom>
          <a:solidFill>
            <a:srgbClr val="0A3161">
              <a:lumMod val="40000"/>
              <a:lumOff val="60000"/>
            </a:srgbClr>
          </a:solidFill>
          <a:ln w="9525" cap="flat" cmpd="sng" algn="ctr">
            <a:solidFill>
              <a:srgbClr val="DEC132">
                <a:lumMod val="60000"/>
                <a:lumOff val="4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lIns="0" rIns="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sz="1200" b="1" dirty="0">
                <a:solidFill>
                  <a:srgbClr val="000000"/>
                </a:solidFill>
                <a:ea typeface="Verdana"/>
              </a:rPr>
              <a:t>V1</a:t>
            </a:r>
          </a:p>
        </p:txBody>
      </p:sp>
      <p:sp>
        <p:nvSpPr>
          <p:cNvPr id="316" name="TextBox 315">
            <a:extLst>
              <a:ext uri="{FF2B5EF4-FFF2-40B4-BE49-F238E27FC236}">
                <a16:creationId xmlns:a16="http://schemas.microsoft.com/office/drawing/2014/main" id="{E7542050-4448-6B4A-8A86-D2C8F994D145}"/>
              </a:ext>
            </a:extLst>
          </p:cNvPr>
          <p:cNvSpPr txBox="1"/>
          <p:nvPr/>
        </p:nvSpPr>
        <p:spPr>
          <a:xfrm>
            <a:off x="6115775" y="5170747"/>
            <a:ext cx="701820" cy="235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9585">
              <a:defRPr/>
            </a:pPr>
            <a:r>
              <a:rPr lang="en-US" sz="933" b="1" kern="0" dirty="0">
                <a:solidFill>
                  <a:srgbClr val="141313"/>
                </a:solidFill>
              </a:rPr>
              <a:t>PHOT</a:t>
            </a:r>
          </a:p>
        </p:txBody>
      </p:sp>
      <p:cxnSp>
        <p:nvCxnSpPr>
          <p:cNvPr id="317" name="Straight Connector 316">
            <a:extLst>
              <a:ext uri="{FF2B5EF4-FFF2-40B4-BE49-F238E27FC236}">
                <a16:creationId xmlns:a16="http://schemas.microsoft.com/office/drawing/2014/main" id="{1F7D325F-756C-0BB0-A011-96DD889A0196}"/>
              </a:ext>
            </a:extLst>
          </p:cNvPr>
          <p:cNvCxnSpPr>
            <a:cxnSpLocks/>
            <a:stCxn id="315" idx="2"/>
            <a:endCxn id="242" idx="3"/>
          </p:cNvCxnSpPr>
          <p:nvPr/>
        </p:nvCxnSpPr>
        <p:spPr>
          <a:xfrm flipH="1">
            <a:off x="4967829" y="5133837"/>
            <a:ext cx="1247931" cy="28545"/>
          </a:xfrm>
          <a:prstGeom prst="line">
            <a:avLst/>
          </a:prstGeom>
          <a:noFill/>
          <a:ln w="19050" cap="flat" cmpd="sng" algn="ctr">
            <a:solidFill>
              <a:schemeClr val="bg1">
                <a:lumMod val="65000"/>
              </a:scheme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grpSp>
        <p:nvGrpSpPr>
          <p:cNvPr id="319" name="Group 318">
            <a:extLst>
              <a:ext uri="{FF2B5EF4-FFF2-40B4-BE49-F238E27FC236}">
                <a16:creationId xmlns:a16="http://schemas.microsoft.com/office/drawing/2014/main" id="{82EB8136-525C-9923-6B4C-ABFBF7FF3D12}"/>
              </a:ext>
            </a:extLst>
          </p:cNvPr>
          <p:cNvGrpSpPr/>
          <p:nvPr/>
        </p:nvGrpSpPr>
        <p:grpSpPr>
          <a:xfrm>
            <a:off x="4685770" y="3181568"/>
            <a:ext cx="304284" cy="192585"/>
            <a:chOff x="980945" y="1888766"/>
            <a:chExt cx="271916" cy="172099"/>
          </a:xfrm>
        </p:grpSpPr>
        <p:grpSp>
          <p:nvGrpSpPr>
            <p:cNvPr id="320" name="Group 898">
              <a:extLst>
                <a:ext uri="{FF2B5EF4-FFF2-40B4-BE49-F238E27FC236}">
                  <a16:creationId xmlns:a16="http://schemas.microsoft.com/office/drawing/2014/main" id="{B4DC839D-216D-186F-4C3C-F830A9DBA48E}"/>
                </a:ext>
              </a:extLst>
            </p:cNvPr>
            <p:cNvGrpSpPr/>
            <p:nvPr/>
          </p:nvGrpSpPr>
          <p:grpSpPr>
            <a:xfrm>
              <a:off x="980945" y="1888766"/>
              <a:ext cx="271916" cy="170990"/>
              <a:chOff x="957800" y="1944318"/>
              <a:chExt cx="271916" cy="170990"/>
            </a:xfrm>
          </p:grpSpPr>
          <p:sp>
            <p:nvSpPr>
              <p:cNvPr id="322" name="Rectangle 88">
                <a:extLst>
                  <a:ext uri="{FF2B5EF4-FFF2-40B4-BE49-F238E27FC236}">
                    <a16:creationId xmlns:a16="http://schemas.microsoft.com/office/drawing/2014/main" id="{9BC5553F-7FAA-A41F-CA42-F34E57C6FF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7800" y="1944318"/>
                <a:ext cx="271916" cy="170990"/>
              </a:xfrm>
              <a:prstGeom prst="rect">
                <a:avLst/>
              </a:prstGeom>
              <a:solidFill>
                <a:srgbClr val="99FF99"/>
              </a:solidFill>
              <a:ln w="6350" cap="rnd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533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323" name="Isosceles Triangle 322">
                <a:extLst>
                  <a:ext uri="{FF2B5EF4-FFF2-40B4-BE49-F238E27FC236}">
                    <a16:creationId xmlns:a16="http://schemas.microsoft.com/office/drawing/2014/main" id="{F933EBFF-CCC1-4A04-2041-0171ED9F547F}"/>
                  </a:ext>
                </a:extLst>
              </p:cNvPr>
              <p:cNvSpPr/>
              <p:nvPr/>
            </p:nvSpPr>
            <p:spPr>
              <a:xfrm flipV="1">
                <a:off x="1040929" y="1977630"/>
                <a:ext cx="105628" cy="87485"/>
              </a:xfrm>
              <a:prstGeom prst="triangl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67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324" name="Oval 341">
                <a:extLst>
                  <a:ext uri="{FF2B5EF4-FFF2-40B4-BE49-F238E27FC236}">
                    <a16:creationId xmlns:a16="http://schemas.microsoft.com/office/drawing/2014/main" id="{EA89E8C9-B70C-33A4-AED0-57DAFA04B7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1067" y="2032325"/>
                <a:ext cx="48964" cy="48247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67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</p:grpSp>
        <p:sp>
          <p:nvSpPr>
            <p:cNvPr id="321" name="Trapezoid 320">
              <a:extLst>
                <a:ext uri="{FF2B5EF4-FFF2-40B4-BE49-F238E27FC236}">
                  <a16:creationId xmlns:a16="http://schemas.microsoft.com/office/drawing/2014/main" id="{1C7AFB58-A784-4795-B715-C2D181971DAC}"/>
                </a:ext>
              </a:extLst>
            </p:cNvPr>
            <p:cNvSpPr/>
            <p:nvPr/>
          </p:nvSpPr>
          <p:spPr>
            <a:xfrm rot="10800000">
              <a:off x="1018052" y="2022543"/>
              <a:ext cx="201098" cy="38322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467" kern="0">
                <a:solidFill>
                  <a:srgbClr val="FFFFFF"/>
                </a:solidFill>
                <a:latin typeface="Arial"/>
                <a:ea typeface="ヒラギノ角ゴ ProN W3" charset="-128"/>
                <a:sym typeface="Gill Sans" charset="0"/>
              </a:endParaRPr>
            </a:p>
          </p:txBody>
        </p:sp>
      </p:grpSp>
      <p:sp>
        <p:nvSpPr>
          <p:cNvPr id="325" name="Rectangle 135">
            <a:extLst>
              <a:ext uri="{FF2B5EF4-FFF2-40B4-BE49-F238E27FC236}">
                <a16:creationId xmlns:a16="http://schemas.microsoft.com/office/drawing/2014/main" id="{BC27F7B7-8EEA-986E-A8FD-890E1322C0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49261" y="3217771"/>
            <a:ext cx="554556" cy="1231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914354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00" kern="0">
                <a:solidFill>
                  <a:srgbClr val="FF0000"/>
                </a:solidFill>
                <a:latin typeface="Arial" panose="020B0604020202020204" pitchFamily="34" charset="0"/>
                <a:ea typeface="ヒラギノ角ゴ ProN W3" charset="-128"/>
                <a:cs typeface="Arial" charset="0"/>
                <a:sym typeface="Gill Sans" charset="0"/>
              </a:rPr>
              <a:t>OTSiMCA</a:t>
            </a:r>
            <a:endParaRPr lang="en-GB" sz="800" kern="0" dirty="0">
              <a:solidFill>
                <a:srgbClr val="FF0000"/>
              </a:solidFill>
              <a:latin typeface="Arial" panose="020B0604020202020204" pitchFamily="34" charset="0"/>
              <a:ea typeface="ヒラギノ角ゴ ProN W3" charset="-128"/>
              <a:cs typeface="Arial" charset="0"/>
              <a:sym typeface="Gill Sans" charset="0"/>
            </a:endParaRPr>
          </a:p>
        </p:txBody>
      </p:sp>
      <p:sp>
        <p:nvSpPr>
          <p:cNvPr id="384" name="Rectangle 383">
            <a:extLst>
              <a:ext uri="{FF2B5EF4-FFF2-40B4-BE49-F238E27FC236}">
                <a16:creationId xmlns:a16="http://schemas.microsoft.com/office/drawing/2014/main" id="{0962241C-3961-736C-FB90-025FD75F0487}"/>
              </a:ext>
            </a:extLst>
          </p:cNvPr>
          <p:cNvSpPr/>
          <p:nvPr/>
        </p:nvSpPr>
        <p:spPr>
          <a:xfrm>
            <a:off x="4937158" y="4234312"/>
            <a:ext cx="630671" cy="1231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914354" fontAlgn="base">
              <a:spcBef>
                <a:spcPct val="0"/>
              </a:spcBef>
              <a:spcAft>
                <a:spcPct val="0"/>
              </a:spcAft>
            </a:pPr>
            <a:r>
              <a:rPr lang="en-US" sz="800" kern="0" dirty="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cs typeface="Arial" charset="0"/>
              </a:rPr>
              <a:t>OTSiMC</a:t>
            </a:r>
          </a:p>
        </p:txBody>
      </p:sp>
      <p:cxnSp>
        <p:nvCxnSpPr>
          <p:cNvPr id="391" name="Straight Connector 390">
            <a:extLst>
              <a:ext uri="{FF2B5EF4-FFF2-40B4-BE49-F238E27FC236}">
                <a16:creationId xmlns:a16="http://schemas.microsoft.com/office/drawing/2014/main" id="{31605A73-55FE-A8C3-4FFA-E7B929C35127}"/>
              </a:ext>
            </a:extLst>
          </p:cNvPr>
          <p:cNvCxnSpPr>
            <a:cxnSpLocks/>
            <a:stCxn id="395" idx="2"/>
            <a:endCxn id="322" idx="0"/>
          </p:cNvCxnSpPr>
          <p:nvPr/>
        </p:nvCxnSpPr>
        <p:spPr>
          <a:xfrm>
            <a:off x="4832125" y="3027566"/>
            <a:ext cx="5788" cy="154001"/>
          </a:xfrm>
          <a:prstGeom prst="line">
            <a:avLst/>
          </a:prstGeom>
          <a:noFill/>
          <a:ln w="6350" cap="flat" cmpd="sng" algn="ctr">
            <a:solidFill>
              <a:srgbClr val="141313"/>
            </a:solidFill>
            <a:prstDash val="solid"/>
          </a:ln>
          <a:effectLst/>
        </p:spPr>
      </p:cxnSp>
      <p:grpSp>
        <p:nvGrpSpPr>
          <p:cNvPr id="394" name="Group 254">
            <a:extLst>
              <a:ext uri="{FF2B5EF4-FFF2-40B4-BE49-F238E27FC236}">
                <a16:creationId xmlns:a16="http://schemas.microsoft.com/office/drawing/2014/main" id="{43915A86-FC88-92D6-A31D-3BB122F7194C}"/>
              </a:ext>
            </a:extLst>
          </p:cNvPr>
          <p:cNvGrpSpPr>
            <a:grpSpLocks noChangeAspect="1"/>
          </p:cNvGrpSpPr>
          <p:nvPr/>
        </p:nvGrpSpPr>
        <p:grpSpPr>
          <a:xfrm>
            <a:off x="4703816" y="2879893"/>
            <a:ext cx="256616" cy="147672"/>
            <a:chOff x="8421872" y="1904968"/>
            <a:chExt cx="347879" cy="255571"/>
          </a:xfrm>
        </p:grpSpPr>
        <p:sp>
          <p:nvSpPr>
            <p:cNvPr id="395" name="Rectangle 60">
              <a:extLst>
                <a:ext uri="{FF2B5EF4-FFF2-40B4-BE49-F238E27FC236}">
                  <a16:creationId xmlns:a16="http://schemas.microsoft.com/office/drawing/2014/main" id="{3FAB6E53-AFD7-83D2-1A11-AD432A60D4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72" y="1904968"/>
              <a:ext cx="347879" cy="255571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ctr" defTabSz="457189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467" kern="0">
                <a:solidFill>
                  <a:srgbClr val="141313"/>
                </a:solidFill>
                <a:latin typeface="Arial" panose="020B0604020202020204" pitchFamily="34" charset="0"/>
                <a:ea typeface="ヒラギノ角ゴ ProN W3" charset="-128"/>
                <a:sym typeface="Gill Sans" charset="0"/>
              </a:endParaRPr>
            </a:p>
          </p:txBody>
        </p:sp>
        <p:grpSp>
          <p:nvGrpSpPr>
            <p:cNvPr id="396" name="Group 719">
              <a:extLst>
                <a:ext uri="{FF2B5EF4-FFF2-40B4-BE49-F238E27FC236}">
                  <a16:creationId xmlns:a16="http://schemas.microsoft.com/office/drawing/2014/main" id="{D0515AFD-255E-9A8D-2355-59126C31AE81}"/>
                </a:ext>
              </a:extLst>
            </p:cNvPr>
            <p:cNvGrpSpPr/>
            <p:nvPr/>
          </p:nvGrpSpPr>
          <p:grpSpPr>
            <a:xfrm>
              <a:off x="8487821" y="1907043"/>
              <a:ext cx="216025" cy="108850"/>
              <a:chOff x="8553742" y="2601251"/>
              <a:chExt cx="216024" cy="108852"/>
            </a:xfrm>
          </p:grpSpPr>
          <p:cxnSp>
            <p:nvCxnSpPr>
              <p:cNvPr id="398" name="Straight Connector 397">
                <a:extLst>
                  <a:ext uri="{FF2B5EF4-FFF2-40B4-BE49-F238E27FC236}">
                    <a16:creationId xmlns:a16="http://schemas.microsoft.com/office/drawing/2014/main" id="{5577C94F-0979-F8C6-E4A6-519179E36CA9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400" name="Straight Connector 399">
                <a:extLst>
                  <a:ext uri="{FF2B5EF4-FFF2-40B4-BE49-F238E27FC236}">
                    <a16:creationId xmlns:a16="http://schemas.microsoft.com/office/drawing/2014/main" id="{835530CA-2372-6F9D-937C-AE5A91468B0E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401" name="Straight Connector 400">
                <a:extLst>
                  <a:ext uri="{FF2B5EF4-FFF2-40B4-BE49-F238E27FC236}">
                    <a16:creationId xmlns:a16="http://schemas.microsoft.com/office/drawing/2014/main" id="{6088E678-A789-D04F-4700-215C1D37103D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402" name="Straight Connector 401">
                <a:extLst>
                  <a:ext uri="{FF2B5EF4-FFF2-40B4-BE49-F238E27FC236}">
                    <a16:creationId xmlns:a16="http://schemas.microsoft.com/office/drawing/2014/main" id="{21FC0E99-4076-5FFB-4929-071498E96D69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397" name="Trapezoid 396">
              <a:extLst>
                <a:ext uri="{FF2B5EF4-FFF2-40B4-BE49-F238E27FC236}">
                  <a16:creationId xmlns:a16="http://schemas.microsoft.com/office/drawing/2014/main" id="{7F5F3639-3CD3-DD55-6BD3-B25110E01794}"/>
                </a:ext>
              </a:extLst>
            </p:cNvPr>
            <p:cNvSpPr/>
            <p:nvPr/>
          </p:nvSpPr>
          <p:spPr>
            <a:xfrm rot="10800000">
              <a:off x="8464779" y="2015928"/>
              <a:ext cx="262095" cy="50810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457189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467" kern="0">
                <a:solidFill>
                  <a:srgbClr val="FFFFFF"/>
                </a:solidFill>
                <a:latin typeface="Arial"/>
                <a:ea typeface="ヒラギノ角ゴ ProN W3" charset="-128"/>
                <a:sym typeface="Gill Sans" charset="0"/>
              </a:endParaRPr>
            </a:p>
          </p:txBody>
        </p:sp>
      </p:grpSp>
      <p:cxnSp>
        <p:nvCxnSpPr>
          <p:cNvPr id="403" name="Straight Connector 402">
            <a:extLst>
              <a:ext uri="{FF2B5EF4-FFF2-40B4-BE49-F238E27FC236}">
                <a16:creationId xmlns:a16="http://schemas.microsoft.com/office/drawing/2014/main" id="{E2CB7EF0-2A4F-5C4C-1340-DEC54F8993B3}"/>
              </a:ext>
            </a:extLst>
          </p:cNvPr>
          <p:cNvCxnSpPr>
            <a:cxnSpLocks/>
            <a:stCxn id="116" idx="0"/>
            <a:endCxn id="395" idx="0"/>
          </p:cNvCxnSpPr>
          <p:nvPr/>
        </p:nvCxnSpPr>
        <p:spPr>
          <a:xfrm>
            <a:off x="4831758" y="2608429"/>
            <a:ext cx="367" cy="271464"/>
          </a:xfrm>
          <a:prstGeom prst="line">
            <a:avLst/>
          </a:prstGeom>
          <a:noFill/>
          <a:ln w="6350" cap="flat" cmpd="sng" algn="ctr">
            <a:solidFill>
              <a:srgbClr val="141313"/>
            </a:solidFill>
            <a:prstDash val="solid"/>
          </a:ln>
          <a:effectLst/>
        </p:spPr>
      </p:cxnSp>
      <p:sp>
        <p:nvSpPr>
          <p:cNvPr id="404" name="Rectangle 135">
            <a:extLst>
              <a:ext uri="{FF2B5EF4-FFF2-40B4-BE49-F238E27FC236}">
                <a16:creationId xmlns:a16="http://schemas.microsoft.com/office/drawing/2014/main" id="{83100324-30F7-6490-74D9-AC71F495B5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56619" y="2873504"/>
            <a:ext cx="345359" cy="1231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914354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00" kern="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cs typeface="Arial" charset="0"/>
                <a:sym typeface="Gill Sans" charset="0"/>
              </a:rPr>
              <a:t> </a:t>
            </a:r>
            <a:r>
              <a:rPr lang="en-US" sz="800" kern="0">
                <a:solidFill>
                  <a:srgbClr val="FF0000"/>
                </a:solidFill>
                <a:latin typeface="Arial" panose="020B0604020202020204" pitchFamily="34" charset="0"/>
                <a:ea typeface="ヒラギノ角ゴ ProN W3" charset="-128"/>
                <a:cs typeface="Arial" charset="0"/>
                <a:sym typeface="Gill Sans" charset="0"/>
              </a:rPr>
              <a:t>DSR</a:t>
            </a:r>
            <a:endParaRPr lang="en-GB" sz="800" kern="0" dirty="0">
              <a:solidFill>
                <a:srgbClr val="FF0000"/>
              </a:solidFill>
              <a:latin typeface="Arial" panose="020B0604020202020204" pitchFamily="34" charset="0"/>
              <a:ea typeface="ヒラギノ角ゴ ProN W3" charset="-128"/>
              <a:cs typeface="Arial" charset="0"/>
              <a:sym typeface="Gill Sans" charset="0"/>
            </a:endParaRPr>
          </a:p>
        </p:txBody>
      </p:sp>
      <p:sp>
        <p:nvSpPr>
          <p:cNvPr id="641" name="Rectangle 135">
            <a:extLst>
              <a:ext uri="{FF2B5EF4-FFF2-40B4-BE49-F238E27FC236}">
                <a16:creationId xmlns:a16="http://schemas.microsoft.com/office/drawing/2014/main" id="{39B2C059-90D2-BE2C-3CE1-B2FD4D473F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57546" y="1563678"/>
            <a:ext cx="888836" cy="1231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914354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00" kern="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cs typeface="Arial" charset="0"/>
                <a:sym typeface="Gill Sans" charset="0"/>
              </a:rPr>
              <a:t> </a:t>
            </a:r>
            <a:r>
              <a:rPr lang="en-US" sz="800" kern="0">
                <a:solidFill>
                  <a:srgbClr val="FF0000"/>
                </a:solidFill>
                <a:latin typeface="Arial" panose="020B0604020202020204" pitchFamily="34" charset="0"/>
                <a:ea typeface="ヒラギノ角ゴ ProN W3" charset="-128"/>
                <a:cs typeface="Arial" charset="0"/>
                <a:sym typeface="Gill Sans" charset="0"/>
              </a:rPr>
              <a:t>HOST / ROUTER</a:t>
            </a:r>
            <a:endParaRPr lang="en-GB" sz="800" kern="0" dirty="0">
              <a:solidFill>
                <a:srgbClr val="FF0000"/>
              </a:solidFill>
              <a:latin typeface="Arial" panose="020B0604020202020204" pitchFamily="34" charset="0"/>
              <a:ea typeface="ヒラギノ角ゴ ProN W3" charset="-128"/>
              <a:cs typeface="Arial" charset="0"/>
              <a:sym typeface="Gill Sans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83F43DE-DA7F-F99B-E9AE-F98CCE343D43}"/>
              </a:ext>
            </a:extLst>
          </p:cNvPr>
          <p:cNvSpPr txBox="1"/>
          <p:nvPr/>
        </p:nvSpPr>
        <p:spPr>
          <a:xfrm>
            <a:off x="6264945" y="1682731"/>
            <a:ext cx="4671731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>
                <a:solidFill>
                  <a:srgbClr val="000000"/>
                </a:solidFill>
                <a:latin typeface="Calibri" panose="020F0502020204030204" pitchFamily="34" charset="0"/>
              </a:rPr>
              <a:t>OIF-400ZR-02.0</a:t>
            </a:r>
            <a:r>
              <a:rPr lang="en-US" sz="1200">
                <a:solidFill>
                  <a:srgbClr val="000000"/>
                </a:solidFill>
                <a:latin typeface="Calibri" panose="020F0502020204030204" pitchFamily="34" charset="0"/>
              </a:rPr>
              <a:t>:</a:t>
            </a:r>
          </a:p>
          <a:p>
            <a:r>
              <a:rPr lang="en-US" sz="1200">
                <a:solidFill>
                  <a:srgbClr val="000000"/>
                </a:solidFill>
                <a:latin typeface="Calibri" panose="020F0502020204030204" pitchFamily="34" charset="0"/>
              </a:rPr>
              <a:t>400GBASE-R, FlexO-4-DSH, and 400ZR frames have similar structures. The 400ZR frame OH area is the same as the FlexO-4-DSH, however, fewer OH fields are defined as required for 400ZR than for FlexO-4-DSH. Bonding across multiple PHYs is not supported by the 400ZR frame structure. </a:t>
            </a:r>
          </a:p>
          <a:p>
            <a:r>
              <a:rPr lang="en-US" sz="1200">
                <a:solidFill>
                  <a:srgbClr val="000000"/>
                </a:solidFill>
                <a:latin typeface="Calibri" panose="020F0502020204030204" pitchFamily="34" charset="0"/>
              </a:rPr>
              <a:t>The 400GBASE-R is asynchronously mapped into a 400ZR container using GMP.</a:t>
            </a:r>
          </a:p>
          <a:p>
            <a:r>
              <a:rPr lang="en-US" sz="1200">
                <a:solidFill>
                  <a:srgbClr val="000000"/>
                </a:solidFill>
                <a:latin typeface="Calibri" panose="020F0502020204030204" pitchFamily="34" charset="0"/>
              </a:rPr>
              <a:t>The chapter “</a:t>
            </a:r>
            <a:r>
              <a:rPr lang="en-US" sz="1200" i="1">
                <a:solidFill>
                  <a:srgbClr val="000000"/>
                </a:solidFill>
                <a:latin typeface="Calibri" panose="020F0502020204030204" pitchFamily="34" charset="0"/>
              </a:rPr>
              <a:t>8.9 400ZR Error Detection and Signaling</a:t>
            </a:r>
            <a:r>
              <a:rPr lang="en-US" sz="1200">
                <a:solidFill>
                  <a:srgbClr val="000000"/>
                </a:solidFill>
                <a:latin typeface="Calibri" panose="020F0502020204030204" pitchFamily="34" charset="0"/>
              </a:rPr>
              <a:t>” lists the alarms </a:t>
            </a:r>
            <a:endParaRPr lang="en-US" sz="1200"/>
          </a:p>
        </p:txBody>
      </p:sp>
      <p:sp>
        <p:nvSpPr>
          <p:cNvPr id="75" name="Rectangle 135">
            <a:extLst>
              <a:ext uri="{FF2B5EF4-FFF2-40B4-BE49-F238E27FC236}">
                <a16:creationId xmlns:a16="http://schemas.microsoft.com/office/drawing/2014/main" id="{3AB61D77-719A-A693-1C68-4043D5C819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93657" y="2210794"/>
            <a:ext cx="438575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914354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00" kern="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cs typeface="Arial" charset="0"/>
                <a:sym typeface="Gill Sans" charset="0"/>
              </a:rPr>
              <a:t> </a:t>
            </a:r>
            <a:r>
              <a:rPr lang="en-US" sz="800" kern="0">
                <a:solidFill>
                  <a:srgbClr val="FF0000"/>
                </a:solidFill>
                <a:latin typeface="Arial" panose="020B0604020202020204" pitchFamily="34" charset="0"/>
                <a:ea typeface="ヒラギノ角ゴ ProN W3" charset="-128"/>
                <a:cs typeface="Arial" charset="0"/>
                <a:sym typeface="Gill Sans" charset="0"/>
              </a:rPr>
              <a:t>HOST</a:t>
            </a:r>
            <a:r>
              <a:rPr lang="en-US" sz="800" kern="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cs typeface="Arial" charset="0"/>
                <a:sym typeface="Gill Sans" charset="0"/>
              </a:rPr>
              <a:t> </a:t>
            </a:r>
            <a:r>
              <a:rPr lang="en-US" sz="800" i="1" kern="0">
                <a:solidFill>
                  <a:srgbClr val="FF0000"/>
                </a:solidFill>
                <a:latin typeface="Arial" panose="020B0604020202020204" pitchFamily="34" charset="0"/>
                <a:ea typeface="ヒラギノ角ゴ ProN W3" charset="-128"/>
                <a:cs typeface="Arial" charset="0"/>
                <a:sym typeface="Gill Sans" charset="0"/>
              </a:rPr>
              <a:t>LANES</a:t>
            </a:r>
            <a:endParaRPr lang="en-GB" sz="800" i="1" kern="0" dirty="0">
              <a:solidFill>
                <a:srgbClr val="FF0000"/>
              </a:solidFill>
              <a:latin typeface="Arial" panose="020B0604020202020204" pitchFamily="34" charset="0"/>
              <a:ea typeface="ヒラギノ角ゴ ProN W3" charset="-128"/>
              <a:cs typeface="Arial" charset="0"/>
              <a:sym typeface="Gill Sans" charset="0"/>
            </a:endParaRPr>
          </a:p>
        </p:txBody>
      </p:sp>
      <p:sp>
        <p:nvSpPr>
          <p:cNvPr id="116" name="Rectangle 115">
            <a:extLst>
              <a:ext uri="{FF2B5EF4-FFF2-40B4-BE49-F238E27FC236}">
                <a16:creationId xmlns:a16="http://schemas.microsoft.com/office/drawing/2014/main" id="{F45AC0E6-795E-29C9-15C8-C184219C5720}"/>
              </a:ext>
            </a:extLst>
          </p:cNvPr>
          <p:cNvSpPr/>
          <p:nvPr/>
        </p:nvSpPr>
        <p:spPr>
          <a:xfrm flipV="1">
            <a:off x="4151834" y="2065504"/>
            <a:ext cx="1359847" cy="54292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600">
              <a:solidFill>
                <a:schemeClr val="tx1"/>
              </a:solidFill>
            </a:endParaRPr>
          </a:p>
        </p:txBody>
      </p:sp>
      <p:grpSp>
        <p:nvGrpSpPr>
          <p:cNvPr id="117" name="Group 116">
            <a:extLst>
              <a:ext uri="{FF2B5EF4-FFF2-40B4-BE49-F238E27FC236}">
                <a16:creationId xmlns:a16="http://schemas.microsoft.com/office/drawing/2014/main" id="{FFC299C1-DF79-074E-E9A9-D17EB6BE8299}"/>
              </a:ext>
            </a:extLst>
          </p:cNvPr>
          <p:cNvGrpSpPr/>
          <p:nvPr/>
        </p:nvGrpSpPr>
        <p:grpSpPr>
          <a:xfrm>
            <a:off x="4270099" y="2185345"/>
            <a:ext cx="211053" cy="133563"/>
            <a:chOff x="980943" y="1888785"/>
            <a:chExt cx="271916" cy="172080"/>
          </a:xfrm>
        </p:grpSpPr>
        <p:grpSp>
          <p:nvGrpSpPr>
            <p:cNvPr id="118" name="Group 898">
              <a:extLst>
                <a:ext uri="{FF2B5EF4-FFF2-40B4-BE49-F238E27FC236}">
                  <a16:creationId xmlns:a16="http://schemas.microsoft.com/office/drawing/2014/main" id="{9A25463E-4ACE-3BB3-FBDE-AE53988C23C9}"/>
                </a:ext>
              </a:extLst>
            </p:cNvPr>
            <p:cNvGrpSpPr/>
            <p:nvPr/>
          </p:nvGrpSpPr>
          <p:grpSpPr>
            <a:xfrm>
              <a:off x="980943" y="1888785"/>
              <a:ext cx="271916" cy="170991"/>
              <a:chOff x="957800" y="1944318"/>
              <a:chExt cx="271916" cy="170990"/>
            </a:xfrm>
          </p:grpSpPr>
          <p:sp>
            <p:nvSpPr>
              <p:cNvPr id="120" name="Rectangle 88">
                <a:extLst>
                  <a:ext uri="{FF2B5EF4-FFF2-40B4-BE49-F238E27FC236}">
                    <a16:creationId xmlns:a16="http://schemas.microsoft.com/office/drawing/2014/main" id="{7BC39E0C-11DD-A9AD-3ACF-CEE3D12758D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7800" y="1944318"/>
                <a:ext cx="271916" cy="170990"/>
              </a:xfrm>
              <a:prstGeom prst="rect">
                <a:avLst/>
              </a:prstGeom>
              <a:solidFill>
                <a:srgbClr val="99FF99"/>
              </a:solidFill>
              <a:ln w="6350" cap="rnd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533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121" name="Isosceles Triangle 120">
                <a:extLst>
                  <a:ext uri="{FF2B5EF4-FFF2-40B4-BE49-F238E27FC236}">
                    <a16:creationId xmlns:a16="http://schemas.microsoft.com/office/drawing/2014/main" id="{E41BC59A-A415-22D9-2A3A-E3057FF2ADCA}"/>
                  </a:ext>
                </a:extLst>
              </p:cNvPr>
              <p:cNvSpPr/>
              <p:nvPr/>
            </p:nvSpPr>
            <p:spPr>
              <a:xfrm flipV="1">
                <a:off x="1040929" y="1977630"/>
                <a:ext cx="105628" cy="87485"/>
              </a:xfrm>
              <a:prstGeom prst="triangl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67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122" name="Oval 341">
                <a:extLst>
                  <a:ext uri="{FF2B5EF4-FFF2-40B4-BE49-F238E27FC236}">
                    <a16:creationId xmlns:a16="http://schemas.microsoft.com/office/drawing/2014/main" id="{879A37FF-6F2F-7FB5-6DA6-229476B8694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1067" y="2032325"/>
                <a:ext cx="48964" cy="48247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67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</p:grpSp>
        <p:sp>
          <p:nvSpPr>
            <p:cNvPr id="119" name="Trapezoid 118">
              <a:extLst>
                <a:ext uri="{FF2B5EF4-FFF2-40B4-BE49-F238E27FC236}">
                  <a16:creationId xmlns:a16="http://schemas.microsoft.com/office/drawing/2014/main" id="{E3ECD212-D2EB-1142-5786-26BC55CED168}"/>
                </a:ext>
              </a:extLst>
            </p:cNvPr>
            <p:cNvSpPr/>
            <p:nvPr/>
          </p:nvSpPr>
          <p:spPr>
            <a:xfrm rot="10800000">
              <a:off x="1018052" y="2022543"/>
              <a:ext cx="201097" cy="38322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467" kern="0">
                <a:solidFill>
                  <a:srgbClr val="FFFFFF"/>
                </a:solidFill>
                <a:latin typeface="Arial"/>
                <a:ea typeface="ヒラギノ角ゴ ProN W3" charset="-128"/>
                <a:sym typeface="Gill Sans" charset="0"/>
              </a:endParaRPr>
            </a:p>
          </p:txBody>
        </p:sp>
      </p:grpSp>
      <p:grpSp>
        <p:nvGrpSpPr>
          <p:cNvPr id="123" name="Group 122">
            <a:extLst>
              <a:ext uri="{FF2B5EF4-FFF2-40B4-BE49-F238E27FC236}">
                <a16:creationId xmlns:a16="http://schemas.microsoft.com/office/drawing/2014/main" id="{C0ACDEF9-DD60-CCA2-371E-B694E7E355F0}"/>
              </a:ext>
            </a:extLst>
          </p:cNvPr>
          <p:cNvGrpSpPr/>
          <p:nvPr/>
        </p:nvGrpSpPr>
        <p:grpSpPr>
          <a:xfrm>
            <a:off x="4392806" y="2216548"/>
            <a:ext cx="211053" cy="133563"/>
            <a:chOff x="980943" y="1888785"/>
            <a:chExt cx="271916" cy="172080"/>
          </a:xfrm>
        </p:grpSpPr>
        <p:grpSp>
          <p:nvGrpSpPr>
            <p:cNvPr id="124" name="Group 898">
              <a:extLst>
                <a:ext uri="{FF2B5EF4-FFF2-40B4-BE49-F238E27FC236}">
                  <a16:creationId xmlns:a16="http://schemas.microsoft.com/office/drawing/2014/main" id="{84EE3EF9-4306-DDFF-094A-76EDED7C12CB}"/>
                </a:ext>
              </a:extLst>
            </p:cNvPr>
            <p:cNvGrpSpPr/>
            <p:nvPr/>
          </p:nvGrpSpPr>
          <p:grpSpPr>
            <a:xfrm>
              <a:off x="980943" y="1888785"/>
              <a:ext cx="271916" cy="170991"/>
              <a:chOff x="957800" y="1944318"/>
              <a:chExt cx="271916" cy="170990"/>
            </a:xfrm>
          </p:grpSpPr>
          <p:sp>
            <p:nvSpPr>
              <p:cNvPr id="126" name="Rectangle 88">
                <a:extLst>
                  <a:ext uri="{FF2B5EF4-FFF2-40B4-BE49-F238E27FC236}">
                    <a16:creationId xmlns:a16="http://schemas.microsoft.com/office/drawing/2014/main" id="{7F6A2F8C-B60E-5FAF-EE28-0DF63A4C8E3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7800" y="1944318"/>
                <a:ext cx="271916" cy="170990"/>
              </a:xfrm>
              <a:prstGeom prst="rect">
                <a:avLst/>
              </a:prstGeom>
              <a:solidFill>
                <a:srgbClr val="99FF99"/>
              </a:solidFill>
              <a:ln w="6350" cap="rnd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533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132" name="Isosceles Triangle 131">
                <a:extLst>
                  <a:ext uri="{FF2B5EF4-FFF2-40B4-BE49-F238E27FC236}">
                    <a16:creationId xmlns:a16="http://schemas.microsoft.com/office/drawing/2014/main" id="{1D1AB887-638B-B2CE-986C-93AD2D7CDCF0}"/>
                  </a:ext>
                </a:extLst>
              </p:cNvPr>
              <p:cNvSpPr/>
              <p:nvPr/>
            </p:nvSpPr>
            <p:spPr>
              <a:xfrm flipV="1">
                <a:off x="1040929" y="1977630"/>
                <a:ext cx="105628" cy="87485"/>
              </a:xfrm>
              <a:prstGeom prst="triangl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67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133" name="Oval 341">
                <a:extLst>
                  <a:ext uri="{FF2B5EF4-FFF2-40B4-BE49-F238E27FC236}">
                    <a16:creationId xmlns:a16="http://schemas.microsoft.com/office/drawing/2014/main" id="{7DDCF49C-AEC2-E2C0-B979-CFCD094086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1067" y="2032325"/>
                <a:ext cx="48964" cy="48247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67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</p:grpSp>
        <p:sp>
          <p:nvSpPr>
            <p:cNvPr id="125" name="Trapezoid 124">
              <a:extLst>
                <a:ext uri="{FF2B5EF4-FFF2-40B4-BE49-F238E27FC236}">
                  <a16:creationId xmlns:a16="http://schemas.microsoft.com/office/drawing/2014/main" id="{295F2965-B8D6-0042-987A-4D9BC23BA5CE}"/>
                </a:ext>
              </a:extLst>
            </p:cNvPr>
            <p:cNvSpPr/>
            <p:nvPr/>
          </p:nvSpPr>
          <p:spPr>
            <a:xfrm rot="10800000">
              <a:off x="1018052" y="2022543"/>
              <a:ext cx="201097" cy="38322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467" kern="0">
                <a:solidFill>
                  <a:srgbClr val="FFFFFF"/>
                </a:solidFill>
                <a:latin typeface="Arial"/>
                <a:ea typeface="ヒラギノ角ゴ ProN W3" charset="-128"/>
                <a:sym typeface="Gill Sans" charset="0"/>
              </a:endParaRPr>
            </a:p>
          </p:txBody>
        </p:sp>
      </p:grpSp>
      <p:grpSp>
        <p:nvGrpSpPr>
          <p:cNvPr id="134" name="Group 133">
            <a:extLst>
              <a:ext uri="{FF2B5EF4-FFF2-40B4-BE49-F238E27FC236}">
                <a16:creationId xmlns:a16="http://schemas.microsoft.com/office/drawing/2014/main" id="{877AB960-13F4-9B37-080C-960543DEA9B7}"/>
              </a:ext>
            </a:extLst>
          </p:cNvPr>
          <p:cNvGrpSpPr/>
          <p:nvPr/>
        </p:nvGrpSpPr>
        <p:grpSpPr>
          <a:xfrm>
            <a:off x="4524011" y="2248700"/>
            <a:ext cx="211053" cy="133563"/>
            <a:chOff x="980943" y="1888785"/>
            <a:chExt cx="271916" cy="172080"/>
          </a:xfrm>
        </p:grpSpPr>
        <p:grpSp>
          <p:nvGrpSpPr>
            <p:cNvPr id="135" name="Group 898">
              <a:extLst>
                <a:ext uri="{FF2B5EF4-FFF2-40B4-BE49-F238E27FC236}">
                  <a16:creationId xmlns:a16="http://schemas.microsoft.com/office/drawing/2014/main" id="{E31959EC-67A2-BBD0-070D-FD7CF3E87615}"/>
                </a:ext>
              </a:extLst>
            </p:cNvPr>
            <p:cNvGrpSpPr/>
            <p:nvPr/>
          </p:nvGrpSpPr>
          <p:grpSpPr>
            <a:xfrm>
              <a:off x="980943" y="1888785"/>
              <a:ext cx="271916" cy="170991"/>
              <a:chOff x="957800" y="1944318"/>
              <a:chExt cx="271916" cy="170990"/>
            </a:xfrm>
          </p:grpSpPr>
          <p:sp>
            <p:nvSpPr>
              <p:cNvPr id="137" name="Rectangle 88">
                <a:extLst>
                  <a:ext uri="{FF2B5EF4-FFF2-40B4-BE49-F238E27FC236}">
                    <a16:creationId xmlns:a16="http://schemas.microsoft.com/office/drawing/2014/main" id="{75CFEF35-45E5-3F13-8FF8-5B6D4D3ABE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7800" y="1944318"/>
                <a:ext cx="271916" cy="170990"/>
              </a:xfrm>
              <a:prstGeom prst="rect">
                <a:avLst/>
              </a:prstGeom>
              <a:solidFill>
                <a:srgbClr val="99FF99"/>
              </a:solidFill>
              <a:ln w="6350" cap="rnd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533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138" name="Isosceles Triangle 137">
                <a:extLst>
                  <a:ext uri="{FF2B5EF4-FFF2-40B4-BE49-F238E27FC236}">
                    <a16:creationId xmlns:a16="http://schemas.microsoft.com/office/drawing/2014/main" id="{285673F6-4293-843A-BE9D-EB3F3288069A}"/>
                  </a:ext>
                </a:extLst>
              </p:cNvPr>
              <p:cNvSpPr/>
              <p:nvPr/>
            </p:nvSpPr>
            <p:spPr>
              <a:xfrm flipV="1">
                <a:off x="1040929" y="1977630"/>
                <a:ext cx="105628" cy="87485"/>
              </a:xfrm>
              <a:prstGeom prst="triangl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67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139" name="Oval 341">
                <a:extLst>
                  <a:ext uri="{FF2B5EF4-FFF2-40B4-BE49-F238E27FC236}">
                    <a16:creationId xmlns:a16="http://schemas.microsoft.com/office/drawing/2014/main" id="{C2609EFA-BCB6-EB8C-08E7-30510F3AA3E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1067" y="2032325"/>
                <a:ext cx="48964" cy="48247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67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</p:grpSp>
        <p:sp>
          <p:nvSpPr>
            <p:cNvPr id="136" name="Trapezoid 135">
              <a:extLst>
                <a:ext uri="{FF2B5EF4-FFF2-40B4-BE49-F238E27FC236}">
                  <a16:creationId xmlns:a16="http://schemas.microsoft.com/office/drawing/2014/main" id="{FF1908D6-D042-3B9D-B4AC-742B29443543}"/>
                </a:ext>
              </a:extLst>
            </p:cNvPr>
            <p:cNvSpPr/>
            <p:nvPr/>
          </p:nvSpPr>
          <p:spPr>
            <a:xfrm rot="10800000">
              <a:off x="1018052" y="2022543"/>
              <a:ext cx="201097" cy="38322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467" kern="0">
                <a:solidFill>
                  <a:srgbClr val="FFFFFF"/>
                </a:solidFill>
                <a:latin typeface="Arial"/>
                <a:ea typeface="ヒラギノ角ゴ ProN W3" charset="-128"/>
                <a:sym typeface="Gill Sans" charset="0"/>
              </a:endParaRPr>
            </a:p>
          </p:txBody>
        </p:sp>
      </p:grpSp>
      <p:grpSp>
        <p:nvGrpSpPr>
          <p:cNvPr id="140" name="Group 139">
            <a:extLst>
              <a:ext uri="{FF2B5EF4-FFF2-40B4-BE49-F238E27FC236}">
                <a16:creationId xmlns:a16="http://schemas.microsoft.com/office/drawing/2014/main" id="{AB86A1E7-7AAA-5880-D8B8-FEA598FB9DF5}"/>
              </a:ext>
            </a:extLst>
          </p:cNvPr>
          <p:cNvGrpSpPr/>
          <p:nvPr/>
        </p:nvGrpSpPr>
        <p:grpSpPr>
          <a:xfrm>
            <a:off x="4653067" y="2283076"/>
            <a:ext cx="211053" cy="133563"/>
            <a:chOff x="980943" y="1888785"/>
            <a:chExt cx="271916" cy="172080"/>
          </a:xfrm>
        </p:grpSpPr>
        <p:grpSp>
          <p:nvGrpSpPr>
            <p:cNvPr id="141" name="Group 898">
              <a:extLst>
                <a:ext uri="{FF2B5EF4-FFF2-40B4-BE49-F238E27FC236}">
                  <a16:creationId xmlns:a16="http://schemas.microsoft.com/office/drawing/2014/main" id="{1B9AAB49-8A2F-3D6F-B92D-16780A4A9E88}"/>
                </a:ext>
              </a:extLst>
            </p:cNvPr>
            <p:cNvGrpSpPr/>
            <p:nvPr/>
          </p:nvGrpSpPr>
          <p:grpSpPr>
            <a:xfrm>
              <a:off x="980943" y="1888785"/>
              <a:ext cx="271916" cy="170991"/>
              <a:chOff x="957800" y="1944318"/>
              <a:chExt cx="271916" cy="170990"/>
            </a:xfrm>
          </p:grpSpPr>
          <p:sp>
            <p:nvSpPr>
              <p:cNvPr id="143" name="Rectangle 88">
                <a:extLst>
                  <a:ext uri="{FF2B5EF4-FFF2-40B4-BE49-F238E27FC236}">
                    <a16:creationId xmlns:a16="http://schemas.microsoft.com/office/drawing/2014/main" id="{FF09FBE0-47AE-5619-93F0-A5AFFD9556D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7800" y="1944318"/>
                <a:ext cx="271916" cy="170990"/>
              </a:xfrm>
              <a:prstGeom prst="rect">
                <a:avLst/>
              </a:prstGeom>
              <a:solidFill>
                <a:srgbClr val="99FF99"/>
              </a:solidFill>
              <a:ln w="6350" cap="rnd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533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144" name="Isosceles Triangle 143">
                <a:extLst>
                  <a:ext uri="{FF2B5EF4-FFF2-40B4-BE49-F238E27FC236}">
                    <a16:creationId xmlns:a16="http://schemas.microsoft.com/office/drawing/2014/main" id="{3F5255BC-651B-E631-6718-FAAE10138D0B}"/>
                  </a:ext>
                </a:extLst>
              </p:cNvPr>
              <p:cNvSpPr/>
              <p:nvPr/>
            </p:nvSpPr>
            <p:spPr>
              <a:xfrm flipV="1">
                <a:off x="1040929" y="1977630"/>
                <a:ext cx="105628" cy="87485"/>
              </a:xfrm>
              <a:prstGeom prst="triangl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67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145" name="Oval 341">
                <a:extLst>
                  <a:ext uri="{FF2B5EF4-FFF2-40B4-BE49-F238E27FC236}">
                    <a16:creationId xmlns:a16="http://schemas.microsoft.com/office/drawing/2014/main" id="{9188DA9D-6A1D-1946-46BE-978A2DA38BB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1067" y="2032325"/>
                <a:ext cx="48964" cy="48247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67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</p:grpSp>
        <p:sp>
          <p:nvSpPr>
            <p:cNvPr id="142" name="Trapezoid 141">
              <a:extLst>
                <a:ext uri="{FF2B5EF4-FFF2-40B4-BE49-F238E27FC236}">
                  <a16:creationId xmlns:a16="http://schemas.microsoft.com/office/drawing/2014/main" id="{E6E2741A-7548-33C5-754D-16DF872B3135}"/>
                </a:ext>
              </a:extLst>
            </p:cNvPr>
            <p:cNvSpPr/>
            <p:nvPr/>
          </p:nvSpPr>
          <p:spPr>
            <a:xfrm rot="10800000">
              <a:off x="1018052" y="2022543"/>
              <a:ext cx="201097" cy="38322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467" kern="0">
                <a:solidFill>
                  <a:srgbClr val="FFFFFF"/>
                </a:solidFill>
                <a:latin typeface="Arial"/>
                <a:ea typeface="ヒラギノ角ゴ ProN W3" charset="-128"/>
                <a:sym typeface="Gill Sans" charset="0"/>
              </a:endParaRPr>
            </a:p>
          </p:txBody>
        </p:sp>
      </p:grpSp>
      <p:grpSp>
        <p:nvGrpSpPr>
          <p:cNvPr id="148" name="Group 147">
            <a:extLst>
              <a:ext uri="{FF2B5EF4-FFF2-40B4-BE49-F238E27FC236}">
                <a16:creationId xmlns:a16="http://schemas.microsoft.com/office/drawing/2014/main" id="{64446E61-FE98-B972-070C-E770FD64FCF1}"/>
              </a:ext>
            </a:extLst>
          </p:cNvPr>
          <p:cNvGrpSpPr/>
          <p:nvPr/>
        </p:nvGrpSpPr>
        <p:grpSpPr>
          <a:xfrm>
            <a:off x="4778796" y="2316607"/>
            <a:ext cx="211053" cy="133563"/>
            <a:chOff x="980943" y="1888785"/>
            <a:chExt cx="271916" cy="172080"/>
          </a:xfrm>
        </p:grpSpPr>
        <p:grpSp>
          <p:nvGrpSpPr>
            <p:cNvPr id="149" name="Group 898">
              <a:extLst>
                <a:ext uri="{FF2B5EF4-FFF2-40B4-BE49-F238E27FC236}">
                  <a16:creationId xmlns:a16="http://schemas.microsoft.com/office/drawing/2014/main" id="{D50A392C-DEEB-B955-25CA-1E8C6A021E90}"/>
                </a:ext>
              </a:extLst>
            </p:cNvPr>
            <p:cNvGrpSpPr/>
            <p:nvPr/>
          </p:nvGrpSpPr>
          <p:grpSpPr>
            <a:xfrm>
              <a:off x="980943" y="1888785"/>
              <a:ext cx="271916" cy="170991"/>
              <a:chOff x="957800" y="1944318"/>
              <a:chExt cx="271916" cy="170990"/>
            </a:xfrm>
          </p:grpSpPr>
          <p:sp>
            <p:nvSpPr>
              <p:cNvPr id="151" name="Rectangle 88">
                <a:extLst>
                  <a:ext uri="{FF2B5EF4-FFF2-40B4-BE49-F238E27FC236}">
                    <a16:creationId xmlns:a16="http://schemas.microsoft.com/office/drawing/2014/main" id="{668CA5F0-7F06-7C1C-511C-EB5B2EF3F8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7800" y="1944318"/>
                <a:ext cx="271916" cy="170990"/>
              </a:xfrm>
              <a:prstGeom prst="rect">
                <a:avLst/>
              </a:prstGeom>
              <a:solidFill>
                <a:srgbClr val="99FF99"/>
              </a:solidFill>
              <a:ln w="6350" cap="rnd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533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152" name="Isosceles Triangle 151">
                <a:extLst>
                  <a:ext uri="{FF2B5EF4-FFF2-40B4-BE49-F238E27FC236}">
                    <a16:creationId xmlns:a16="http://schemas.microsoft.com/office/drawing/2014/main" id="{F1765748-292D-62FC-9061-0DED1D315CB6}"/>
                  </a:ext>
                </a:extLst>
              </p:cNvPr>
              <p:cNvSpPr/>
              <p:nvPr/>
            </p:nvSpPr>
            <p:spPr>
              <a:xfrm flipV="1">
                <a:off x="1040929" y="1977630"/>
                <a:ext cx="105628" cy="87485"/>
              </a:xfrm>
              <a:prstGeom prst="triangl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67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153" name="Oval 341">
                <a:extLst>
                  <a:ext uri="{FF2B5EF4-FFF2-40B4-BE49-F238E27FC236}">
                    <a16:creationId xmlns:a16="http://schemas.microsoft.com/office/drawing/2014/main" id="{AA33A5BC-DEA8-CFAE-D094-A11AABF87C5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1067" y="2032325"/>
                <a:ext cx="48964" cy="48247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67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</p:grpSp>
        <p:sp>
          <p:nvSpPr>
            <p:cNvPr id="150" name="Trapezoid 149">
              <a:extLst>
                <a:ext uri="{FF2B5EF4-FFF2-40B4-BE49-F238E27FC236}">
                  <a16:creationId xmlns:a16="http://schemas.microsoft.com/office/drawing/2014/main" id="{8B79A689-398B-3B76-D681-FD7D97A04E31}"/>
                </a:ext>
              </a:extLst>
            </p:cNvPr>
            <p:cNvSpPr/>
            <p:nvPr/>
          </p:nvSpPr>
          <p:spPr>
            <a:xfrm rot="10800000">
              <a:off x="1018052" y="2022543"/>
              <a:ext cx="201097" cy="38322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467" kern="0">
                <a:solidFill>
                  <a:srgbClr val="FFFFFF"/>
                </a:solidFill>
                <a:latin typeface="Arial"/>
                <a:ea typeface="ヒラギノ角ゴ ProN W3" charset="-128"/>
                <a:sym typeface="Gill Sans" charset="0"/>
              </a:endParaRPr>
            </a:p>
          </p:txBody>
        </p:sp>
      </p:grpSp>
      <p:grpSp>
        <p:nvGrpSpPr>
          <p:cNvPr id="156" name="Group 155">
            <a:extLst>
              <a:ext uri="{FF2B5EF4-FFF2-40B4-BE49-F238E27FC236}">
                <a16:creationId xmlns:a16="http://schemas.microsoft.com/office/drawing/2014/main" id="{AD84AFD1-E3C5-12CB-A0F0-87B209FDAFCD}"/>
              </a:ext>
            </a:extLst>
          </p:cNvPr>
          <p:cNvGrpSpPr/>
          <p:nvPr/>
        </p:nvGrpSpPr>
        <p:grpSpPr>
          <a:xfrm>
            <a:off x="4901503" y="2347809"/>
            <a:ext cx="211053" cy="133563"/>
            <a:chOff x="980943" y="1888785"/>
            <a:chExt cx="271916" cy="172080"/>
          </a:xfrm>
        </p:grpSpPr>
        <p:grpSp>
          <p:nvGrpSpPr>
            <p:cNvPr id="157" name="Group 898">
              <a:extLst>
                <a:ext uri="{FF2B5EF4-FFF2-40B4-BE49-F238E27FC236}">
                  <a16:creationId xmlns:a16="http://schemas.microsoft.com/office/drawing/2014/main" id="{D0D5B761-14F2-6526-7163-DE394FE75423}"/>
                </a:ext>
              </a:extLst>
            </p:cNvPr>
            <p:cNvGrpSpPr/>
            <p:nvPr/>
          </p:nvGrpSpPr>
          <p:grpSpPr>
            <a:xfrm>
              <a:off x="980943" y="1888785"/>
              <a:ext cx="271916" cy="170991"/>
              <a:chOff x="957800" y="1944318"/>
              <a:chExt cx="271916" cy="170990"/>
            </a:xfrm>
          </p:grpSpPr>
          <p:sp>
            <p:nvSpPr>
              <p:cNvPr id="159" name="Rectangle 88">
                <a:extLst>
                  <a:ext uri="{FF2B5EF4-FFF2-40B4-BE49-F238E27FC236}">
                    <a16:creationId xmlns:a16="http://schemas.microsoft.com/office/drawing/2014/main" id="{4186FEE2-A3CC-62E5-2EA2-33127C7BA9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7800" y="1944318"/>
                <a:ext cx="271916" cy="170990"/>
              </a:xfrm>
              <a:prstGeom prst="rect">
                <a:avLst/>
              </a:prstGeom>
              <a:solidFill>
                <a:srgbClr val="99FF99"/>
              </a:solidFill>
              <a:ln w="6350" cap="rnd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533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160" name="Isosceles Triangle 159">
                <a:extLst>
                  <a:ext uri="{FF2B5EF4-FFF2-40B4-BE49-F238E27FC236}">
                    <a16:creationId xmlns:a16="http://schemas.microsoft.com/office/drawing/2014/main" id="{257FA0F5-2EB1-C32D-2753-147AEFD3EDBA}"/>
                  </a:ext>
                </a:extLst>
              </p:cNvPr>
              <p:cNvSpPr/>
              <p:nvPr/>
            </p:nvSpPr>
            <p:spPr>
              <a:xfrm flipV="1">
                <a:off x="1040929" y="1977630"/>
                <a:ext cx="105628" cy="87485"/>
              </a:xfrm>
              <a:prstGeom prst="triangl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67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162" name="Oval 341">
                <a:extLst>
                  <a:ext uri="{FF2B5EF4-FFF2-40B4-BE49-F238E27FC236}">
                    <a16:creationId xmlns:a16="http://schemas.microsoft.com/office/drawing/2014/main" id="{5392DF40-DC7D-862B-DD74-9FB43D1E83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1067" y="2032325"/>
                <a:ext cx="48964" cy="48247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67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</p:grpSp>
        <p:sp>
          <p:nvSpPr>
            <p:cNvPr id="158" name="Trapezoid 157">
              <a:extLst>
                <a:ext uri="{FF2B5EF4-FFF2-40B4-BE49-F238E27FC236}">
                  <a16:creationId xmlns:a16="http://schemas.microsoft.com/office/drawing/2014/main" id="{1F67113F-82C9-53B4-CB43-E6057B4E1B9A}"/>
                </a:ext>
              </a:extLst>
            </p:cNvPr>
            <p:cNvSpPr/>
            <p:nvPr/>
          </p:nvSpPr>
          <p:spPr>
            <a:xfrm rot="10800000">
              <a:off x="1018052" y="2022543"/>
              <a:ext cx="201097" cy="38322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467" kern="0">
                <a:solidFill>
                  <a:srgbClr val="FFFFFF"/>
                </a:solidFill>
                <a:latin typeface="Arial"/>
                <a:ea typeface="ヒラギノ角ゴ ProN W3" charset="-128"/>
                <a:sym typeface="Gill Sans" charset="0"/>
              </a:endParaRPr>
            </a:p>
          </p:txBody>
        </p:sp>
      </p:grpSp>
      <p:grpSp>
        <p:nvGrpSpPr>
          <p:cNvPr id="163" name="Group 162">
            <a:extLst>
              <a:ext uri="{FF2B5EF4-FFF2-40B4-BE49-F238E27FC236}">
                <a16:creationId xmlns:a16="http://schemas.microsoft.com/office/drawing/2014/main" id="{3361F708-C028-43C4-FF6E-8BA90A9CF0C7}"/>
              </a:ext>
            </a:extLst>
          </p:cNvPr>
          <p:cNvGrpSpPr/>
          <p:nvPr/>
        </p:nvGrpSpPr>
        <p:grpSpPr>
          <a:xfrm>
            <a:off x="5032708" y="2379961"/>
            <a:ext cx="211053" cy="133563"/>
            <a:chOff x="980943" y="1888785"/>
            <a:chExt cx="271916" cy="172080"/>
          </a:xfrm>
        </p:grpSpPr>
        <p:grpSp>
          <p:nvGrpSpPr>
            <p:cNvPr id="164" name="Group 898">
              <a:extLst>
                <a:ext uri="{FF2B5EF4-FFF2-40B4-BE49-F238E27FC236}">
                  <a16:creationId xmlns:a16="http://schemas.microsoft.com/office/drawing/2014/main" id="{70337050-DE02-45DA-513D-85A173E1A840}"/>
                </a:ext>
              </a:extLst>
            </p:cNvPr>
            <p:cNvGrpSpPr/>
            <p:nvPr/>
          </p:nvGrpSpPr>
          <p:grpSpPr>
            <a:xfrm>
              <a:off x="980943" y="1888785"/>
              <a:ext cx="271916" cy="170991"/>
              <a:chOff x="957800" y="1944318"/>
              <a:chExt cx="271916" cy="170990"/>
            </a:xfrm>
          </p:grpSpPr>
          <p:sp>
            <p:nvSpPr>
              <p:cNvPr id="166" name="Rectangle 88">
                <a:extLst>
                  <a:ext uri="{FF2B5EF4-FFF2-40B4-BE49-F238E27FC236}">
                    <a16:creationId xmlns:a16="http://schemas.microsoft.com/office/drawing/2014/main" id="{DAD155DB-8BE8-C657-83FC-153EA9D42AC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7800" y="1944318"/>
                <a:ext cx="271916" cy="170990"/>
              </a:xfrm>
              <a:prstGeom prst="rect">
                <a:avLst/>
              </a:prstGeom>
              <a:solidFill>
                <a:srgbClr val="99FF99"/>
              </a:solidFill>
              <a:ln w="6350" cap="rnd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533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169" name="Isosceles Triangle 168">
                <a:extLst>
                  <a:ext uri="{FF2B5EF4-FFF2-40B4-BE49-F238E27FC236}">
                    <a16:creationId xmlns:a16="http://schemas.microsoft.com/office/drawing/2014/main" id="{65A4097A-8FBF-ACE1-53DA-6D1B23A8364D}"/>
                  </a:ext>
                </a:extLst>
              </p:cNvPr>
              <p:cNvSpPr/>
              <p:nvPr/>
            </p:nvSpPr>
            <p:spPr>
              <a:xfrm flipV="1">
                <a:off x="1040929" y="1977630"/>
                <a:ext cx="105628" cy="87485"/>
              </a:xfrm>
              <a:prstGeom prst="triangl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67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170" name="Oval 341">
                <a:extLst>
                  <a:ext uri="{FF2B5EF4-FFF2-40B4-BE49-F238E27FC236}">
                    <a16:creationId xmlns:a16="http://schemas.microsoft.com/office/drawing/2014/main" id="{943BB2E9-BEC6-9BB5-E5DB-6E51279E187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1067" y="2032325"/>
                <a:ext cx="48964" cy="48247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67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</p:grpSp>
        <p:sp>
          <p:nvSpPr>
            <p:cNvPr id="165" name="Trapezoid 164">
              <a:extLst>
                <a:ext uri="{FF2B5EF4-FFF2-40B4-BE49-F238E27FC236}">
                  <a16:creationId xmlns:a16="http://schemas.microsoft.com/office/drawing/2014/main" id="{529AEABF-0F47-B278-5A77-D993CCA5C631}"/>
                </a:ext>
              </a:extLst>
            </p:cNvPr>
            <p:cNvSpPr/>
            <p:nvPr/>
          </p:nvSpPr>
          <p:spPr>
            <a:xfrm rot="10800000">
              <a:off x="1018052" y="2022543"/>
              <a:ext cx="201097" cy="38322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467" kern="0">
                <a:solidFill>
                  <a:srgbClr val="FFFFFF"/>
                </a:solidFill>
                <a:latin typeface="Arial"/>
                <a:ea typeface="ヒラギノ角ゴ ProN W3" charset="-128"/>
                <a:sym typeface="Gill Sans" charset="0"/>
              </a:endParaRPr>
            </a:p>
          </p:txBody>
        </p:sp>
      </p:grpSp>
      <p:grpSp>
        <p:nvGrpSpPr>
          <p:cNvPr id="174" name="Group 173">
            <a:extLst>
              <a:ext uri="{FF2B5EF4-FFF2-40B4-BE49-F238E27FC236}">
                <a16:creationId xmlns:a16="http://schemas.microsoft.com/office/drawing/2014/main" id="{0B6CA664-90B6-33D8-E17E-AA19131B4DB9}"/>
              </a:ext>
            </a:extLst>
          </p:cNvPr>
          <p:cNvGrpSpPr/>
          <p:nvPr/>
        </p:nvGrpSpPr>
        <p:grpSpPr>
          <a:xfrm>
            <a:off x="5161764" y="2414337"/>
            <a:ext cx="211053" cy="133563"/>
            <a:chOff x="980943" y="1888785"/>
            <a:chExt cx="271916" cy="172080"/>
          </a:xfrm>
        </p:grpSpPr>
        <p:grpSp>
          <p:nvGrpSpPr>
            <p:cNvPr id="175" name="Group 898">
              <a:extLst>
                <a:ext uri="{FF2B5EF4-FFF2-40B4-BE49-F238E27FC236}">
                  <a16:creationId xmlns:a16="http://schemas.microsoft.com/office/drawing/2014/main" id="{683FC934-72BB-8A51-9178-76739B1CB9C2}"/>
                </a:ext>
              </a:extLst>
            </p:cNvPr>
            <p:cNvGrpSpPr/>
            <p:nvPr/>
          </p:nvGrpSpPr>
          <p:grpSpPr>
            <a:xfrm>
              <a:off x="980943" y="1888785"/>
              <a:ext cx="271916" cy="170991"/>
              <a:chOff x="957800" y="1944318"/>
              <a:chExt cx="271916" cy="170990"/>
            </a:xfrm>
          </p:grpSpPr>
          <p:sp>
            <p:nvSpPr>
              <p:cNvPr id="177" name="Rectangle 88">
                <a:extLst>
                  <a:ext uri="{FF2B5EF4-FFF2-40B4-BE49-F238E27FC236}">
                    <a16:creationId xmlns:a16="http://schemas.microsoft.com/office/drawing/2014/main" id="{61F22BCC-FED5-DB92-12FC-42BCBE5E28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7800" y="1944318"/>
                <a:ext cx="271916" cy="170990"/>
              </a:xfrm>
              <a:prstGeom prst="rect">
                <a:avLst/>
              </a:prstGeom>
              <a:solidFill>
                <a:srgbClr val="99FF99"/>
              </a:solidFill>
              <a:ln w="6350" cap="rnd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533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179" name="Isosceles Triangle 178">
                <a:extLst>
                  <a:ext uri="{FF2B5EF4-FFF2-40B4-BE49-F238E27FC236}">
                    <a16:creationId xmlns:a16="http://schemas.microsoft.com/office/drawing/2014/main" id="{829F320D-A171-7186-0E59-9EABA72DA12D}"/>
                  </a:ext>
                </a:extLst>
              </p:cNvPr>
              <p:cNvSpPr/>
              <p:nvPr/>
            </p:nvSpPr>
            <p:spPr>
              <a:xfrm flipV="1">
                <a:off x="1040929" y="1977630"/>
                <a:ext cx="105628" cy="87485"/>
              </a:xfrm>
              <a:prstGeom prst="triangl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67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180" name="Oval 341">
                <a:extLst>
                  <a:ext uri="{FF2B5EF4-FFF2-40B4-BE49-F238E27FC236}">
                    <a16:creationId xmlns:a16="http://schemas.microsoft.com/office/drawing/2014/main" id="{D2BB8548-DA32-97E0-ECBF-35DB0A926F9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1067" y="2032325"/>
                <a:ext cx="48964" cy="48247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67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</p:grpSp>
        <p:sp>
          <p:nvSpPr>
            <p:cNvPr id="176" name="Trapezoid 175">
              <a:extLst>
                <a:ext uri="{FF2B5EF4-FFF2-40B4-BE49-F238E27FC236}">
                  <a16:creationId xmlns:a16="http://schemas.microsoft.com/office/drawing/2014/main" id="{AD84AFF9-8867-D6CA-D27D-46279E3B713D}"/>
                </a:ext>
              </a:extLst>
            </p:cNvPr>
            <p:cNvSpPr/>
            <p:nvPr/>
          </p:nvSpPr>
          <p:spPr>
            <a:xfrm rot="10800000">
              <a:off x="1018052" y="2022543"/>
              <a:ext cx="201097" cy="38322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467" kern="0">
                <a:solidFill>
                  <a:srgbClr val="FFFFFF"/>
                </a:solidFill>
                <a:latin typeface="Arial"/>
                <a:ea typeface="ヒラギノ角ゴ ProN W3" charset="-128"/>
                <a:sym typeface="Gill Sans" charset="0"/>
              </a:endParaRPr>
            </a:p>
          </p:txBody>
        </p:sp>
      </p:grpSp>
      <p:cxnSp>
        <p:nvCxnSpPr>
          <p:cNvPr id="188" name="Straight Connector 187">
            <a:extLst>
              <a:ext uri="{FF2B5EF4-FFF2-40B4-BE49-F238E27FC236}">
                <a16:creationId xmlns:a16="http://schemas.microsoft.com/office/drawing/2014/main" id="{96D4445A-1674-8679-4547-831AFCEBA5C7}"/>
              </a:ext>
            </a:extLst>
          </p:cNvPr>
          <p:cNvCxnSpPr>
            <a:cxnSpLocks/>
            <a:endCxn id="116" idx="2"/>
          </p:cNvCxnSpPr>
          <p:nvPr/>
        </p:nvCxnSpPr>
        <p:spPr>
          <a:xfrm>
            <a:off x="4831757" y="1864848"/>
            <a:ext cx="0" cy="200656"/>
          </a:xfrm>
          <a:prstGeom prst="line">
            <a:avLst/>
          </a:prstGeom>
          <a:noFill/>
          <a:ln w="6350" cap="flat" cmpd="sng" algn="ctr">
            <a:solidFill>
              <a:srgbClr val="141313"/>
            </a:solidFill>
            <a:prstDash val="solid"/>
          </a:ln>
          <a:effectLst/>
        </p:spPr>
      </p:cxn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95FFF4DA-34AF-6E2C-6DF9-4FBEFD1FB39B}"/>
              </a:ext>
            </a:extLst>
          </p:cNvPr>
          <p:cNvSpPr/>
          <p:nvPr/>
        </p:nvSpPr>
        <p:spPr>
          <a:xfrm rot="19637063">
            <a:off x="5689057" y="794975"/>
            <a:ext cx="2564942" cy="615021"/>
          </a:xfrm>
          <a:prstGeom prst="roundRect">
            <a:avLst/>
          </a:prstGeom>
          <a:noFill/>
          <a:ln w="12700">
            <a:solidFill>
              <a:schemeClr val="accent6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rgbClr val="C00000"/>
                </a:solidFill>
              </a:rPr>
              <a:t>OLD SLIDE BY ANDREA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8E332A4-503C-09AE-4088-5A3A053C04C2}"/>
              </a:ext>
            </a:extLst>
          </p:cNvPr>
          <p:cNvSpPr txBox="1"/>
          <p:nvPr/>
        </p:nvSpPr>
        <p:spPr>
          <a:xfrm>
            <a:off x="332018" y="3104566"/>
            <a:ext cx="29573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solidFill>
                  <a:srgbClr val="C00000"/>
                </a:solidFill>
              </a:rPr>
              <a:t>Note the use of </a:t>
            </a:r>
            <a:r>
              <a:rPr lang="en-IN" sz="1200" dirty="0" err="1">
                <a:solidFill>
                  <a:srgbClr val="C00000"/>
                </a:solidFill>
              </a:rPr>
              <a:t>PHOT:OTSiMCA</a:t>
            </a:r>
            <a:r>
              <a:rPr lang="en-IN" sz="1200" dirty="0">
                <a:solidFill>
                  <a:srgbClr val="C00000"/>
                </a:solidFill>
              </a:rPr>
              <a:t> l-p-q as a CEP contained by a DSR NEP</a:t>
            </a:r>
          </a:p>
        </p:txBody>
      </p:sp>
    </p:spTree>
    <p:extLst>
      <p:ext uri="{BB962C8B-B14F-4D97-AF65-F5344CB8AC3E}">
        <p14:creationId xmlns:p14="http://schemas.microsoft.com/office/powerpoint/2010/main" val="33919213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7FA865FB-AD31-C7E5-9CBE-76341C1FF0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202" y="748298"/>
            <a:ext cx="5703122" cy="6109702"/>
          </a:xfrm>
          <a:prstGeom prst="rect">
            <a:avLst/>
          </a:prstGeom>
        </p:spPr>
      </p:pic>
      <p:sp>
        <p:nvSpPr>
          <p:cNvPr id="8" name="Oval 7">
            <a:extLst>
              <a:ext uri="{FF2B5EF4-FFF2-40B4-BE49-F238E27FC236}">
                <a16:creationId xmlns:a16="http://schemas.microsoft.com/office/drawing/2014/main" id="{F9020EA4-4F19-D600-FD2C-BDB79938DEC1}"/>
              </a:ext>
            </a:extLst>
          </p:cNvPr>
          <p:cNvSpPr/>
          <p:nvPr/>
        </p:nvSpPr>
        <p:spPr>
          <a:xfrm>
            <a:off x="1666568" y="4107426"/>
            <a:ext cx="626806" cy="1039761"/>
          </a:xfrm>
          <a:prstGeom prst="ellipse">
            <a:avLst/>
          </a:prstGeom>
          <a:noFill/>
          <a:ln>
            <a:solidFill>
              <a:schemeClr val="accent6">
                <a:lumMod val="75000"/>
              </a:schemeClr>
            </a:solidFill>
          </a:ln>
          <a:effectLst>
            <a:glow rad="63500">
              <a:schemeClr val="accent5">
                <a:satMod val="175000"/>
                <a:alpha val="40000"/>
              </a:schemeClr>
            </a:glow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7BFE7E65-DEA8-C0B2-26BC-F0BA0C420D25}"/>
              </a:ext>
            </a:extLst>
          </p:cNvPr>
          <p:cNvSpPr/>
          <p:nvPr/>
        </p:nvSpPr>
        <p:spPr>
          <a:xfrm>
            <a:off x="3089787" y="1386348"/>
            <a:ext cx="3355257" cy="1177413"/>
          </a:xfrm>
          <a:prstGeom prst="ellipse">
            <a:avLst/>
          </a:prstGeom>
          <a:noFill/>
          <a:ln>
            <a:solidFill>
              <a:schemeClr val="accent6">
                <a:lumMod val="75000"/>
              </a:schemeClr>
            </a:solidFill>
          </a:ln>
          <a:effectLst>
            <a:glow rad="63500">
              <a:schemeClr val="accent5">
                <a:satMod val="175000"/>
                <a:alpha val="40000"/>
              </a:schemeClr>
            </a:glow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E5735610-840A-1710-1D7D-354BACDB77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Extract from TR-547 v3.3 and discussions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0EB3E6B-37EE-D24E-7EB9-2A3A2F0856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67599" y="58993"/>
            <a:ext cx="2455550" cy="68580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F1A7C26D-9834-8189-4ECD-D1D75B0E0827}"/>
              </a:ext>
            </a:extLst>
          </p:cNvPr>
          <p:cNvSpPr txBox="1"/>
          <p:nvPr/>
        </p:nvSpPr>
        <p:spPr>
          <a:xfrm>
            <a:off x="6806380" y="2875002"/>
            <a:ext cx="2721077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00" dirty="0">
                <a:solidFill>
                  <a:srgbClr val="C00000"/>
                </a:solidFill>
              </a:rPr>
              <a:t>I remember there was a discussion about this with AM, ND, and RC and these diagrams were accepted in TR547 v3.3</a:t>
            </a:r>
          </a:p>
        </p:txBody>
      </p:sp>
    </p:spTree>
    <p:extLst>
      <p:ext uri="{BB962C8B-B14F-4D97-AF65-F5344CB8AC3E}">
        <p14:creationId xmlns:p14="http://schemas.microsoft.com/office/powerpoint/2010/main" val="31178173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64C8ED7-1F46-8003-1BC1-C1E17468B0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If we retain this approach…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8C90D4-BA36-3C19-6BE2-B8B0D3C8CA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It would be quite close to what Brian was trying to describe in the 01/20/2026 meeting (I believe)</a:t>
            </a:r>
          </a:p>
          <a:p>
            <a:r>
              <a:rPr lang="en-IN" dirty="0"/>
              <a:t>My attempt to use this approach to represent (a) 4x100G into ZR400 and (b) 400G transponder using ZR400 are in the following two slides</a:t>
            </a:r>
          </a:p>
        </p:txBody>
      </p:sp>
    </p:spTree>
    <p:extLst>
      <p:ext uri="{BB962C8B-B14F-4D97-AF65-F5344CB8AC3E}">
        <p14:creationId xmlns:p14="http://schemas.microsoft.com/office/powerpoint/2010/main" val="8580032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32E302-8611-61A5-B5E7-422C623CA0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Rectangle 380">
            <a:extLst>
              <a:ext uri="{FF2B5EF4-FFF2-40B4-BE49-F238E27FC236}">
                <a16:creationId xmlns:a16="http://schemas.microsoft.com/office/drawing/2014/main" id="{97708069-F1EC-D072-1A3B-91D7DAB8DCE1}"/>
              </a:ext>
            </a:extLst>
          </p:cNvPr>
          <p:cNvSpPr/>
          <p:nvPr/>
        </p:nvSpPr>
        <p:spPr>
          <a:xfrm>
            <a:off x="1388219" y="838872"/>
            <a:ext cx="2558044" cy="5877386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609585"/>
            <a:endParaRPr lang="en-US" sz="1400" dirty="0">
              <a:solidFill>
                <a:srgbClr val="4B4B4B"/>
              </a:solidFill>
              <a:latin typeface="Calibri"/>
            </a:endParaRPr>
          </a:p>
        </p:txBody>
      </p:sp>
      <p:grpSp>
        <p:nvGrpSpPr>
          <p:cNvPr id="236" name="Group 1040">
            <a:extLst>
              <a:ext uri="{FF2B5EF4-FFF2-40B4-BE49-F238E27FC236}">
                <a16:creationId xmlns:a16="http://schemas.microsoft.com/office/drawing/2014/main" id="{1FAC89B1-2DCF-57DD-2D97-7D3DB98DF5A6}"/>
              </a:ext>
            </a:extLst>
          </p:cNvPr>
          <p:cNvGrpSpPr/>
          <p:nvPr/>
        </p:nvGrpSpPr>
        <p:grpSpPr>
          <a:xfrm>
            <a:off x="2622459" y="1696941"/>
            <a:ext cx="271916" cy="98118"/>
            <a:chOff x="1230061" y="3045781"/>
            <a:chExt cx="435339" cy="142407"/>
          </a:xfrm>
        </p:grpSpPr>
        <p:sp>
          <p:nvSpPr>
            <p:cNvPr id="237" name="Rectangle 236">
              <a:extLst>
                <a:ext uri="{FF2B5EF4-FFF2-40B4-BE49-F238E27FC236}">
                  <a16:creationId xmlns:a16="http://schemas.microsoft.com/office/drawing/2014/main" id="{E5878703-B632-F779-9AB8-459DA9CDC7B0}"/>
                </a:ext>
              </a:extLst>
            </p:cNvPr>
            <p:cNvSpPr/>
            <p:nvPr/>
          </p:nvSpPr>
          <p:spPr>
            <a:xfrm>
              <a:off x="1230061" y="3045781"/>
              <a:ext cx="435339" cy="142407"/>
            </a:xfrm>
            <a:prstGeom prst="rect">
              <a:avLst/>
            </a:prstGeom>
            <a:solidFill>
              <a:srgbClr val="FFFF00"/>
            </a:solidFill>
            <a:ln w="6350" cap="flat" cmpd="sng" algn="ctr">
              <a:solidFill>
                <a:srgbClr val="141313"/>
              </a:solidFill>
              <a:prstDash val="solid"/>
            </a:ln>
            <a:effectLst/>
          </p:spPr>
          <p:txBody>
            <a:bodyPr lIns="91353" tIns="45675" rIns="91353" bIns="45675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141313"/>
                </a:solidFill>
                <a:effectLst/>
                <a:uLnTx/>
                <a:uFillTx/>
                <a:latin typeface="Arial"/>
                <a:ea typeface="ヒラギノ角ゴ ProN W3" charset="-128"/>
                <a:cs typeface="+mn-cs"/>
                <a:sym typeface="Gill Sans" charset="0"/>
              </a:endParaRPr>
            </a:p>
          </p:txBody>
        </p:sp>
        <p:sp>
          <p:nvSpPr>
            <p:cNvPr id="238" name="Oval 341">
              <a:extLst>
                <a:ext uri="{FF2B5EF4-FFF2-40B4-BE49-F238E27FC236}">
                  <a16:creationId xmlns:a16="http://schemas.microsoft.com/office/drawing/2014/main" id="{ABEC4B24-CEDE-D26D-F6D1-EF2A5F79F4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1966" y="3084820"/>
              <a:ext cx="65286" cy="64329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ヒラギノ角ゴ ProN W3" charset="-128"/>
                <a:cs typeface="+mn-cs"/>
                <a:sym typeface="Gill Sans" charset="0"/>
              </a:endParaRPr>
            </a:p>
          </p:txBody>
        </p:sp>
        <p:sp>
          <p:nvSpPr>
            <p:cNvPr id="239" name="Oval 341">
              <a:extLst>
                <a:ext uri="{FF2B5EF4-FFF2-40B4-BE49-F238E27FC236}">
                  <a16:creationId xmlns:a16="http://schemas.microsoft.com/office/drawing/2014/main" id="{9A1FDA0E-1C3E-69B6-C25F-3B53288EFB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67471" y="3084820"/>
              <a:ext cx="65286" cy="64329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ヒラギノ角ゴ ProN W3" charset="-128"/>
                <a:cs typeface="+mn-cs"/>
                <a:sym typeface="Gill Sans" charset="0"/>
              </a:endParaRPr>
            </a:p>
          </p:txBody>
        </p:sp>
      </p:grpSp>
      <p:grpSp>
        <p:nvGrpSpPr>
          <p:cNvPr id="232" name="Group 1040">
            <a:extLst>
              <a:ext uri="{FF2B5EF4-FFF2-40B4-BE49-F238E27FC236}">
                <a16:creationId xmlns:a16="http://schemas.microsoft.com/office/drawing/2014/main" id="{155A9349-B106-2090-FC89-53C85ADCAD33}"/>
              </a:ext>
            </a:extLst>
          </p:cNvPr>
          <p:cNvGrpSpPr/>
          <p:nvPr/>
        </p:nvGrpSpPr>
        <p:grpSpPr>
          <a:xfrm>
            <a:off x="2570701" y="1742670"/>
            <a:ext cx="271916" cy="98118"/>
            <a:chOff x="1230061" y="3045781"/>
            <a:chExt cx="435339" cy="142407"/>
          </a:xfrm>
        </p:grpSpPr>
        <p:sp>
          <p:nvSpPr>
            <p:cNvPr id="233" name="Rectangle 232">
              <a:extLst>
                <a:ext uri="{FF2B5EF4-FFF2-40B4-BE49-F238E27FC236}">
                  <a16:creationId xmlns:a16="http://schemas.microsoft.com/office/drawing/2014/main" id="{F7CA92F9-03F3-D6FC-3A65-BA2D297635F3}"/>
                </a:ext>
              </a:extLst>
            </p:cNvPr>
            <p:cNvSpPr/>
            <p:nvPr/>
          </p:nvSpPr>
          <p:spPr>
            <a:xfrm>
              <a:off x="1230061" y="3045781"/>
              <a:ext cx="435339" cy="142407"/>
            </a:xfrm>
            <a:prstGeom prst="rect">
              <a:avLst/>
            </a:prstGeom>
            <a:solidFill>
              <a:srgbClr val="FFFF00"/>
            </a:solidFill>
            <a:ln w="6350" cap="flat" cmpd="sng" algn="ctr">
              <a:solidFill>
                <a:srgbClr val="141313"/>
              </a:solidFill>
              <a:prstDash val="solid"/>
            </a:ln>
            <a:effectLst/>
          </p:spPr>
          <p:txBody>
            <a:bodyPr lIns="91353" tIns="45675" rIns="91353" bIns="45675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141313"/>
                </a:solidFill>
                <a:effectLst/>
                <a:uLnTx/>
                <a:uFillTx/>
                <a:latin typeface="Arial"/>
                <a:ea typeface="ヒラギノ角ゴ ProN W3" charset="-128"/>
                <a:cs typeface="+mn-cs"/>
                <a:sym typeface="Gill Sans" charset="0"/>
              </a:endParaRPr>
            </a:p>
          </p:txBody>
        </p:sp>
        <p:sp>
          <p:nvSpPr>
            <p:cNvPr id="234" name="Oval 341">
              <a:extLst>
                <a:ext uri="{FF2B5EF4-FFF2-40B4-BE49-F238E27FC236}">
                  <a16:creationId xmlns:a16="http://schemas.microsoft.com/office/drawing/2014/main" id="{132DEB18-5C81-3556-B2BC-72A2E62445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1966" y="3084820"/>
              <a:ext cx="65286" cy="64329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ヒラギノ角ゴ ProN W3" charset="-128"/>
                <a:cs typeface="+mn-cs"/>
                <a:sym typeface="Gill Sans" charset="0"/>
              </a:endParaRPr>
            </a:p>
          </p:txBody>
        </p:sp>
        <p:sp>
          <p:nvSpPr>
            <p:cNvPr id="235" name="Oval 341">
              <a:extLst>
                <a:ext uri="{FF2B5EF4-FFF2-40B4-BE49-F238E27FC236}">
                  <a16:creationId xmlns:a16="http://schemas.microsoft.com/office/drawing/2014/main" id="{8AEE7152-7E00-5BF1-0B9A-18AF86CD02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67471" y="3084820"/>
              <a:ext cx="65286" cy="64329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ヒラギノ角ゴ ProN W3" charset="-128"/>
                <a:cs typeface="+mn-cs"/>
                <a:sym typeface="Gill Sans" charset="0"/>
              </a:endParaRPr>
            </a:p>
          </p:txBody>
        </p:sp>
      </p:grpSp>
      <p:grpSp>
        <p:nvGrpSpPr>
          <p:cNvPr id="215" name="Group 1040">
            <a:extLst>
              <a:ext uri="{FF2B5EF4-FFF2-40B4-BE49-F238E27FC236}">
                <a16:creationId xmlns:a16="http://schemas.microsoft.com/office/drawing/2014/main" id="{CB668349-9C25-0D17-BAA0-BA5631FAD4E6}"/>
              </a:ext>
            </a:extLst>
          </p:cNvPr>
          <p:cNvGrpSpPr/>
          <p:nvPr/>
        </p:nvGrpSpPr>
        <p:grpSpPr>
          <a:xfrm>
            <a:off x="2531283" y="1795059"/>
            <a:ext cx="271916" cy="98118"/>
            <a:chOff x="1230061" y="3045781"/>
            <a:chExt cx="435339" cy="142407"/>
          </a:xfrm>
        </p:grpSpPr>
        <p:sp>
          <p:nvSpPr>
            <p:cNvPr id="216" name="Rectangle 215">
              <a:extLst>
                <a:ext uri="{FF2B5EF4-FFF2-40B4-BE49-F238E27FC236}">
                  <a16:creationId xmlns:a16="http://schemas.microsoft.com/office/drawing/2014/main" id="{DA0D1278-AAA8-AB23-035F-E5E6FCD40FBD}"/>
                </a:ext>
              </a:extLst>
            </p:cNvPr>
            <p:cNvSpPr/>
            <p:nvPr/>
          </p:nvSpPr>
          <p:spPr>
            <a:xfrm>
              <a:off x="1230061" y="3045781"/>
              <a:ext cx="435339" cy="142407"/>
            </a:xfrm>
            <a:prstGeom prst="rect">
              <a:avLst/>
            </a:prstGeom>
            <a:solidFill>
              <a:srgbClr val="FFFF00"/>
            </a:solidFill>
            <a:ln w="6350" cap="flat" cmpd="sng" algn="ctr">
              <a:solidFill>
                <a:srgbClr val="141313"/>
              </a:solidFill>
              <a:prstDash val="solid"/>
            </a:ln>
            <a:effectLst/>
          </p:spPr>
          <p:txBody>
            <a:bodyPr lIns="91353" tIns="45675" rIns="91353" bIns="45675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141313"/>
                </a:solidFill>
                <a:effectLst/>
                <a:uLnTx/>
                <a:uFillTx/>
                <a:latin typeface="Arial"/>
                <a:ea typeface="ヒラギノ角ゴ ProN W3" charset="-128"/>
                <a:cs typeface="+mn-cs"/>
                <a:sym typeface="Gill Sans" charset="0"/>
              </a:endParaRPr>
            </a:p>
          </p:txBody>
        </p:sp>
        <p:sp>
          <p:nvSpPr>
            <p:cNvPr id="217" name="Oval 341">
              <a:extLst>
                <a:ext uri="{FF2B5EF4-FFF2-40B4-BE49-F238E27FC236}">
                  <a16:creationId xmlns:a16="http://schemas.microsoft.com/office/drawing/2014/main" id="{F1A00D08-9842-EC98-A5FF-07B3D7E1ED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1966" y="3084820"/>
              <a:ext cx="65286" cy="64329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ヒラギノ角ゴ ProN W3" charset="-128"/>
                <a:cs typeface="+mn-cs"/>
                <a:sym typeface="Gill Sans" charset="0"/>
              </a:endParaRPr>
            </a:p>
          </p:txBody>
        </p:sp>
        <p:sp>
          <p:nvSpPr>
            <p:cNvPr id="218" name="Oval 341">
              <a:extLst>
                <a:ext uri="{FF2B5EF4-FFF2-40B4-BE49-F238E27FC236}">
                  <a16:creationId xmlns:a16="http://schemas.microsoft.com/office/drawing/2014/main" id="{79618A8F-77B7-54A7-8297-044547FCCF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67471" y="3084820"/>
              <a:ext cx="65286" cy="64329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ヒラギノ角ゴ ProN W3" charset="-128"/>
                <a:cs typeface="+mn-cs"/>
                <a:sym typeface="Gill Sans" charset="0"/>
              </a:endParaRPr>
            </a:p>
          </p:txBody>
        </p:sp>
      </p:grpSp>
      <p:grpSp>
        <p:nvGrpSpPr>
          <p:cNvPr id="211" name="Group 11">
            <a:extLst>
              <a:ext uri="{FF2B5EF4-FFF2-40B4-BE49-F238E27FC236}">
                <a16:creationId xmlns:a16="http://schemas.microsoft.com/office/drawing/2014/main" id="{3A721965-8F0E-5EF4-C3F8-7AB95F072E2D}"/>
              </a:ext>
            </a:extLst>
          </p:cNvPr>
          <p:cNvGrpSpPr/>
          <p:nvPr/>
        </p:nvGrpSpPr>
        <p:grpSpPr>
          <a:xfrm>
            <a:off x="3611840" y="1645583"/>
            <a:ext cx="271916" cy="170990"/>
            <a:chOff x="4487593" y="2873065"/>
            <a:chExt cx="362554" cy="227985"/>
          </a:xfrm>
        </p:grpSpPr>
        <p:sp>
          <p:nvSpPr>
            <p:cNvPr id="212" name="Rectangle 88">
              <a:extLst>
                <a:ext uri="{FF2B5EF4-FFF2-40B4-BE49-F238E27FC236}">
                  <a16:creationId xmlns:a16="http://schemas.microsoft.com/office/drawing/2014/main" id="{F2CAEF69-9E8F-56E9-E7EB-AB928F5896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7593" y="2873065"/>
              <a:ext cx="362554" cy="227985"/>
            </a:xfrm>
            <a:prstGeom prst="rect">
              <a:avLst/>
            </a:prstGeom>
            <a:solidFill>
              <a:srgbClr val="99FF99"/>
            </a:solidFill>
            <a:ln w="6350" cap="rnd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marL="0" marR="0" lvl="0" indent="0" algn="ctr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6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ヒラギノ角ゴ ProN W3" charset="-128"/>
                <a:cs typeface="+mn-cs"/>
                <a:sym typeface="Gill Sans" charset="0"/>
              </a:endParaRPr>
            </a:p>
          </p:txBody>
        </p:sp>
        <p:sp>
          <p:nvSpPr>
            <p:cNvPr id="213" name="Trapezoid 212">
              <a:extLst>
                <a:ext uri="{FF2B5EF4-FFF2-40B4-BE49-F238E27FC236}">
                  <a16:creationId xmlns:a16="http://schemas.microsoft.com/office/drawing/2014/main" id="{FEA85DC2-DA5E-771C-9938-0E66BE591900}"/>
                </a:ext>
              </a:extLst>
            </p:cNvPr>
            <p:cNvSpPr/>
            <p:nvPr/>
          </p:nvSpPr>
          <p:spPr>
            <a:xfrm rot="10800000">
              <a:off x="4543045" y="3001279"/>
              <a:ext cx="262093" cy="50810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ヒラギノ角ゴ ProN W3" charset="-128"/>
                <a:cs typeface="+mn-cs"/>
                <a:sym typeface="Gill Sans" charset="0"/>
              </a:endParaRPr>
            </a:p>
          </p:txBody>
        </p:sp>
        <p:sp>
          <p:nvSpPr>
            <p:cNvPr id="214" name="Oval 341">
              <a:extLst>
                <a:ext uri="{FF2B5EF4-FFF2-40B4-BE49-F238E27FC236}">
                  <a16:creationId xmlns:a16="http://schemas.microsoft.com/office/drawing/2014/main" id="{40BBCF40-29B5-5CB8-8F27-509BB65BF8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38615" y="2931711"/>
              <a:ext cx="65285" cy="64329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ヒラギノ角ゴ ProN W3" charset="-128"/>
                <a:cs typeface="+mn-cs"/>
                <a:sym typeface="Gill Sans" charset="0"/>
              </a:endParaRPr>
            </a:p>
          </p:txBody>
        </p:sp>
      </p:grpSp>
      <p:grpSp>
        <p:nvGrpSpPr>
          <p:cNvPr id="207" name="Group 11">
            <a:extLst>
              <a:ext uri="{FF2B5EF4-FFF2-40B4-BE49-F238E27FC236}">
                <a16:creationId xmlns:a16="http://schemas.microsoft.com/office/drawing/2014/main" id="{A23BE6BB-C1C2-8BA5-BA81-3356A5721E42}"/>
              </a:ext>
            </a:extLst>
          </p:cNvPr>
          <p:cNvGrpSpPr/>
          <p:nvPr/>
        </p:nvGrpSpPr>
        <p:grpSpPr>
          <a:xfrm>
            <a:off x="3558378" y="1715738"/>
            <a:ext cx="271916" cy="170990"/>
            <a:chOff x="4487593" y="2873065"/>
            <a:chExt cx="362554" cy="227985"/>
          </a:xfrm>
        </p:grpSpPr>
        <p:sp>
          <p:nvSpPr>
            <p:cNvPr id="208" name="Rectangle 88">
              <a:extLst>
                <a:ext uri="{FF2B5EF4-FFF2-40B4-BE49-F238E27FC236}">
                  <a16:creationId xmlns:a16="http://schemas.microsoft.com/office/drawing/2014/main" id="{44FAAA34-2164-E0D0-D691-F59A0DADEF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7593" y="2873065"/>
              <a:ext cx="362554" cy="227985"/>
            </a:xfrm>
            <a:prstGeom prst="rect">
              <a:avLst/>
            </a:prstGeom>
            <a:solidFill>
              <a:srgbClr val="99FF99"/>
            </a:solidFill>
            <a:ln w="6350" cap="rnd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marL="0" marR="0" lvl="0" indent="0" algn="ctr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6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ヒラギノ角ゴ ProN W3" charset="-128"/>
                <a:cs typeface="+mn-cs"/>
                <a:sym typeface="Gill Sans" charset="0"/>
              </a:endParaRPr>
            </a:p>
          </p:txBody>
        </p:sp>
        <p:sp>
          <p:nvSpPr>
            <p:cNvPr id="209" name="Trapezoid 208">
              <a:extLst>
                <a:ext uri="{FF2B5EF4-FFF2-40B4-BE49-F238E27FC236}">
                  <a16:creationId xmlns:a16="http://schemas.microsoft.com/office/drawing/2014/main" id="{CE1EC266-3E75-6AD0-62E6-FD71CB20242F}"/>
                </a:ext>
              </a:extLst>
            </p:cNvPr>
            <p:cNvSpPr/>
            <p:nvPr/>
          </p:nvSpPr>
          <p:spPr>
            <a:xfrm rot="10800000">
              <a:off x="4543045" y="3001279"/>
              <a:ext cx="262093" cy="50810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ヒラギノ角ゴ ProN W3" charset="-128"/>
                <a:cs typeface="+mn-cs"/>
                <a:sym typeface="Gill Sans" charset="0"/>
              </a:endParaRPr>
            </a:p>
          </p:txBody>
        </p:sp>
        <p:sp>
          <p:nvSpPr>
            <p:cNvPr id="210" name="Oval 341">
              <a:extLst>
                <a:ext uri="{FF2B5EF4-FFF2-40B4-BE49-F238E27FC236}">
                  <a16:creationId xmlns:a16="http://schemas.microsoft.com/office/drawing/2014/main" id="{A0D74059-BE71-B0EF-3961-0B1C2FD083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38615" y="2931711"/>
              <a:ext cx="65285" cy="64329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ヒラギノ角ゴ ProN W3" charset="-128"/>
                <a:cs typeface="+mn-cs"/>
                <a:sym typeface="Gill Sans" charset="0"/>
              </a:endParaRPr>
            </a:p>
          </p:txBody>
        </p:sp>
      </p:grpSp>
      <p:grpSp>
        <p:nvGrpSpPr>
          <p:cNvPr id="203" name="Group 11">
            <a:extLst>
              <a:ext uri="{FF2B5EF4-FFF2-40B4-BE49-F238E27FC236}">
                <a16:creationId xmlns:a16="http://schemas.microsoft.com/office/drawing/2014/main" id="{FE0113F8-2F3C-029C-189F-439E2D226352}"/>
              </a:ext>
            </a:extLst>
          </p:cNvPr>
          <p:cNvGrpSpPr/>
          <p:nvPr/>
        </p:nvGrpSpPr>
        <p:grpSpPr>
          <a:xfrm>
            <a:off x="3507292" y="1775380"/>
            <a:ext cx="271916" cy="170990"/>
            <a:chOff x="4487593" y="2873065"/>
            <a:chExt cx="362554" cy="227985"/>
          </a:xfrm>
        </p:grpSpPr>
        <p:sp>
          <p:nvSpPr>
            <p:cNvPr id="204" name="Rectangle 88">
              <a:extLst>
                <a:ext uri="{FF2B5EF4-FFF2-40B4-BE49-F238E27FC236}">
                  <a16:creationId xmlns:a16="http://schemas.microsoft.com/office/drawing/2014/main" id="{66B84419-5D95-FCDF-7785-966BC67EF3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7593" y="2873065"/>
              <a:ext cx="362554" cy="227985"/>
            </a:xfrm>
            <a:prstGeom prst="rect">
              <a:avLst/>
            </a:prstGeom>
            <a:solidFill>
              <a:srgbClr val="99FF99"/>
            </a:solidFill>
            <a:ln w="6350" cap="rnd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marL="0" marR="0" lvl="0" indent="0" algn="ctr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6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ヒラギノ角ゴ ProN W3" charset="-128"/>
                <a:cs typeface="+mn-cs"/>
                <a:sym typeface="Gill Sans" charset="0"/>
              </a:endParaRPr>
            </a:p>
          </p:txBody>
        </p:sp>
        <p:sp>
          <p:nvSpPr>
            <p:cNvPr id="205" name="Trapezoid 204">
              <a:extLst>
                <a:ext uri="{FF2B5EF4-FFF2-40B4-BE49-F238E27FC236}">
                  <a16:creationId xmlns:a16="http://schemas.microsoft.com/office/drawing/2014/main" id="{ED260C56-84EA-C133-4F45-52080EF3457E}"/>
                </a:ext>
              </a:extLst>
            </p:cNvPr>
            <p:cNvSpPr/>
            <p:nvPr/>
          </p:nvSpPr>
          <p:spPr>
            <a:xfrm rot="10800000">
              <a:off x="4543045" y="3001279"/>
              <a:ext cx="262093" cy="50810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ヒラギノ角ゴ ProN W3" charset="-128"/>
                <a:cs typeface="+mn-cs"/>
                <a:sym typeface="Gill Sans" charset="0"/>
              </a:endParaRPr>
            </a:p>
          </p:txBody>
        </p:sp>
        <p:sp>
          <p:nvSpPr>
            <p:cNvPr id="206" name="Oval 341">
              <a:extLst>
                <a:ext uri="{FF2B5EF4-FFF2-40B4-BE49-F238E27FC236}">
                  <a16:creationId xmlns:a16="http://schemas.microsoft.com/office/drawing/2014/main" id="{7384C2FD-749C-1AC6-2882-6832B45F5F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38615" y="2931711"/>
              <a:ext cx="65285" cy="64329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ヒラギノ角ゴ ProN W3" charset="-128"/>
                <a:cs typeface="+mn-cs"/>
                <a:sym typeface="Gill Sans" charset="0"/>
              </a:endParaRPr>
            </a:p>
          </p:txBody>
        </p:sp>
      </p:grpSp>
      <p:grpSp>
        <p:nvGrpSpPr>
          <p:cNvPr id="198" name="Group 197">
            <a:extLst>
              <a:ext uri="{FF2B5EF4-FFF2-40B4-BE49-F238E27FC236}">
                <a16:creationId xmlns:a16="http://schemas.microsoft.com/office/drawing/2014/main" id="{A54EFF90-228B-1E90-6BAF-79A2929D501F}"/>
              </a:ext>
            </a:extLst>
          </p:cNvPr>
          <p:cNvGrpSpPr/>
          <p:nvPr/>
        </p:nvGrpSpPr>
        <p:grpSpPr>
          <a:xfrm>
            <a:off x="2581043" y="728243"/>
            <a:ext cx="7303179" cy="153888"/>
            <a:chOff x="3694336" y="2122694"/>
            <a:chExt cx="7303179" cy="153888"/>
          </a:xfrm>
        </p:grpSpPr>
        <p:sp>
          <p:nvSpPr>
            <p:cNvPr id="199" name="Rectangle 127">
              <a:extLst>
                <a:ext uri="{FF2B5EF4-FFF2-40B4-BE49-F238E27FC236}">
                  <a16:creationId xmlns:a16="http://schemas.microsoft.com/office/drawing/2014/main" id="{759C86BC-E5B2-4BA7-A5A6-E423D6B4830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94336" y="2136987"/>
              <a:ext cx="7303179" cy="128085"/>
            </a:xfrm>
            <a:prstGeom prst="rect">
              <a:avLst/>
            </a:prstGeom>
            <a:solidFill>
              <a:srgbClr val="FFC000"/>
            </a:solidFill>
            <a:ln w="6350" algn="ctr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91353" tIns="45675" rIns="91353" bIns="45675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defTabSz="609585" eaLnBrk="1" hangingPunct="1">
                <a:spcBef>
                  <a:spcPct val="0"/>
                </a:spcBef>
                <a:buNone/>
                <a:defRPr/>
              </a:pPr>
              <a:endParaRPr lang="en-US" altLang="en-US" sz="900" kern="0">
                <a:solidFill>
                  <a:srgbClr val="000000"/>
                </a:solidFill>
                <a:latin typeface="Calibri" pitchFamily="34" charset="0"/>
              </a:endParaRPr>
            </a:p>
          </p:txBody>
        </p:sp>
        <p:sp>
          <p:nvSpPr>
            <p:cNvPr id="200" name="Rectangle 135">
              <a:extLst>
                <a:ext uri="{FF2B5EF4-FFF2-40B4-BE49-F238E27FC236}">
                  <a16:creationId xmlns:a16="http://schemas.microsoft.com/office/drawing/2014/main" id="{9EC0AD36-394E-BCBD-206D-A578D34FB2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90208" y="2122694"/>
              <a:ext cx="3379333" cy="1538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0" tIns="0" rIns="0" bIns="0" anchor="ctr" anchorCtr="0">
              <a:spAutoFit/>
            </a:bodyPr>
            <a:lstStyle/>
            <a:p>
              <a:pPr algn="ctr" defTabSz="914332">
                <a:defRPr/>
              </a:pPr>
              <a:r>
                <a:rPr lang="en-US" sz="1000" b="1" kern="0" dirty="0">
                  <a:solidFill>
                    <a:srgbClr val="000000"/>
                  </a:solidFill>
                  <a:latin typeface="Calibri"/>
                  <a:cs typeface="Arial" charset="0"/>
                </a:rPr>
                <a:t>100G </a:t>
              </a:r>
              <a:r>
                <a:rPr lang="en-US" sz="1000" kern="0" dirty="0">
                  <a:solidFill>
                    <a:srgbClr val="000000"/>
                  </a:solidFill>
                  <a:latin typeface="Calibri"/>
                  <a:cs typeface="Arial" charset="0"/>
                </a:rPr>
                <a:t>Connectivity Service</a:t>
              </a:r>
              <a:endParaRPr lang="en-US" sz="1000" i="1" kern="0" dirty="0">
                <a:solidFill>
                  <a:prstClr val="black"/>
                </a:solidFill>
                <a:latin typeface="Calibri"/>
                <a:cs typeface="Arial" charset="0"/>
              </a:endParaRPr>
            </a:p>
          </p:txBody>
        </p:sp>
      </p:grpSp>
      <p:grpSp>
        <p:nvGrpSpPr>
          <p:cNvPr id="195" name="Group 194">
            <a:extLst>
              <a:ext uri="{FF2B5EF4-FFF2-40B4-BE49-F238E27FC236}">
                <a16:creationId xmlns:a16="http://schemas.microsoft.com/office/drawing/2014/main" id="{6ADB0734-770A-3988-5F21-CD0E5C044A47}"/>
              </a:ext>
            </a:extLst>
          </p:cNvPr>
          <p:cNvGrpSpPr/>
          <p:nvPr/>
        </p:nvGrpSpPr>
        <p:grpSpPr>
          <a:xfrm>
            <a:off x="2510471" y="798248"/>
            <a:ext cx="7303179" cy="153888"/>
            <a:chOff x="3694336" y="2122694"/>
            <a:chExt cx="7303179" cy="153888"/>
          </a:xfrm>
        </p:grpSpPr>
        <p:sp>
          <p:nvSpPr>
            <p:cNvPr id="196" name="Rectangle 127">
              <a:extLst>
                <a:ext uri="{FF2B5EF4-FFF2-40B4-BE49-F238E27FC236}">
                  <a16:creationId xmlns:a16="http://schemas.microsoft.com/office/drawing/2014/main" id="{40D18FA2-2E77-F2DA-D31C-0BD9335B8A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94336" y="2136987"/>
              <a:ext cx="7303179" cy="128085"/>
            </a:xfrm>
            <a:prstGeom prst="rect">
              <a:avLst/>
            </a:prstGeom>
            <a:solidFill>
              <a:srgbClr val="FFC000"/>
            </a:solidFill>
            <a:ln w="6350" algn="ctr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91353" tIns="45675" rIns="91353" bIns="45675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defTabSz="609585" eaLnBrk="1" hangingPunct="1">
                <a:spcBef>
                  <a:spcPct val="0"/>
                </a:spcBef>
                <a:buNone/>
                <a:defRPr/>
              </a:pPr>
              <a:endParaRPr lang="en-US" altLang="en-US" sz="900" kern="0">
                <a:solidFill>
                  <a:srgbClr val="000000"/>
                </a:solidFill>
                <a:latin typeface="Calibri" pitchFamily="34" charset="0"/>
              </a:endParaRPr>
            </a:p>
          </p:txBody>
        </p:sp>
        <p:sp>
          <p:nvSpPr>
            <p:cNvPr id="197" name="Rectangle 135">
              <a:extLst>
                <a:ext uri="{FF2B5EF4-FFF2-40B4-BE49-F238E27FC236}">
                  <a16:creationId xmlns:a16="http://schemas.microsoft.com/office/drawing/2014/main" id="{3D8C34B3-7DC7-0526-4A7F-EB5D24A686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90208" y="2122694"/>
              <a:ext cx="3379333" cy="1538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0" tIns="0" rIns="0" bIns="0" anchor="ctr" anchorCtr="0">
              <a:spAutoFit/>
            </a:bodyPr>
            <a:lstStyle/>
            <a:p>
              <a:pPr algn="ctr" defTabSz="914332">
                <a:defRPr/>
              </a:pPr>
              <a:r>
                <a:rPr lang="en-US" sz="1000" b="1" kern="0" dirty="0">
                  <a:solidFill>
                    <a:srgbClr val="000000"/>
                  </a:solidFill>
                  <a:latin typeface="Calibri"/>
                  <a:cs typeface="Arial" charset="0"/>
                </a:rPr>
                <a:t>100G </a:t>
              </a:r>
              <a:r>
                <a:rPr lang="en-US" sz="1000" kern="0" dirty="0">
                  <a:solidFill>
                    <a:srgbClr val="000000"/>
                  </a:solidFill>
                  <a:latin typeface="Calibri"/>
                  <a:cs typeface="Arial" charset="0"/>
                </a:rPr>
                <a:t>Connectivity Service</a:t>
              </a:r>
              <a:endParaRPr lang="en-US" sz="1000" i="1" kern="0" dirty="0">
                <a:solidFill>
                  <a:prstClr val="black"/>
                </a:solidFill>
                <a:latin typeface="Calibri"/>
                <a:cs typeface="Arial" charset="0"/>
              </a:endParaRPr>
            </a:p>
          </p:txBody>
        </p:sp>
      </p:grpSp>
      <p:grpSp>
        <p:nvGrpSpPr>
          <p:cNvPr id="192" name="Group 191">
            <a:extLst>
              <a:ext uri="{FF2B5EF4-FFF2-40B4-BE49-F238E27FC236}">
                <a16:creationId xmlns:a16="http://schemas.microsoft.com/office/drawing/2014/main" id="{CA9E9FE9-E079-C578-A2F7-673D05413711}"/>
              </a:ext>
            </a:extLst>
          </p:cNvPr>
          <p:cNvGrpSpPr/>
          <p:nvPr/>
        </p:nvGrpSpPr>
        <p:grpSpPr>
          <a:xfrm>
            <a:off x="2421052" y="866422"/>
            <a:ext cx="7303179" cy="153888"/>
            <a:chOff x="3694336" y="2122694"/>
            <a:chExt cx="7303179" cy="153888"/>
          </a:xfrm>
        </p:grpSpPr>
        <p:sp>
          <p:nvSpPr>
            <p:cNvPr id="193" name="Rectangle 127">
              <a:extLst>
                <a:ext uri="{FF2B5EF4-FFF2-40B4-BE49-F238E27FC236}">
                  <a16:creationId xmlns:a16="http://schemas.microsoft.com/office/drawing/2014/main" id="{1BF89CDD-9201-1B80-52C5-81B39B125B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94336" y="2136987"/>
              <a:ext cx="7303179" cy="128085"/>
            </a:xfrm>
            <a:prstGeom prst="rect">
              <a:avLst/>
            </a:prstGeom>
            <a:solidFill>
              <a:srgbClr val="FFC000"/>
            </a:solidFill>
            <a:ln w="6350" algn="ctr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91353" tIns="45675" rIns="91353" bIns="45675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defTabSz="609585" eaLnBrk="1" hangingPunct="1">
                <a:spcBef>
                  <a:spcPct val="0"/>
                </a:spcBef>
                <a:buNone/>
                <a:defRPr/>
              </a:pPr>
              <a:endParaRPr lang="en-US" altLang="en-US" sz="900" kern="0">
                <a:solidFill>
                  <a:srgbClr val="000000"/>
                </a:solidFill>
                <a:latin typeface="Calibri" pitchFamily="34" charset="0"/>
              </a:endParaRPr>
            </a:p>
          </p:txBody>
        </p:sp>
        <p:sp>
          <p:nvSpPr>
            <p:cNvPr id="194" name="Rectangle 135">
              <a:extLst>
                <a:ext uri="{FF2B5EF4-FFF2-40B4-BE49-F238E27FC236}">
                  <a16:creationId xmlns:a16="http://schemas.microsoft.com/office/drawing/2014/main" id="{CADB090E-9F3B-12EB-0380-D51E105F96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90208" y="2122694"/>
              <a:ext cx="3379333" cy="1538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0" tIns="0" rIns="0" bIns="0" anchor="ctr" anchorCtr="0">
              <a:spAutoFit/>
            </a:bodyPr>
            <a:lstStyle/>
            <a:p>
              <a:pPr algn="ctr" defTabSz="914332">
                <a:defRPr/>
              </a:pPr>
              <a:r>
                <a:rPr lang="en-US" sz="1000" b="1" kern="0" dirty="0">
                  <a:solidFill>
                    <a:srgbClr val="000000"/>
                  </a:solidFill>
                  <a:latin typeface="Calibri"/>
                  <a:cs typeface="Arial" charset="0"/>
                </a:rPr>
                <a:t>100G </a:t>
              </a:r>
              <a:r>
                <a:rPr lang="en-US" sz="1000" kern="0" dirty="0">
                  <a:solidFill>
                    <a:srgbClr val="000000"/>
                  </a:solidFill>
                  <a:latin typeface="Calibri"/>
                  <a:cs typeface="Arial" charset="0"/>
                </a:rPr>
                <a:t>Connectivity Service</a:t>
              </a:r>
              <a:endParaRPr lang="en-US" sz="1000" i="1" kern="0" dirty="0">
                <a:solidFill>
                  <a:prstClr val="black"/>
                </a:solidFill>
                <a:latin typeface="Calibri"/>
                <a:cs typeface="Arial" charset="0"/>
              </a:endParaRPr>
            </a:p>
          </p:txBody>
        </p:sp>
      </p:grpSp>
      <p:grpSp>
        <p:nvGrpSpPr>
          <p:cNvPr id="191" name="Group 190">
            <a:extLst>
              <a:ext uri="{FF2B5EF4-FFF2-40B4-BE49-F238E27FC236}">
                <a16:creationId xmlns:a16="http://schemas.microsoft.com/office/drawing/2014/main" id="{23012CDC-1CF0-F395-51FE-69D2D3B0116A}"/>
              </a:ext>
            </a:extLst>
          </p:cNvPr>
          <p:cNvGrpSpPr/>
          <p:nvPr/>
        </p:nvGrpSpPr>
        <p:grpSpPr>
          <a:xfrm>
            <a:off x="2326883" y="943443"/>
            <a:ext cx="7303179" cy="153888"/>
            <a:chOff x="3694336" y="2122694"/>
            <a:chExt cx="7303179" cy="153888"/>
          </a:xfrm>
        </p:grpSpPr>
        <p:sp>
          <p:nvSpPr>
            <p:cNvPr id="60" name="Rectangle 127">
              <a:extLst>
                <a:ext uri="{FF2B5EF4-FFF2-40B4-BE49-F238E27FC236}">
                  <a16:creationId xmlns:a16="http://schemas.microsoft.com/office/drawing/2014/main" id="{DFE05085-0FF5-D44F-4532-CDDEED2F83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94336" y="2136987"/>
              <a:ext cx="7303179" cy="128085"/>
            </a:xfrm>
            <a:prstGeom prst="rect">
              <a:avLst/>
            </a:prstGeom>
            <a:solidFill>
              <a:srgbClr val="FFC000"/>
            </a:solidFill>
            <a:ln w="6350" algn="ctr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91353" tIns="45675" rIns="91353" bIns="45675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defTabSz="609585" eaLnBrk="1" hangingPunct="1">
                <a:spcBef>
                  <a:spcPct val="0"/>
                </a:spcBef>
                <a:buNone/>
                <a:defRPr/>
              </a:pPr>
              <a:endParaRPr lang="en-US" altLang="en-US" sz="900" kern="0">
                <a:solidFill>
                  <a:srgbClr val="000000"/>
                </a:solidFill>
                <a:latin typeface="Calibri" pitchFamily="34" charset="0"/>
              </a:endParaRPr>
            </a:p>
          </p:txBody>
        </p:sp>
        <p:sp>
          <p:nvSpPr>
            <p:cNvPr id="62" name="Rectangle 135">
              <a:extLst>
                <a:ext uri="{FF2B5EF4-FFF2-40B4-BE49-F238E27FC236}">
                  <a16:creationId xmlns:a16="http://schemas.microsoft.com/office/drawing/2014/main" id="{A07BC6D9-0AD8-B4B6-B84D-A32CC00AED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90208" y="2122694"/>
              <a:ext cx="3379333" cy="1538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0" tIns="0" rIns="0" bIns="0" anchor="ctr" anchorCtr="0">
              <a:spAutoFit/>
            </a:bodyPr>
            <a:lstStyle/>
            <a:p>
              <a:pPr algn="ctr" defTabSz="914332">
                <a:defRPr/>
              </a:pPr>
              <a:r>
                <a:rPr lang="en-US" sz="1000" b="1" kern="0" dirty="0">
                  <a:solidFill>
                    <a:srgbClr val="000000"/>
                  </a:solidFill>
                  <a:latin typeface="Calibri"/>
                  <a:cs typeface="Arial" charset="0"/>
                </a:rPr>
                <a:t>100G </a:t>
              </a:r>
              <a:r>
                <a:rPr lang="en-US" sz="1000" kern="0" dirty="0">
                  <a:solidFill>
                    <a:srgbClr val="000000"/>
                  </a:solidFill>
                  <a:latin typeface="Calibri"/>
                  <a:cs typeface="Arial" charset="0"/>
                </a:rPr>
                <a:t>Connectivity Service</a:t>
              </a:r>
              <a:endParaRPr lang="en-US" sz="1000" i="1" kern="0" dirty="0">
                <a:solidFill>
                  <a:prstClr val="black"/>
                </a:solidFill>
                <a:latin typeface="Calibri"/>
                <a:cs typeface="Arial" charset="0"/>
              </a:endParaRPr>
            </a:p>
          </p:txBody>
        </p:sp>
      </p:grpSp>
      <p:sp>
        <p:nvSpPr>
          <p:cNvPr id="189" name="Rectangle 25">
            <a:extLst>
              <a:ext uri="{FF2B5EF4-FFF2-40B4-BE49-F238E27FC236}">
                <a16:creationId xmlns:a16="http://schemas.microsoft.com/office/drawing/2014/main" id="{578A9C94-7A5C-AF36-5633-7E1CA98CEA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50895" y="1204079"/>
            <a:ext cx="7076888" cy="115415"/>
          </a:xfrm>
          <a:prstGeom prst="rect">
            <a:avLst/>
          </a:prstGeom>
          <a:solidFill>
            <a:srgbClr val="FFFF00"/>
          </a:solidFill>
          <a:ln w="6350" algn="ctr">
            <a:solidFill>
              <a:srgbClr val="000000"/>
            </a:solidFill>
            <a:miter lim="800000"/>
            <a:headEnd/>
            <a:tailEnd/>
          </a:ln>
        </p:spPr>
        <p:txBody>
          <a:bodyPr lIns="121804" tIns="60900" rIns="121804" bIns="60900" anchor="ctr"/>
          <a:lstStyle/>
          <a:p>
            <a:pPr algn="ctr" defTabSz="609570">
              <a:spcBef>
                <a:spcPct val="0"/>
              </a:spcBef>
            </a:pPr>
            <a:endParaRPr lang="en-US" sz="1200" kern="0">
              <a:solidFill>
                <a:srgbClr val="000000"/>
              </a:solidFill>
              <a:latin typeface="Calibri" pitchFamily="34" charset="0"/>
            </a:endParaRPr>
          </a:p>
        </p:txBody>
      </p:sp>
      <p:sp>
        <p:nvSpPr>
          <p:cNvPr id="188" name="Rectangle 25">
            <a:extLst>
              <a:ext uri="{FF2B5EF4-FFF2-40B4-BE49-F238E27FC236}">
                <a16:creationId xmlns:a16="http://schemas.microsoft.com/office/drawing/2014/main" id="{8676882D-756D-EB8B-E614-9DF2F6D9C1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56726" y="1227268"/>
            <a:ext cx="7076888" cy="115415"/>
          </a:xfrm>
          <a:prstGeom prst="rect">
            <a:avLst/>
          </a:prstGeom>
          <a:solidFill>
            <a:srgbClr val="FFFF00"/>
          </a:solidFill>
          <a:ln w="6350" algn="ctr">
            <a:solidFill>
              <a:srgbClr val="000000"/>
            </a:solidFill>
            <a:miter lim="800000"/>
            <a:headEnd/>
            <a:tailEnd/>
          </a:ln>
        </p:spPr>
        <p:txBody>
          <a:bodyPr lIns="121804" tIns="60900" rIns="121804" bIns="60900" anchor="ctr"/>
          <a:lstStyle/>
          <a:p>
            <a:pPr algn="ctr" defTabSz="609570">
              <a:spcBef>
                <a:spcPct val="0"/>
              </a:spcBef>
            </a:pPr>
            <a:endParaRPr lang="en-US" sz="1200" kern="0">
              <a:solidFill>
                <a:srgbClr val="000000"/>
              </a:solidFill>
              <a:latin typeface="Calibri" pitchFamily="34" charset="0"/>
            </a:endParaRPr>
          </a:p>
        </p:txBody>
      </p:sp>
      <p:sp>
        <p:nvSpPr>
          <p:cNvPr id="187" name="Rectangle 25">
            <a:extLst>
              <a:ext uri="{FF2B5EF4-FFF2-40B4-BE49-F238E27FC236}">
                <a16:creationId xmlns:a16="http://schemas.microsoft.com/office/drawing/2014/main" id="{5D6CA166-229D-9248-32BD-471CF87039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71321" y="1274162"/>
            <a:ext cx="7076888" cy="115415"/>
          </a:xfrm>
          <a:prstGeom prst="rect">
            <a:avLst/>
          </a:prstGeom>
          <a:solidFill>
            <a:srgbClr val="FFFF00"/>
          </a:solidFill>
          <a:ln w="6350" algn="ctr">
            <a:solidFill>
              <a:srgbClr val="000000"/>
            </a:solidFill>
            <a:miter lim="800000"/>
            <a:headEnd/>
            <a:tailEnd/>
          </a:ln>
        </p:spPr>
        <p:txBody>
          <a:bodyPr lIns="121804" tIns="60900" rIns="121804" bIns="60900" anchor="ctr"/>
          <a:lstStyle/>
          <a:p>
            <a:pPr algn="ctr" defTabSz="609570">
              <a:spcBef>
                <a:spcPct val="0"/>
              </a:spcBef>
            </a:pPr>
            <a:endParaRPr lang="en-US" sz="1200" kern="0">
              <a:solidFill>
                <a:srgbClr val="000000"/>
              </a:solidFill>
              <a:latin typeface="Calibri" pitchFamily="34" charset="0"/>
            </a:endParaRPr>
          </a:p>
        </p:txBody>
      </p:sp>
      <p:sp>
        <p:nvSpPr>
          <p:cNvPr id="91" name="Oval 90">
            <a:extLst>
              <a:ext uri="{FF2B5EF4-FFF2-40B4-BE49-F238E27FC236}">
                <a16:creationId xmlns:a16="http://schemas.microsoft.com/office/drawing/2014/main" id="{4958944A-CC3B-587F-FB49-555E095D275E}"/>
              </a:ext>
            </a:extLst>
          </p:cNvPr>
          <p:cNvSpPr>
            <a:spLocks noChangeAspect="1"/>
          </p:cNvSpPr>
          <p:nvPr/>
        </p:nvSpPr>
        <p:spPr>
          <a:xfrm>
            <a:off x="681983" y="731868"/>
            <a:ext cx="458839" cy="179883"/>
          </a:xfrm>
          <a:prstGeom prst="ellipse">
            <a:avLst/>
          </a:prstGeom>
          <a:solidFill>
            <a:srgbClr val="99FF99"/>
          </a:solidFill>
          <a:ln w="9525" cap="flat" cmpd="sng" algn="ctr">
            <a:solidFill>
              <a:srgbClr val="DEC132">
                <a:lumMod val="60000"/>
                <a:lumOff val="4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lIns="0" rIns="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342891"/>
            <a:endParaRPr lang="en-US" sz="751" b="1">
              <a:solidFill>
                <a:srgbClr val="000000"/>
              </a:solidFill>
              <a:latin typeface="Arial"/>
              <a:ea typeface="Verdana"/>
            </a:endParaRPr>
          </a:p>
        </p:txBody>
      </p:sp>
      <p:sp>
        <p:nvSpPr>
          <p:cNvPr id="90" name="Oval 89">
            <a:extLst>
              <a:ext uri="{FF2B5EF4-FFF2-40B4-BE49-F238E27FC236}">
                <a16:creationId xmlns:a16="http://schemas.microsoft.com/office/drawing/2014/main" id="{CA8801F9-3F01-E9FA-0451-B5037244BF0A}"/>
              </a:ext>
            </a:extLst>
          </p:cNvPr>
          <p:cNvSpPr>
            <a:spLocks noChangeAspect="1"/>
          </p:cNvSpPr>
          <p:nvPr/>
        </p:nvSpPr>
        <p:spPr>
          <a:xfrm>
            <a:off x="596901" y="814954"/>
            <a:ext cx="458839" cy="179883"/>
          </a:xfrm>
          <a:prstGeom prst="ellipse">
            <a:avLst/>
          </a:prstGeom>
          <a:solidFill>
            <a:srgbClr val="99FF99"/>
          </a:solidFill>
          <a:ln w="9525" cap="flat" cmpd="sng" algn="ctr">
            <a:solidFill>
              <a:srgbClr val="DEC132">
                <a:lumMod val="60000"/>
                <a:lumOff val="4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lIns="0" rIns="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342891"/>
            <a:endParaRPr lang="en-US" sz="751" b="1">
              <a:solidFill>
                <a:srgbClr val="000000"/>
              </a:solidFill>
              <a:latin typeface="Arial"/>
              <a:ea typeface="Verdana"/>
            </a:endParaRPr>
          </a:p>
        </p:txBody>
      </p:sp>
      <p:sp>
        <p:nvSpPr>
          <p:cNvPr id="89" name="Oval 88">
            <a:extLst>
              <a:ext uri="{FF2B5EF4-FFF2-40B4-BE49-F238E27FC236}">
                <a16:creationId xmlns:a16="http://schemas.microsoft.com/office/drawing/2014/main" id="{D2F1A8A7-CB7E-086A-FDF7-DAF82642C24D}"/>
              </a:ext>
            </a:extLst>
          </p:cNvPr>
          <p:cNvSpPr>
            <a:spLocks noChangeAspect="1"/>
          </p:cNvSpPr>
          <p:nvPr/>
        </p:nvSpPr>
        <p:spPr>
          <a:xfrm>
            <a:off x="534360" y="904896"/>
            <a:ext cx="458839" cy="179883"/>
          </a:xfrm>
          <a:prstGeom prst="ellipse">
            <a:avLst/>
          </a:prstGeom>
          <a:solidFill>
            <a:srgbClr val="99FF99"/>
          </a:solidFill>
          <a:ln w="9525" cap="flat" cmpd="sng" algn="ctr">
            <a:solidFill>
              <a:srgbClr val="DEC132">
                <a:lumMod val="60000"/>
                <a:lumOff val="4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lIns="0" rIns="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342891"/>
            <a:endParaRPr lang="en-US" sz="751" b="1">
              <a:solidFill>
                <a:srgbClr val="000000"/>
              </a:solidFill>
              <a:latin typeface="Arial"/>
              <a:ea typeface="Verdana"/>
            </a:endParaRPr>
          </a:p>
        </p:txBody>
      </p:sp>
      <p:grpSp>
        <p:nvGrpSpPr>
          <p:cNvPr id="103" name="Group 11">
            <a:extLst>
              <a:ext uri="{FF2B5EF4-FFF2-40B4-BE49-F238E27FC236}">
                <a16:creationId xmlns:a16="http://schemas.microsoft.com/office/drawing/2014/main" id="{8E3E78E3-BA20-3CF4-52E6-B89BCA2956DF}"/>
              </a:ext>
            </a:extLst>
          </p:cNvPr>
          <p:cNvGrpSpPr/>
          <p:nvPr/>
        </p:nvGrpSpPr>
        <p:grpSpPr>
          <a:xfrm>
            <a:off x="1695957" y="1598101"/>
            <a:ext cx="271916" cy="170990"/>
            <a:chOff x="4487593" y="2873065"/>
            <a:chExt cx="362554" cy="227985"/>
          </a:xfrm>
        </p:grpSpPr>
        <p:sp>
          <p:nvSpPr>
            <p:cNvPr id="104" name="Rectangle 88">
              <a:extLst>
                <a:ext uri="{FF2B5EF4-FFF2-40B4-BE49-F238E27FC236}">
                  <a16:creationId xmlns:a16="http://schemas.microsoft.com/office/drawing/2014/main" id="{98683B20-F51D-BEA3-E871-1809854231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7593" y="2873065"/>
              <a:ext cx="362554" cy="227985"/>
            </a:xfrm>
            <a:prstGeom prst="rect">
              <a:avLst/>
            </a:prstGeom>
            <a:solidFill>
              <a:srgbClr val="99FF99"/>
            </a:solidFill>
            <a:ln w="6350" cap="rnd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marL="0" marR="0" lvl="0" indent="0" algn="ctr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6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ヒラギノ角ゴ ProN W3" charset="-128"/>
                <a:cs typeface="+mn-cs"/>
                <a:sym typeface="Gill Sans" charset="0"/>
              </a:endParaRPr>
            </a:p>
          </p:txBody>
        </p:sp>
        <p:sp>
          <p:nvSpPr>
            <p:cNvPr id="105" name="Trapezoid 104">
              <a:extLst>
                <a:ext uri="{FF2B5EF4-FFF2-40B4-BE49-F238E27FC236}">
                  <a16:creationId xmlns:a16="http://schemas.microsoft.com/office/drawing/2014/main" id="{57206224-DC3C-62FC-6045-699DDD289179}"/>
                </a:ext>
              </a:extLst>
            </p:cNvPr>
            <p:cNvSpPr/>
            <p:nvPr/>
          </p:nvSpPr>
          <p:spPr>
            <a:xfrm rot="10800000">
              <a:off x="4543045" y="3001279"/>
              <a:ext cx="262093" cy="50810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ヒラギノ角ゴ ProN W3" charset="-128"/>
                <a:cs typeface="+mn-cs"/>
                <a:sym typeface="Gill Sans" charset="0"/>
              </a:endParaRPr>
            </a:p>
          </p:txBody>
        </p:sp>
        <p:sp>
          <p:nvSpPr>
            <p:cNvPr id="106" name="Oval 341">
              <a:extLst>
                <a:ext uri="{FF2B5EF4-FFF2-40B4-BE49-F238E27FC236}">
                  <a16:creationId xmlns:a16="http://schemas.microsoft.com/office/drawing/2014/main" id="{E56AE4CF-B014-A354-EA58-9EAB3AC795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38615" y="2931711"/>
              <a:ext cx="65285" cy="64329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ヒラギノ角ゴ ProN W3" charset="-128"/>
                <a:cs typeface="+mn-cs"/>
                <a:sym typeface="Gill Sans" charset="0"/>
              </a:endParaRPr>
            </a:p>
          </p:txBody>
        </p:sp>
      </p:grpSp>
      <p:grpSp>
        <p:nvGrpSpPr>
          <p:cNvPr id="96" name="Group 11">
            <a:extLst>
              <a:ext uri="{FF2B5EF4-FFF2-40B4-BE49-F238E27FC236}">
                <a16:creationId xmlns:a16="http://schemas.microsoft.com/office/drawing/2014/main" id="{38525604-98BD-6C5A-12F0-B64376C60C32}"/>
              </a:ext>
            </a:extLst>
          </p:cNvPr>
          <p:cNvGrpSpPr/>
          <p:nvPr/>
        </p:nvGrpSpPr>
        <p:grpSpPr>
          <a:xfrm>
            <a:off x="1640356" y="1651007"/>
            <a:ext cx="271916" cy="170990"/>
            <a:chOff x="4487593" y="2873065"/>
            <a:chExt cx="362554" cy="227985"/>
          </a:xfrm>
        </p:grpSpPr>
        <p:sp>
          <p:nvSpPr>
            <p:cNvPr id="97" name="Rectangle 88">
              <a:extLst>
                <a:ext uri="{FF2B5EF4-FFF2-40B4-BE49-F238E27FC236}">
                  <a16:creationId xmlns:a16="http://schemas.microsoft.com/office/drawing/2014/main" id="{370F06A7-A365-B7C7-1196-61C1C6B1D2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7593" y="2873065"/>
              <a:ext cx="362554" cy="227985"/>
            </a:xfrm>
            <a:prstGeom prst="rect">
              <a:avLst/>
            </a:prstGeom>
            <a:solidFill>
              <a:srgbClr val="99FF99"/>
            </a:solidFill>
            <a:ln w="6350" cap="rnd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marL="0" marR="0" lvl="0" indent="0" algn="ctr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6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ヒラギノ角ゴ ProN W3" charset="-128"/>
                <a:cs typeface="+mn-cs"/>
                <a:sym typeface="Gill Sans" charset="0"/>
              </a:endParaRPr>
            </a:p>
          </p:txBody>
        </p:sp>
        <p:sp>
          <p:nvSpPr>
            <p:cNvPr id="98" name="Trapezoid 97">
              <a:extLst>
                <a:ext uri="{FF2B5EF4-FFF2-40B4-BE49-F238E27FC236}">
                  <a16:creationId xmlns:a16="http://schemas.microsoft.com/office/drawing/2014/main" id="{42044ED9-88D9-D957-175D-C284CEFD0825}"/>
                </a:ext>
              </a:extLst>
            </p:cNvPr>
            <p:cNvSpPr/>
            <p:nvPr/>
          </p:nvSpPr>
          <p:spPr>
            <a:xfrm rot="10800000">
              <a:off x="4543045" y="3001279"/>
              <a:ext cx="262093" cy="50810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ヒラギノ角ゴ ProN W3" charset="-128"/>
                <a:cs typeface="+mn-cs"/>
                <a:sym typeface="Gill Sans" charset="0"/>
              </a:endParaRPr>
            </a:p>
          </p:txBody>
        </p:sp>
        <p:sp>
          <p:nvSpPr>
            <p:cNvPr id="99" name="Oval 341">
              <a:extLst>
                <a:ext uri="{FF2B5EF4-FFF2-40B4-BE49-F238E27FC236}">
                  <a16:creationId xmlns:a16="http://schemas.microsoft.com/office/drawing/2014/main" id="{A975B8BB-CC4E-5F8B-3694-28484A34B4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38615" y="2931711"/>
              <a:ext cx="65285" cy="64329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ヒラギノ角ゴ ProN W3" charset="-128"/>
                <a:cs typeface="+mn-cs"/>
                <a:sym typeface="Gill Sans" charset="0"/>
              </a:endParaRPr>
            </a:p>
          </p:txBody>
        </p:sp>
      </p:grpSp>
      <p:grpSp>
        <p:nvGrpSpPr>
          <p:cNvPr id="92" name="Group 11">
            <a:extLst>
              <a:ext uri="{FF2B5EF4-FFF2-40B4-BE49-F238E27FC236}">
                <a16:creationId xmlns:a16="http://schemas.microsoft.com/office/drawing/2014/main" id="{A3538E0A-8698-4FC3-C9EE-9E664CB957DE}"/>
              </a:ext>
            </a:extLst>
          </p:cNvPr>
          <p:cNvGrpSpPr/>
          <p:nvPr/>
        </p:nvGrpSpPr>
        <p:grpSpPr>
          <a:xfrm>
            <a:off x="1584217" y="1699812"/>
            <a:ext cx="271916" cy="170990"/>
            <a:chOff x="4487593" y="2873065"/>
            <a:chExt cx="362554" cy="227985"/>
          </a:xfrm>
        </p:grpSpPr>
        <p:sp>
          <p:nvSpPr>
            <p:cNvPr id="93" name="Rectangle 88">
              <a:extLst>
                <a:ext uri="{FF2B5EF4-FFF2-40B4-BE49-F238E27FC236}">
                  <a16:creationId xmlns:a16="http://schemas.microsoft.com/office/drawing/2014/main" id="{FB137AAA-7D43-0866-FC94-54048E91BF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7593" y="2873065"/>
              <a:ext cx="362554" cy="227985"/>
            </a:xfrm>
            <a:prstGeom prst="rect">
              <a:avLst/>
            </a:prstGeom>
            <a:solidFill>
              <a:srgbClr val="99FF99"/>
            </a:solidFill>
            <a:ln w="6350" cap="rnd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marL="0" marR="0" lvl="0" indent="0" algn="ctr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6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ヒラギノ角ゴ ProN W3" charset="-128"/>
                <a:cs typeface="+mn-cs"/>
                <a:sym typeface="Gill Sans" charset="0"/>
              </a:endParaRPr>
            </a:p>
          </p:txBody>
        </p:sp>
        <p:sp>
          <p:nvSpPr>
            <p:cNvPr id="94" name="Trapezoid 93">
              <a:extLst>
                <a:ext uri="{FF2B5EF4-FFF2-40B4-BE49-F238E27FC236}">
                  <a16:creationId xmlns:a16="http://schemas.microsoft.com/office/drawing/2014/main" id="{76589EA7-FDCB-8325-A899-18E07A695784}"/>
                </a:ext>
              </a:extLst>
            </p:cNvPr>
            <p:cNvSpPr/>
            <p:nvPr/>
          </p:nvSpPr>
          <p:spPr>
            <a:xfrm rot="10800000">
              <a:off x="4543045" y="3001279"/>
              <a:ext cx="262093" cy="50810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ヒラギノ角ゴ ProN W3" charset="-128"/>
                <a:cs typeface="+mn-cs"/>
                <a:sym typeface="Gill Sans" charset="0"/>
              </a:endParaRPr>
            </a:p>
          </p:txBody>
        </p:sp>
        <p:sp>
          <p:nvSpPr>
            <p:cNvPr id="95" name="Oval 341">
              <a:extLst>
                <a:ext uri="{FF2B5EF4-FFF2-40B4-BE49-F238E27FC236}">
                  <a16:creationId xmlns:a16="http://schemas.microsoft.com/office/drawing/2014/main" id="{F8757081-0F41-25F2-1D4A-2E2B75734A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38615" y="2931711"/>
              <a:ext cx="65285" cy="64329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ヒラギノ角ゴ ProN W3" charset="-128"/>
                <a:cs typeface="+mn-cs"/>
                <a:sym typeface="Gill Sans" charset="0"/>
              </a:endParaRPr>
            </a:p>
          </p:txBody>
        </p:sp>
      </p:grpSp>
      <p:sp>
        <p:nvSpPr>
          <p:cNvPr id="6" name="Title 5">
            <a:extLst>
              <a:ext uri="{FF2B5EF4-FFF2-40B4-BE49-F238E27FC236}">
                <a16:creationId xmlns:a16="http://schemas.microsoft.com/office/drawing/2014/main" id="{B9092E61-83DA-F6E5-5942-612851BD76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6901" y="2"/>
            <a:ext cx="11192891" cy="658471"/>
          </a:xfrm>
        </p:spPr>
        <p:txBody>
          <a:bodyPr/>
          <a:lstStyle/>
          <a:p>
            <a:r>
              <a:rPr lang="en-US" sz="2933" dirty="0"/>
              <a:t>4 x 100G multiplexed and carried over a ZR400 payload</a:t>
            </a:r>
          </a:p>
        </p:txBody>
      </p:sp>
      <p:cxnSp>
        <p:nvCxnSpPr>
          <p:cNvPr id="395" name="Straight Arrow Connector 394">
            <a:extLst>
              <a:ext uri="{FF2B5EF4-FFF2-40B4-BE49-F238E27FC236}">
                <a16:creationId xmlns:a16="http://schemas.microsoft.com/office/drawing/2014/main" id="{BECBCDAB-F95F-265D-1A2D-CDC588FB7B95}"/>
              </a:ext>
            </a:extLst>
          </p:cNvPr>
          <p:cNvCxnSpPr>
            <a:cxnSpLocks/>
            <a:stCxn id="52" idx="2"/>
            <a:endCxn id="411" idx="0"/>
          </p:cNvCxnSpPr>
          <p:nvPr/>
        </p:nvCxnSpPr>
        <p:spPr>
          <a:xfrm flipH="1">
            <a:off x="3566521" y="2000822"/>
            <a:ext cx="35183" cy="3863801"/>
          </a:xfrm>
          <a:prstGeom prst="straightConnector1">
            <a:avLst/>
          </a:prstGeom>
          <a:ln w="15875" cap="rnd" cmpd="sng">
            <a:solidFill>
              <a:schemeClr val="tx1">
                <a:lumMod val="60000"/>
                <a:lumOff val="40000"/>
              </a:schemeClr>
            </a:solidFill>
            <a:prstDash val="solid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6" name="Rectangle 135">
            <a:extLst>
              <a:ext uri="{FF2B5EF4-FFF2-40B4-BE49-F238E27FC236}">
                <a16:creationId xmlns:a16="http://schemas.microsoft.com/office/drawing/2014/main" id="{5CE5AA5F-2805-0EA0-149A-19B9F26C4A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3517" y="6388048"/>
            <a:ext cx="741203" cy="1642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914332">
              <a:defRPr/>
            </a:pPr>
            <a:r>
              <a:rPr lang="en-US" sz="1067" kern="0" dirty="0">
                <a:solidFill>
                  <a:srgbClr val="000000"/>
                </a:solidFill>
                <a:latin typeface="Calibri"/>
                <a:cs typeface="Arial" charset="0"/>
              </a:rPr>
              <a:t>PHOTONIC</a:t>
            </a:r>
            <a:endParaRPr lang="en-GB" sz="1067" i="1" kern="0" dirty="0">
              <a:solidFill>
                <a:srgbClr val="FF0000"/>
              </a:solidFill>
              <a:latin typeface="Calibri"/>
              <a:cs typeface="Arial" charset="0"/>
            </a:endParaRPr>
          </a:p>
        </p:txBody>
      </p:sp>
      <p:sp>
        <p:nvSpPr>
          <p:cNvPr id="397" name="Rectangle 135">
            <a:extLst>
              <a:ext uri="{FF2B5EF4-FFF2-40B4-BE49-F238E27FC236}">
                <a16:creationId xmlns:a16="http://schemas.microsoft.com/office/drawing/2014/main" id="{043A232C-A5F6-AEEA-4FDF-8006CAB1D4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3517" y="5896287"/>
            <a:ext cx="741203" cy="1642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914332">
              <a:defRPr/>
            </a:pPr>
            <a:r>
              <a:rPr lang="it-IT" sz="1067" kern="0" dirty="0">
                <a:solidFill>
                  <a:srgbClr val="4B4B4B"/>
                </a:solidFill>
                <a:latin typeface="Calibri"/>
                <a:cs typeface="Arial" charset="0"/>
              </a:rPr>
              <a:t>OTS_MEDIA</a:t>
            </a:r>
            <a:endParaRPr lang="en-GB" sz="1067" i="1" kern="0" dirty="0">
              <a:solidFill>
                <a:srgbClr val="4B4B4B"/>
              </a:solidFill>
              <a:latin typeface="Calibri"/>
              <a:cs typeface="Arial" charset="0"/>
            </a:endParaRPr>
          </a:p>
        </p:txBody>
      </p:sp>
      <p:sp>
        <p:nvSpPr>
          <p:cNvPr id="402" name="Rectangle 135">
            <a:extLst>
              <a:ext uri="{FF2B5EF4-FFF2-40B4-BE49-F238E27FC236}">
                <a16:creationId xmlns:a16="http://schemas.microsoft.com/office/drawing/2014/main" id="{3553904F-D1F1-4A82-39E0-4925A117B1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3689" y="5455204"/>
            <a:ext cx="741203" cy="1642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914332">
              <a:defRPr/>
            </a:pPr>
            <a:r>
              <a:rPr lang="en-US" sz="1067" kern="0" dirty="0">
                <a:solidFill>
                  <a:srgbClr val="000000"/>
                </a:solidFill>
                <a:latin typeface="Calibri"/>
                <a:cs typeface="Arial" charset="0"/>
              </a:rPr>
              <a:t>PHOTONIC</a:t>
            </a:r>
            <a:endParaRPr lang="en-GB" sz="1067" i="1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sp>
        <p:nvSpPr>
          <p:cNvPr id="403" name="Rectangle 135">
            <a:extLst>
              <a:ext uri="{FF2B5EF4-FFF2-40B4-BE49-F238E27FC236}">
                <a16:creationId xmlns:a16="http://schemas.microsoft.com/office/drawing/2014/main" id="{6A2BED1B-3CCA-A588-FE55-067B0E33C2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3689" y="4780182"/>
            <a:ext cx="741203" cy="4926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914332">
              <a:defRPr/>
            </a:pPr>
            <a:r>
              <a:rPr lang="en-US" sz="1067" kern="0" dirty="0">
                <a:solidFill>
                  <a:srgbClr val="000000"/>
                </a:solidFill>
                <a:latin typeface="Calibri"/>
                <a:cs typeface="Arial" charset="0"/>
              </a:rPr>
              <a:t>OTSiMC</a:t>
            </a:r>
          </a:p>
          <a:p>
            <a:pPr algn="ctr" defTabSz="914332">
              <a:defRPr/>
            </a:pPr>
            <a:r>
              <a:rPr lang="en-US" sz="1067" kern="0" dirty="0">
                <a:solidFill>
                  <a:srgbClr val="000000"/>
                </a:solidFill>
                <a:latin typeface="Calibri"/>
                <a:cs typeface="Arial" charset="0"/>
              </a:rPr>
              <a:t>(+OTSi  if O/E/O)</a:t>
            </a:r>
            <a:endParaRPr lang="en-US" sz="1067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sp>
        <p:nvSpPr>
          <p:cNvPr id="404" name="Rectangle 60">
            <a:extLst>
              <a:ext uri="{FF2B5EF4-FFF2-40B4-BE49-F238E27FC236}">
                <a16:creationId xmlns:a16="http://schemas.microsoft.com/office/drawing/2014/main" id="{ABF56D48-89B4-B17A-2EA3-71D2C8C9E6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84245" y="6341267"/>
            <a:ext cx="367732" cy="211616"/>
          </a:xfrm>
          <a:prstGeom prst="rect">
            <a:avLst/>
          </a:prstGeom>
          <a:solidFill>
            <a:srgbClr val="CC99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defTabSz="457178">
              <a:defRPr/>
            </a:pPr>
            <a:endParaRPr lang="en-US" kern="0">
              <a:solidFill>
                <a:srgbClr val="141313"/>
              </a:solidFill>
              <a:latin typeface="Calibri"/>
            </a:endParaRPr>
          </a:p>
        </p:txBody>
      </p:sp>
      <p:grpSp>
        <p:nvGrpSpPr>
          <p:cNvPr id="405" name="Group 719">
            <a:extLst>
              <a:ext uri="{FF2B5EF4-FFF2-40B4-BE49-F238E27FC236}">
                <a16:creationId xmlns:a16="http://schemas.microsoft.com/office/drawing/2014/main" id="{E14A65D6-20C0-58D9-EEF2-195469778B78}"/>
              </a:ext>
            </a:extLst>
          </p:cNvPr>
          <p:cNvGrpSpPr/>
          <p:nvPr/>
        </p:nvGrpSpPr>
        <p:grpSpPr>
          <a:xfrm>
            <a:off x="3453959" y="6342983"/>
            <a:ext cx="228353" cy="90129"/>
            <a:chOff x="8553742" y="2601251"/>
            <a:chExt cx="216024" cy="108852"/>
          </a:xfrm>
        </p:grpSpPr>
        <p:cxnSp>
          <p:nvCxnSpPr>
            <p:cNvPr id="406" name="Straight Connector 405">
              <a:extLst>
                <a:ext uri="{FF2B5EF4-FFF2-40B4-BE49-F238E27FC236}">
                  <a16:creationId xmlns:a16="http://schemas.microsoft.com/office/drawing/2014/main" id="{5FB25C98-AEAE-E414-B7C7-6A3FEAACBDDE}"/>
                </a:ext>
              </a:extLst>
            </p:cNvPr>
            <p:cNvCxnSpPr/>
            <p:nvPr/>
          </p:nvCxnSpPr>
          <p:spPr>
            <a:xfrm>
              <a:off x="8610600" y="2601251"/>
              <a:ext cx="0" cy="108852"/>
            </a:xfrm>
            <a:prstGeom prst="line">
              <a:avLst/>
            </a:prstGeom>
            <a:noFill/>
            <a:ln w="9525" cap="flat" cmpd="sng" algn="ctr">
              <a:solidFill>
                <a:srgbClr val="141313"/>
              </a:solidFill>
              <a:prstDash val="solid"/>
            </a:ln>
            <a:effectLst/>
          </p:spPr>
        </p:cxnSp>
        <p:cxnSp>
          <p:nvCxnSpPr>
            <p:cNvPr id="407" name="Straight Connector 406">
              <a:extLst>
                <a:ext uri="{FF2B5EF4-FFF2-40B4-BE49-F238E27FC236}">
                  <a16:creationId xmlns:a16="http://schemas.microsoft.com/office/drawing/2014/main" id="{4121DE8A-F36E-D8F8-0756-1FE51D961570}"/>
                </a:ext>
              </a:extLst>
            </p:cNvPr>
            <p:cNvCxnSpPr/>
            <p:nvPr/>
          </p:nvCxnSpPr>
          <p:spPr>
            <a:xfrm>
              <a:off x="8553742" y="2601251"/>
              <a:ext cx="0" cy="108852"/>
            </a:xfrm>
            <a:prstGeom prst="line">
              <a:avLst/>
            </a:prstGeom>
            <a:noFill/>
            <a:ln w="9525" cap="flat" cmpd="sng" algn="ctr">
              <a:solidFill>
                <a:srgbClr val="141313"/>
              </a:solidFill>
              <a:prstDash val="solid"/>
            </a:ln>
            <a:effectLst/>
          </p:spPr>
        </p:cxnSp>
        <p:cxnSp>
          <p:nvCxnSpPr>
            <p:cNvPr id="408" name="Straight Connector 407">
              <a:extLst>
                <a:ext uri="{FF2B5EF4-FFF2-40B4-BE49-F238E27FC236}">
                  <a16:creationId xmlns:a16="http://schemas.microsoft.com/office/drawing/2014/main" id="{CA54C6B6-93CF-0C84-6725-A72043535988}"/>
                </a:ext>
              </a:extLst>
            </p:cNvPr>
            <p:cNvCxnSpPr/>
            <p:nvPr/>
          </p:nvCxnSpPr>
          <p:spPr>
            <a:xfrm>
              <a:off x="8706142" y="2601251"/>
              <a:ext cx="0" cy="108852"/>
            </a:xfrm>
            <a:prstGeom prst="line">
              <a:avLst/>
            </a:prstGeom>
            <a:noFill/>
            <a:ln w="9525" cap="flat" cmpd="sng" algn="ctr">
              <a:solidFill>
                <a:srgbClr val="141313"/>
              </a:solidFill>
              <a:prstDash val="solid"/>
            </a:ln>
            <a:effectLst/>
          </p:spPr>
        </p:cxnSp>
        <p:cxnSp>
          <p:nvCxnSpPr>
            <p:cNvPr id="409" name="Straight Connector 408">
              <a:extLst>
                <a:ext uri="{FF2B5EF4-FFF2-40B4-BE49-F238E27FC236}">
                  <a16:creationId xmlns:a16="http://schemas.microsoft.com/office/drawing/2014/main" id="{4F21C93C-85B0-8468-2264-6B550AE67A04}"/>
                </a:ext>
              </a:extLst>
            </p:cNvPr>
            <p:cNvCxnSpPr/>
            <p:nvPr/>
          </p:nvCxnSpPr>
          <p:spPr>
            <a:xfrm>
              <a:off x="8769766" y="2601251"/>
              <a:ext cx="0" cy="108852"/>
            </a:xfrm>
            <a:prstGeom prst="line">
              <a:avLst/>
            </a:prstGeom>
            <a:noFill/>
            <a:ln w="9525" cap="flat" cmpd="sng" algn="ctr">
              <a:solidFill>
                <a:srgbClr val="141313"/>
              </a:solidFill>
              <a:prstDash val="solid"/>
            </a:ln>
            <a:effectLst/>
          </p:spPr>
        </p:cxnSp>
      </p:grpSp>
      <p:sp>
        <p:nvSpPr>
          <p:cNvPr id="410" name="Trapezoid 409">
            <a:extLst>
              <a:ext uri="{FF2B5EF4-FFF2-40B4-BE49-F238E27FC236}">
                <a16:creationId xmlns:a16="http://schemas.microsoft.com/office/drawing/2014/main" id="{836AD519-F6C5-0608-F674-252A87FA4D4C}"/>
              </a:ext>
            </a:extLst>
          </p:cNvPr>
          <p:cNvSpPr/>
          <p:nvPr/>
        </p:nvSpPr>
        <p:spPr>
          <a:xfrm rot="10800000">
            <a:off x="3429606" y="6433133"/>
            <a:ext cx="277051" cy="42071"/>
          </a:xfrm>
          <a:prstGeom prst="trapezoid">
            <a:avLst>
              <a:gd name="adj" fmla="val 43249"/>
            </a:avLst>
          </a:prstGeom>
          <a:solidFill>
            <a:srgbClr val="FFFFFF"/>
          </a:solidFill>
          <a:ln w="9525" cap="flat" cmpd="sng" algn="ctr">
            <a:solidFill>
              <a:srgbClr val="000000"/>
            </a:solidFill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457178">
              <a:defRPr/>
            </a:pPr>
            <a:endParaRPr lang="en-US" kern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1" name="Rectangle 410">
            <a:extLst>
              <a:ext uri="{FF2B5EF4-FFF2-40B4-BE49-F238E27FC236}">
                <a16:creationId xmlns:a16="http://schemas.microsoft.com/office/drawing/2014/main" id="{0A5F8DF4-BA22-695E-DA29-EB08466517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85243" y="5864623"/>
            <a:ext cx="362555" cy="227987"/>
          </a:xfrm>
          <a:prstGeom prst="rect">
            <a:avLst/>
          </a:prstGeom>
          <a:solidFill>
            <a:srgbClr val="FFFF00"/>
          </a:solidFill>
          <a:ln w="6350" cap="rnd">
            <a:solidFill>
              <a:srgbClr val="000000"/>
            </a:solidFill>
            <a:prstDash val="solid"/>
            <a:miter lim="800000"/>
            <a:headEnd/>
            <a:tailEnd/>
          </a:ln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54">
              <a:defRPr/>
            </a:pPr>
            <a:endParaRPr lang="en-US" altLang="en-US" sz="800" kern="0" dirty="0">
              <a:solidFill>
                <a:sysClr val="windowText" lastClr="000000"/>
              </a:solidFill>
              <a:latin typeface="Calibri"/>
            </a:endParaRPr>
          </a:p>
        </p:txBody>
      </p:sp>
      <p:sp>
        <p:nvSpPr>
          <p:cNvPr id="412" name="Oval 411">
            <a:extLst>
              <a:ext uri="{FF2B5EF4-FFF2-40B4-BE49-F238E27FC236}">
                <a16:creationId xmlns:a16="http://schemas.microsoft.com/office/drawing/2014/main" id="{7026310F-EDC8-38FC-3B44-16457FCFBA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6575" y="5921377"/>
            <a:ext cx="65285" cy="64331"/>
          </a:xfrm>
          <a:prstGeom prst="ellipse">
            <a:avLst/>
          </a:prstGeom>
          <a:solidFill>
            <a:srgbClr val="FFFFFF"/>
          </a:solidFill>
          <a:ln w="9525" cap="flat" cmpd="sng" algn="ctr">
            <a:solidFill>
              <a:srgbClr val="000000"/>
            </a:solidFill>
            <a:prstDash val="solid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354">
              <a:defRPr/>
            </a:pPr>
            <a:endParaRPr lang="en-US" kern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3" name="Trapezoid 412">
            <a:extLst>
              <a:ext uri="{FF2B5EF4-FFF2-40B4-BE49-F238E27FC236}">
                <a16:creationId xmlns:a16="http://schemas.microsoft.com/office/drawing/2014/main" id="{9AF0013E-A6EC-A7E7-08AA-669063832EC5}"/>
              </a:ext>
            </a:extLst>
          </p:cNvPr>
          <p:cNvSpPr/>
          <p:nvPr/>
        </p:nvSpPr>
        <p:spPr>
          <a:xfrm rot="10800000">
            <a:off x="3432243" y="5996543"/>
            <a:ext cx="262093" cy="50811"/>
          </a:xfrm>
          <a:prstGeom prst="trapezoid">
            <a:avLst>
              <a:gd name="adj" fmla="val 43249"/>
            </a:avLst>
          </a:prstGeom>
          <a:solidFill>
            <a:srgbClr val="FFFFFF"/>
          </a:solidFill>
          <a:ln w="9525" cap="flat" cmpd="sng" algn="ctr">
            <a:solidFill>
              <a:srgbClr val="000000"/>
            </a:solidFill>
            <a:prstDash val="solid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609570">
              <a:defRPr/>
            </a:pPr>
            <a:endParaRPr lang="en-US" kern="0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414" name="Straight Arrow Connector 413">
            <a:extLst>
              <a:ext uri="{FF2B5EF4-FFF2-40B4-BE49-F238E27FC236}">
                <a16:creationId xmlns:a16="http://schemas.microsoft.com/office/drawing/2014/main" id="{195C7CC4-EE71-15FB-B19D-6478DFD64021}"/>
              </a:ext>
            </a:extLst>
          </p:cNvPr>
          <p:cNvCxnSpPr>
            <a:cxnSpLocks/>
            <a:stCxn id="411" idx="2"/>
            <a:endCxn id="404" idx="0"/>
          </p:cNvCxnSpPr>
          <p:nvPr/>
        </p:nvCxnSpPr>
        <p:spPr>
          <a:xfrm>
            <a:off x="3566521" y="6092609"/>
            <a:ext cx="1591" cy="248659"/>
          </a:xfrm>
          <a:prstGeom prst="straightConnector1">
            <a:avLst/>
          </a:prstGeom>
          <a:ln w="15875" cap="rnd" cmpd="sng">
            <a:solidFill>
              <a:schemeClr val="tx1">
                <a:lumMod val="60000"/>
                <a:lumOff val="40000"/>
              </a:schemeClr>
            </a:solidFill>
            <a:prstDash val="solid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7" name="Rectangle 135">
            <a:extLst>
              <a:ext uri="{FF2B5EF4-FFF2-40B4-BE49-F238E27FC236}">
                <a16:creationId xmlns:a16="http://schemas.microsoft.com/office/drawing/2014/main" id="{FE068161-6516-069E-31B1-A3BDF36391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0331" y="658473"/>
            <a:ext cx="741203" cy="1642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914332">
              <a:defRPr/>
            </a:pPr>
            <a:r>
              <a:rPr lang="it-IT" sz="1067" kern="0" dirty="0">
                <a:solidFill>
                  <a:srgbClr val="000000"/>
                </a:solidFill>
                <a:latin typeface="Calibri"/>
                <a:cs typeface="Arial" charset="0"/>
              </a:rPr>
              <a:t>Transceiver1</a:t>
            </a:r>
            <a:endParaRPr lang="en-GB" sz="1067" i="1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sp>
        <p:nvSpPr>
          <p:cNvPr id="501" name="Oval 500">
            <a:extLst>
              <a:ext uri="{FF2B5EF4-FFF2-40B4-BE49-F238E27FC236}">
                <a16:creationId xmlns:a16="http://schemas.microsoft.com/office/drawing/2014/main" id="{39955383-84D4-8D26-917C-83652DD16DBA}"/>
              </a:ext>
            </a:extLst>
          </p:cNvPr>
          <p:cNvSpPr/>
          <p:nvPr/>
        </p:nvSpPr>
        <p:spPr>
          <a:xfrm>
            <a:off x="371667" y="2064051"/>
            <a:ext cx="470808" cy="173311"/>
          </a:xfrm>
          <a:prstGeom prst="ellipse">
            <a:avLst/>
          </a:prstGeom>
          <a:solidFill>
            <a:srgbClr val="0A3161">
              <a:lumMod val="40000"/>
              <a:lumOff val="60000"/>
            </a:srgbClr>
          </a:solidFill>
          <a:ln w="9525" cap="flat" cmpd="sng" algn="ctr">
            <a:solidFill>
              <a:srgbClr val="DEC132">
                <a:lumMod val="60000"/>
                <a:lumOff val="4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lIns="0" rIns="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609585">
              <a:defRPr/>
            </a:pPr>
            <a:endParaRPr lang="en-US" sz="1000" b="1" dirty="0">
              <a:solidFill>
                <a:srgbClr val="000000"/>
              </a:solidFill>
              <a:latin typeface="Calibri"/>
              <a:ea typeface="Verdana"/>
            </a:endParaRPr>
          </a:p>
        </p:txBody>
      </p:sp>
      <p:cxnSp>
        <p:nvCxnSpPr>
          <p:cNvPr id="502" name="Straight Connector 501">
            <a:extLst>
              <a:ext uri="{FF2B5EF4-FFF2-40B4-BE49-F238E27FC236}">
                <a16:creationId xmlns:a16="http://schemas.microsoft.com/office/drawing/2014/main" id="{FF73DA40-9B28-41DA-83FB-9408E23142D8}"/>
              </a:ext>
            </a:extLst>
          </p:cNvPr>
          <p:cNvCxnSpPr>
            <a:cxnSpLocks/>
            <a:stCxn id="501" idx="6"/>
            <a:endCxn id="746" idx="3"/>
          </p:cNvCxnSpPr>
          <p:nvPr/>
        </p:nvCxnSpPr>
        <p:spPr>
          <a:xfrm flipV="1">
            <a:off x="842475" y="2139732"/>
            <a:ext cx="1024032" cy="10975"/>
          </a:xfrm>
          <a:prstGeom prst="line">
            <a:avLst/>
          </a:prstGeom>
          <a:noFill/>
          <a:ln w="28575" cap="flat" cmpd="sng" algn="ctr">
            <a:solidFill>
              <a:schemeClr val="bg1">
                <a:lumMod val="65000"/>
              </a:scheme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sp>
        <p:nvSpPr>
          <p:cNvPr id="503" name="Oval 502">
            <a:extLst>
              <a:ext uri="{FF2B5EF4-FFF2-40B4-BE49-F238E27FC236}">
                <a16:creationId xmlns:a16="http://schemas.microsoft.com/office/drawing/2014/main" id="{3F1DEB31-44B9-71A2-1DD1-F1D5AD51FF87}"/>
              </a:ext>
            </a:extLst>
          </p:cNvPr>
          <p:cNvSpPr/>
          <p:nvPr/>
        </p:nvSpPr>
        <p:spPr>
          <a:xfrm>
            <a:off x="4006106" y="6062085"/>
            <a:ext cx="470808" cy="173311"/>
          </a:xfrm>
          <a:prstGeom prst="ellipse">
            <a:avLst/>
          </a:prstGeom>
          <a:solidFill>
            <a:srgbClr val="0A3161">
              <a:lumMod val="40000"/>
              <a:lumOff val="60000"/>
            </a:srgbClr>
          </a:solidFill>
          <a:ln w="9525" cap="flat" cmpd="sng" algn="ctr">
            <a:solidFill>
              <a:srgbClr val="DEC132">
                <a:lumMod val="60000"/>
                <a:lumOff val="4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lIns="0" rIns="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609585">
              <a:defRPr/>
            </a:pPr>
            <a:endParaRPr lang="en-US" sz="1000" b="1" dirty="0">
              <a:solidFill>
                <a:srgbClr val="000000"/>
              </a:solidFill>
              <a:latin typeface="Calibri"/>
              <a:ea typeface="Verdana"/>
            </a:endParaRPr>
          </a:p>
        </p:txBody>
      </p:sp>
      <p:cxnSp>
        <p:nvCxnSpPr>
          <p:cNvPr id="504" name="Straight Connector 503">
            <a:extLst>
              <a:ext uri="{FF2B5EF4-FFF2-40B4-BE49-F238E27FC236}">
                <a16:creationId xmlns:a16="http://schemas.microsoft.com/office/drawing/2014/main" id="{261E087E-8323-DC1E-BF9F-BF171C98A052}"/>
              </a:ext>
            </a:extLst>
          </p:cNvPr>
          <p:cNvCxnSpPr>
            <a:cxnSpLocks/>
            <a:stCxn id="503" idx="3"/>
            <a:endCxn id="404" idx="3"/>
          </p:cNvCxnSpPr>
          <p:nvPr/>
        </p:nvCxnSpPr>
        <p:spPr>
          <a:xfrm flipH="1">
            <a:off x="3751977" y="6210014"/>
            <a:ext cx="323077" cy="237061"/>
          </a:xfrm>
          <a:prstGeom prst="line">
            <a:avLst/>
          </a:prstGeom>
          <a:noFill/>
          <a:ln w="28575" cap="flat" cmpd="sng" algn="ctr">
            <a:solidFill>
              <a:schemeClr val="bg1">
                <a:lumMod val="65000"/>
              </a:scheme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sp>
        <p:nvSpPr>
          <p:cNvPr id="610" name="Oval 609">
            <a:extLst>
              <a:ext uri="{FF2B5EF4-FFF2-40B4-BE49-F238E27FC236}">
                <a16:creationId xmlns:a16="http://schemas.microsoft.com/office/drawing/2014/main" id="{B68C3470-BC24-7E32-8546-D867C65979AC}"/>
              </a:ext>
            </a:extLst>
          </p:cNvPr>
          <p:cNvSpPr>
            <a:spLocks noChangeAspect="1"/>
          </p:cNvSpPr>
          <p:nvPr/>
        </p:nvSpPr>
        <p:spPr>
          <a:xfrm>
            <a:off x="4006106" y="3775725"/>
            <a:ext cx="458839" cy="179883"/>
          </a:xfrm>
          <a:prstGeom prst="ellipse">
            <a:avLst/>
          </a:prstGeom>
          <a:solidFill>
            <a:srgbClr val="99FF99"/>
          </a:solidFill>
          <a:ln w="9525" cap="flat" cmpd="sng" algn="ctr">
            <a:solidFill>
              <a:srgbClr val="DEC132">
                <a:lumMod val="60000"/>
                <a:lumOff val="4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lIns="0" rIns="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342891"/>
            <a:endParaRPr lang="en-US" sz="751" b="1">
              <a:solidFill>
                <a:srgbClr val="000000"/>
              </a:solidFill>
              <a:latin typeface="Arial"/>
              <a:ea typeface="Verdana"/>
            </a:endParaRPr>
          </a:p>
        </p:txBody>
      </p:sp>
      <p:sp>
        <p:nvSpPr>
          <p:cNvPr id="652" name="Rectangle 135">
            <a:extLst>
              <a:ext uri="{FF2B5EF4-FFF2-40B4-BE49-F238E27FC236}">
                <a16:creationId xmlns:a16="http://schemas.microsoft.com/office/drawing/2014/main" id="{B1BBF0D4-98D7-16C4-F9AF-779D5E97E5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0678" y="4432720"/>
            <a:ext cx="741203" cy="1642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914332">
              <a:defRPr/>
            </a:pPr>
            <a:r>
              <a:rPr lang="it-IT" sz="1067" kern="0" dirty="0">
                <a:solidFill>
                  <a:srgbClr val="000000"/>
                </a:solidFill>
                <a:latin typeface="Calibri"/>
                <a:cs typeface="Arial" charset="0"/>
              </a:rPr>
              <a:t>DSR</a:t>
            </a:r>
            <a:endParaRPr lang="en-GB" sz="1067" i="1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cxnSp>
        <p:nvCxnSpPr>
          <p:cNvPr id="680" name="Straight Arrow Connector 679">
            <a:extLst>
              <a:ext uri="{FF2B5EF4-FFF2-40B4-BE49-F238E27FC236}">
                <a16:creationId xmlns:a16="http://schemas.microsoft.com/office/drawing/2014/main" id="{0A490976-087A-AED7-B86E-9AFF940E7891}"/>
              </a:ext>
            </a:extLst>
          </p:cNvPr>
          <p:cNvCxnSpPr>
            <a:cxnSpLocks/>
            <a:stCxn id="610" idx="4"/>
            <a:endCxn id="503" idx="0"/>
          </p:cNvCxnSpPr>
          <p:nvPr/>
        </p:nvCxnSpPr>
        <p:spPr>
          <a:xfrm>
            <a:off x="4235526" y="3955608"/>
            <a:ext cx="5984" cy="2106477"/>
          </a:xfrm>
          <a:prstGeom prst="straightConnector1">
            <a:avLst/>
          </a:prstGeom>
          <a:solidFill>
            <a:schemeClr val="accent5">
              <a:lumMod val="20000"/>
              <a:lumOff val="80000"/>
            </a:schemeClr>
          </a:solidFill>
          <a:ln w="15875" cap="rnd" cmpd="sng">
            <a:solidFill>
              <a:srgbClr val="FFC000"/>
            </a:solidFill>
            <a:prstDash val="solid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687" name="Group 686">
            <a:extLst>
              <a:ext uri="{FF2B5EF4-FFF2-40B4-BE49-F238E27FC236}">
                <a16:creationId xmlns:a16="http://schemas.microsoft.com/office/drawing/2014/main" id="{C0059994-24F4-7382-00CA-CDACCDA19B3E}"/>
              </a:ext>
            </a:extLst>
          </p:cNvPr>
          <p:cNvGrpSpPr>
            <a:grpSpLocks noChangeAspect="1"/>
          </p:cNvGrpSpPr>
          <p:nvPr/>
        </p:nvGrpSpPr>
        <p:grpSpPr>
          <a:xfrm>
            <a:off x="3397387" y="4943314"/>
            <a:ext cx="358928" cy="227171"/>
            <a:chOff x="980945" y="1888766"/>
            <a:chExt cx="271916" cy="172099"/>
          </a:xfrm>
        </p:grpSpPr>
        <p:grpSp>
          <p:nvGrpSpPr>
            <p:cNvPr id="688" name="Group 898">
              <a:extLst>
                <a:ext uri="{FF2B5EF4-FFF2-40B4-BE49-F238E27FC236}">
                  <a16:creationId xmlns:a16="http://schemas.microsoft.com/office/drawing/2014/main" id="{F85D0D6E-F052-88C1-30DF-9E47473E4D87}"/>
                </a:ext>
              </a:extLst>
            </p:cNvPr>
            <p:cNvGrpSpPr/>
            <p:nvPr/>
          </p:nvGrpSpPr>
          <p:grpSpPr>
            <a:xfrm>
              <a:off x="980945" y="1888766"/>
              <a:ext cx="271916" cy="170990"/>
              <a:chOff x="957800" y="1944318"/>
              <a:chExt cx="271916" cy="170990"/>
            </a:xfrm>
          </p:grpSpPr>
          <p:sp>
            <p:nvSpPr>
              <p:cNvPr id="690" name="Rectangle 88">
                <a:extLst>
                  <a:ext uri="{FF2B5EF4-FFF2-40B4-BE49-F238E27FC236}">
                    <a16:creationId xmlns:a16="http://schemas.microsoft.com/office/drawing/2014/main" id="{E795378D-932B-59D0-424D-59289E1D99C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7800" y="1944318"/>
                <a:ext cx="271916" cy="170990"/>
              </a:xfrm>
              <a:prstGeom prst="rect">
                <a:avLst/>
              </a:prstGeom>
              <a:solidFill>
                <a:srgbClr val="99FF99"/>
              </a:solidFill>
              <a:ln w="6350" cap="rnd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ctr" defTabSz="685783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600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691" name="Rectangle 88">
                <a:extLst>
                  <a:ext uri="{FF2B5EF4-FFF2-40B4-BE49-F238E27FC236}">
                    <a16:creationId xmlns:a16="http://schemas.microsoft.com/office/drawing/2014/main" id="{76F4E011-5254-BE2C-E2F2-F34B1452F54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1261" y="2009935"/>
                <a:ext cx="264770" cy="102916"/>
              </a:xfrm>
              <a:prstGeom prst="rect">
                <a:avLst/>
              </a:prstGeom>
              <a:solidFill>
                <a:srgbClr val="FFFF00"/>
              </a:solidFill>
              <a:ln w="6350" cap="rnd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ctr" defTabSz="685783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600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692" name="Isosceles Triangle 691">
                <a:extLst>
                  <a:ext uri="{FF2B5EF4-FFF2-40B4-BE49-F238E27FC236}">
                    <a16:creationId xmlns:a16="http://schemas.microsoft.com/office/drawing/2014/main" id="{4ECD4B52-9174-CDE5-80B5-BA1D6F63231E}"/>
                  </a:ext>
                </a:extLst>
              </p:cNvPr>
              <p:cNvSpPr/>
              <p:nvPr/>
            </p:nvSpPr>
            <p:spPr>
              <a:xfrm flipV="1">
                <a:off x="1040929" y="1977630"/>
                <a:ext cx="105628" cy="87485"/>
              </a:xfrm>
              <a:prstGeom prst="triangl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68580" tIns="34291" rIns="68580" bIns="34291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685783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351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693" name="Oval 341">
                <a:extLst>
                  <a:ext uri="{FF2B5EF4-FFF2-40B4-BE49-F238E27FC236}">
                    <a16:creationId xmlns:a16="http://schemas.microsoft.com/office/drawing/2014/main" id="{B7DB80D6-3D26-70AC-834C-4B6EA8FFD14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1067" y="2032325"/>
                <a:ext cx="48964" cy="48247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68580" tIns="34291" rIns="68580" bIns="34291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685783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351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</p:grpSp>
        <p:sp>
          <p:nvSpPr>
            <p:cNvPr id="689" name="Trapezoid 688">
              <a:extLst>
                <a:ext uri="{FF2B5EF4-FFF2-40B4-BE49-F238E27FC236}">
                  <a16:creationId xmlns:a16="http://schemas.microsoft.com/office/drawing/2014/main" id="{44F3C7F2-9B1D-D2C2-37AF-65B39352DB8B}"/>
                </a:ext>
              </a:extLst>
            </p:cNvPr>
            <p:cNvSpPr/>
            <p:nvPr/>
          </p:nvSpPr>
          <p:spPr>
            <a:xfrm rot="10800000">
              <a:off x="1018052" y="2022543"/>
              <a:ext cx="201098" cy="38322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8580" tIns="34291" rIns="68580" bIns="34291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377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1" kern="0">
                <a:solidFill>
                  <a:srgbClr val="FFFFFF"/>
                </a:solidFill>
                <a:latin typeface="Arial"/>
                <a:ea typeface="ヒラギノ角ゴ ProN W3" charset="-128"/>
                <a:sym typeface="Gill Sans" charset="0"/>
              </a:endParaRPr>
            </a:p>
          </p:txBody>
        </p:sp>
      </p:grpSp>
      <p:grpSp>
        <p:nvGrpSpPr>
          <p:cNvPr id="694" name="Group 693">
            <a:extLst>
              <a:ext uri="{FF2B5EF4-FFF2-40B4-BE49-F238E27FC236}">
                <a16:creationId xmlns:a16="http://schemas.microsoft.com/office/drawing/2014/main" id="{8CE63969-CBF7-64B4-E652-1AC296A86DC5}"/>
              </a:ext>
            </a:extLst>
          </p:cNvPr>
          <p:cNvGrpSpPr/>
          <p:nvPr/>
        </p:nvGrpSpPr>
        <p:grpSpPr>
          <a:xfrm>
            <a:off x="3392506" y="4483040"/>
            <a:ext cx="367732" cy="211616"/>
            <a:chOff x="1539943" y="2795561"/>
            <a:chExt cx="367732" cy="211616"/>
          </a:xfrm>
        </p:grpSpPr>
        <p:sp>
          <p:nvSpPr>
            <p:cNvPr id="695" name="Rectangle 60">
              <a:extLst>
                <a:ext uri="{FF2B5EF4-FFF2-40B4-BE49-F238E27FC236}">
                  <a16:creationId xmlns:a16="http://schemas.microsoft.com/office/drawing/2014/main" id="{3AACE347-39F2-C6EA-7EFD-1B7D651209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39943" y="2795561"/>
              <a:ext cx="367732" cy="211616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457178">
                <a:defRPr/>
              </a:pPr>
              <a:endParaRPr lang="en-US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696" name="Group 719">
              <a:extLst>
                <a:ext uri="{FF2B5EF4-FFF2-40B4-BE49-F238E27FC236}">
                  <a16:creationId xmlns:a16="http://schemas.microsoft.com/office/drawing/2014/main" id="{847B5341-5270-AC75-09F6-172E05CB7FED}"/>
                </a:ext>
              </a:extLst>
            </p:cNvPr>
            <p:cNvGrpSpPr/>
            <p:nvPr/>
          </p:nvGrpSpPr>
          <p:grpSpPr>
            <a:xfrm>
              <a:off x="1609656" y="2797277"/>
              <a:ext cx="228353" cy="90129"/>
              <a:chOff x="8553742" y="2601251"/>
              <a:chExt cx="216024" cy="108852"/>
            </a:xfrm>
          </p:grpSpPr>
          <p:cxnSp>
            <p:nvCxnSpPr>
              <p:cNvPr id="699" name="Straight Connector 698">
                <a:extLst>
                  <a:ext uri="{FF2B5EF4-FFF2-40B4-BE49-F238E27FC236}">
                    <a16:creationId xmlns:a16="http://schemas.microsoft.com/office/drawing/2014/main" id="{ADA13E71-F40B-BF90-2FEA-BD6F3A2ADD92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700" name="Straight Connector 699">
                <a:extLst>
                  <a:ext uri="{FF2B5EF4-FFF2-40B4-BE49-F238E27FC236}">
                    <a16:creationId xmlns:a16="http://schemas.microsoft.com/office/drawing/2014/main" id="{B5FC7D41-C8EE-9808-DD3B-0C73342EE687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701" name="Straight Connector 700">
                <a:extLst>
                  <a:ext uri="{FF2B5EF4-FFF2-40B4-BE49-F238E27FC236}">
                    <a16:creationId xmlns:a16="http://schemas.microsoft.com/office/drawing/2014/main" id="{38D86F0E-C309-73E2-8D44-308B70A7DAA1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702" name="Straight Connector 701">
                <a:extLst>
                  <a:ext uri="{FF2B5EF4-FFF2-40B4-BE49-F238E27FC236}">
                    <a16:creationId xmlns:a16="http://schemas.microsoft.com/office/drawing/2014/main" id="{2DC23A7B-2F3A-51F8-DC55-7B7DD671BD23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697" name="Trapezoid 696">
              <a:extLst>
                <a:ext uri="{FF2B5EF4-FFF2-40B4-BE49-F238E27FC236}">
                  <a16:creationId xmlns:a16="http://schemas.microsoft.com/office/drawing/2014/main" id="{EAE2F82E-388A-A0A3-6BFB-359F6979BA74}"/>
                </a:ext>
              </a:extLst>
            </p:cNvPr>
            <p:cNvSpPr/>
            <p:nvPr/>
          </p:nvSpPr>
          <p:spPr>
            <a:xfrm rot="10800000">
              <a:off x="1585304" y="2887427"/>
              <a:ext cx="277051" cy="42070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457178">
                <a:defRPr/>
              </a:pPr>
              <a:endParaRPr lang="en-US" kern="0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756" name="Rectangle 135">
            <a:extLst>
              <a:ext uri="{FF2B5EF4-FFF2-40B4-BE49-F238E27FC236}">
                <a16:creationId xmlns:a16="http://schemas.microsoft.com/office/drawing/2014/main" id="{3E3CF1B8-B9E0-DBFB-1B71-C911F23E5E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9385" y="2057627"/>
            <a:ext cx="741203" cy="1642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914332">
              <a:defRPr/>
            </a:pPr>
            <a:r>
              <a:rPr lang="it-IT" sz="1067" kern="0" dirty="0">
                <a:solidFill>
                  <a:srgbClr val="000000"/>
                </a:solidFill>
                <a:latin typeface="Calibri"/>
                <a:cs typeface="Arial" charset="0"/>
              </a:rPr>
              <a:t>DSR</a:t>
            </a:r>
            <a:endParaRPr lang="en-GB" sz="1067" i="1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grpSp>
        <p:nvGrpSpPr>
          <p:cNvPr id="745" name="Group 744">
            <a:extLst>
              <a:ext uri="{FF2B5EF4-FFF2-40B4-BE49-F238E27FC236}">
                <a16:creationId xmlns:a16="http://schemas.microsoft.com/office/drawing/2014/main" id="{53DE74CB-47E0-F437-03D8-3EE1440248A8}"/>
              </a:ext>
            </a:extLst>
          </p:cNvPr>
          <p:cNvGrpSpPr/>
          <p:nvPr/>
        </p:nvGrpSpPr>
        <p:grpSpPr>
          <a:xfrm>
            <a:off x="1498775" y="2033924"/>
            <a:ext cx="367732" cy="211616"/>
            <a:chOff x="1539943" y="2795561"/>
            <a:chExt cx="367732" cy="211616"/>
          </a:xfrm>
        </p:grpSpPr>
        <p:sp>
          <p:nvSpPr>
            <p:cNvPr id="746" name="Rectangle 60">
              <a:extLst>
                <a:ext uri="{FF2B5EF4-FFF2-40B4-BE49-F238E27FC236}">
                  <a16:creationId xmlns:a16="http://schemas.microsoft.com/office/drawing/2014/main" id="{99085FE8-5100-5616-83C8-A03E9AB446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39943" y="2795561"/>
              <a:ext cx="367732" cy="211616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457178">
                <a:defRPr/>
              </a:pPr>
              <a:endParaRPr lang="en-US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747" name="Group 719">
              <a:extLst>
                <a:ext uri="{FF2B5EF4-FFF2-40B4-BE49-F238E27FC236}">
                  <a16:creationId xmlns:a16="http://schemas.microsoft.com/office/drawing/2014/main" id="{4F730899-D713-CA6D-0AA5-5C3C856C6BC2}"/>
                </a:ext>
              </a:extLst>
            </p:cNvPr>
            <p:cNvGrpSpPr/>
            <p:nvPr/>
          </p:nvGrpSpPr>
          <p:grpSpPr>
            <a:xfrm>
              <a:off x="1609656" y="2797277"/>
              <a:ext cx="228353" cy="90129"/>
              <a:chOff x="8553742" y="2601251"/>
              <a:chExt cx="216024" cy="108852"/>
            </a:xfrm>
          </p:grpSpPr>
          <p:cxnSp>
            <p:nvCxnSpPr>
              <p:cNvPr id="749" name="Straight Connector 748">
                <a:extLst>
                  <a:ext uri="{FF2B5EF4-FFF2-40B4-BE49-F238E27FC236}">
                    <a16:creationId xmlns:a16="http://schemas.microsoft.com/office/drawing/2014/main" id="{F43953FD-46E6-4EB1-C670-11D992654FCD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750" name="Straight Connector 749">
                <a:extLst>
                  <a:ext uri="{FF2B5EF4-FFF2-40B4-BE49-F238E27FC236}">
                    <a16:creationId xmlns:a16="http://schemas.microsoft.com/office/drawing/2014/main" id="{CCA04F29-62B3-8682-7E52-710F01FC9D58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751" name="Straight Connector 750">
                <a:extLst>
                  <a:ext uri="{FF2B5EF4-FFF2-40B4-BE49-F238E27FC236}">
                    <a16:creationId xmlns:a16="http://schemas.microsoft.com/office/drawing/2014/main" id="{CC05B1B6-4B20-B7DE-C7CE-729CF81A378E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752" name="Straight Connector 751">
                <a:extLst>
                  <a:ext uri="{FF2B5EF4-FFF2-40B4-BE49-F238E27FC236}">
                    <a16:creationId xmlns:a16="http://schemas.microsoft.com/office/drawing/2014/main" id="{ED37F54D-AA5E-8AF9-51D7-B78BB776997C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748" name="Trapezoid 747">
              <a:extLst>
                <a:ext uri="{FF2B5EF4-FFF2-40B4-BE49-F238E27FC236}">
                  <a16:creationId xmlns:a16="http://schemas.microsoft.com/office/drawing/2014/main" id="{EB0651FF-6871-EF7E-E207-B6527D0356A2}"/>
                </a:ext>
              </a:extLst>
            </p:cNvPr>
            <p:cNvSpPr/>
            <p:nvPr/>
          </p:nvSpPr>
          <p:spPr>
            <a:xfrm rot="10800000">
              <a:off x="1585304" y="2887427"/>
              <a:ext cx="277051" cy="42070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457178">
                <a:defRPr/>
              </a:pPr>
              <a:endParaRPr lang="en-US" kern="0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843" name="Rectangle 25">
            <a:extLst>
              <a:ext uri="{FF2B5EF4-FFF2-40B4-BE49-F238E27FC236}">
                <a16:creationId xmlns:a16="http://schemas.microsoft.com/office/drawing/2014/main" id="{C30D35C7-D42D-9332-FFA2-329BEACA2C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52299" y="3472283"/>
            <a:ext cx="6855532" cy="115415"/>
          </a:xfrm>
          <a:prstGeom prst="rect">
            <a:avLst/>
          </a:prstGeom>
          <a:solidFill>
            <a:srgbClr val="FFFF00"/>
          </a:solidFill>
          <a:ln w="6350" algn="ctr">
            <a:solidFill>
              <a:srgbClr val="000000"/>
            </a:solidFill>
            <a:miter lim="800000"/>
            <a:headEnd/>
            <a:tailEnd/>
          </a:ln>
        </p:spPr>
        <p:txBody>
          <a:bodyPr lIns="121804" tIns="60900" rIns="121804" bIns="60900" anchor="ctr"/>
          <a:lstStyle/>
          <a:p>
            <a:pPr algn="ctr" defTabSz="609570">
              <a:spcBef>
                <a:spcPct val="0"/>
              </a:spcBef>
            </a:pPr>
            <a:endParaRPr lang="en-US" sz="1200" kern="0">
              <a:solidFill>
                <a:srgbClr val="000000"/>
              </a:solidFill>
              <a:latin typeface="Calibri" pitchFamily="34" charset="0"/>
            </a:endParaRPr>
          </a:p>
        </p:txBody>
      </p:sp>
      <p:sp>
        <p:nvSpPr>
          <p:cNvPr id="844" name="Rectangle 29">
            <a:extLst>
              <a:ext uri="{FF2B5EF4-FFF2-40B4-BE49-F238E27FC236}">
                <a16:creationId xmlns:a16="http://schemas.microsoft.com/office/drawing/2014/main" id="{EE614E86-1150-CC83-254E-3CB7CE318D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04320" y="3492160"/>
            <a:ext cx="85405" cy="77988"/>
          </a:xfrm>
          <a:prstGeom prst="ellipse">
            <a:avLst/>
          </a:prstGeom>
          <a:solidFill>
            <a:schemeClr val="bg1"/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defTabSz="609570"/>
            <a:endParaRPr lang="en-US">
              <a:solidFill>
                <a:srgbClr val="4B4B4B"/>
              </a:solidFill>
              <a:latin typeface="Calibri"/>
            </a:endParaRPr>
          </a:p>
        </p:txBody>
      </p:sp>
      <p:sp>
        <p:nvSpPr>
          <p:cNvPr id="845" name="Rectangle 135">
            <a:extLst>
              <a:ext uri="{FF2B5EF4-FFF2-40B4-BE49-F238E27FC236}">
                <a16:creationId xmlns:a16="http://schemas.microsoft.com/office/drawing/2014/main" id="{460484C4-5E8F-4F27-E561-036F7803C2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0260" y="3456829"/>
            <a:ext cx="2769553" cy="153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914332">
              <a:defRPr/>
            </a:pPr>
            <a:r>
              <a:rPr lang="en-US" sz="1000" b="1" kern="0" dirty="0">
                <a:solidFill>
                  <a:srgbClr val="000000"/>
                </a:solidFill>
                <a:latin typeface="Calibri"/>
                <a:cs typeface="Arial" charset="0"/>
              </a:rPr>
              <a:t>OTSiMC</a:t>
            </a:r>
            <a:r>
              <a:rPr lang="en-US" sz="1000" kern="0" dirty="0">
                <a:solidFill>
                  <a:srgbClr val="000000"/>
                </a:solidFill>
                <a:latin typeface="Calibri"/>
                <a:cs typeface="Arial" charset="0"/>
              </a:rPr>
              <a:t> Top Connection</a:t>
            </a:r>
            <a:endParaRPr lang="en-US" sz="1000" i="1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cxnSp>
        <p:nvCxnSpPr>
          <p:cNvPr id="848" name="Straight Arrow Connector 847">
            <a:extLst>
              <a:ext uri="{FF2B5EF4-FFF2-40B4-BE49-F238E27FC236}">
                <a16:creationId xmlns:a16="http://schemas.microsoft.com/office/drawing/2014/main" id="{3942F21E-2BCB-0C40-0856-3A7C16B75D5F}"/>
              </a:ext>
            </a:extLst>
          </p:cNvPr>
          <p:cNvCxnSpPr>
            <a:cxnSpLocks/>
            <a:stCxn id="844" idx="3"/>
            <a:endCxn id="690" idx="0"/>
          </p:cNvCxnSpPr>
          <p:nvPr/>
        </p:nvCxnSpPr>
        <p:spPr>
          <a:xfrm flipH="1">
            <a:off x="3576851" y="3558727"/>
            <a:ext cx="1539976" cy="1384587"/>
          </a:xfrm>
          <a:prstGeom prst="straightConnector1">
            <a:avLst/>
          </a:prstGeom>
          <a:solidFill>
            <a:schemeClr val="accent5">
              <a:lumMod val="20000"/>
              <a:lumOff val="80000"/>
            </a:schemeClr>
          </a:solidFill>
          <a:ln w="15875" cap="rnd" cmpd="sng">
            <a:solidFill>
              <a:schemeClr val="tx1">
                <a:lumMod val="60000"/>
                <a:lumOff val="40000"/>
              </a:schemeClr>
            </a:solidFill>
            <a:prstDash val="solid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67" name="Rectangle 29">
            <a:extLst>
              <a:ext uri="{FF2B5EF4-FFF2-40B4-BE49-F238E27FC236}">
                <a16:creationId xmlns:a16="http://schemas.microsoft.com/office/drawing/2014/main" id="{17443DFE-521C-9803-62E3-DBCB74A97C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19435" y="3039928"/>
            <a:ext cx="85405" cy="77988"/>
          </a:xfrm>
          <a:prstGeom prst="ellipse">
            <a:avLst/>
          </a:prstGeom>
          <a:solidFill>
            <a:schemeClr val="bg1"/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defTabSz="609570"/>
            <a:endParaRPr lang="en-US">
              <a:solidFill>
                <a:srgbClr val="4B4B4B"/>
              </a:solidFill>
              <a:latin typeface="Calibri"/>
            </a:endParaRPr>
          </a:p>
        </p:txBody>
      </p:sp>
      <p:sp>
        <p:nvSpPr>
          <p:cNvPr id="869" name="Rectangle 135">
            <a:extLst>
              <a:ext uri="{FF2B5EF4-FFF2-40B4-BE49-F238E27FC236}">
                <a16:creationId xmlns:a16="http://schemas.microsoft.com/office/drawing/2014/main" id="{50EC9E0B-8811-2435-A823-BBC465B08B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59953" y="3001453"/>
            <a:ext cx="2769553" cy="153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914332">
              <a:defRPr/>
            </a:pPr>
            <a:r>
              <a:rPr lang="en-US" sz="1000" b="1" kern="0" dirty="0">
                <a:solidFill>
                  <a:srgbClr val="000000"/>
                </a:solidFill>
                <a:latin typeface="Calibri"/>
                <a:cs typeface="Arial" charset="0"/>
              </a:rPr>
              <a:t>MC</a:t>
            </a:r>
            <a:r>
              <a:rPr lang="en-US" sz="1000" kern="0" dirty="0">
                <a:solidFill>
                  <a:srgbClr val="000000"/>
                </a:solidFill>
                <a:latin typeface="Calibri"/>
                <a:cs typeface="Arial" charset="0"/>
              </a:rPr>
              <a:t> Connectivity Service</a:t>
            </a:r>
            <a:endParaRPr lang="en-US" sz="1000" i="1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sp>
        <p:nvSpPr>
          <p:cNvPr id="870" name="Rectangle 127">
            <a:extLst>
              <a:ext uri="{FF2B5EF4-FFF2-40B4-BE49-F238E27FC236}">
                <a16:creationId xmlns:a16="http://schemas.microsoft.com/office/drawing/2014/main" id="{007E74C5-A690-382E-A0F6-463C02B11C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07593" y="3014881"/>
            <a:ext cx="7303179" cy="128085"/>
          </a:xfrm>
          <a:prstGeom prst="rect">
            <a:avLst/>
          </a:prstGeom>
          <a:solidFill>
            <a:srgbClr val="FFC000"/>
          </a:solidFill>
          <a:ln w="6350" algn="ctr">
            <a:solidFill>
              <a:srgbClr val="000000"/>
            </a:solidFill>
            <a:miter lim="800000"/>
            <a:headEnd/>
            <a:tailEnd/>
          </a:ln>
        </p:spPr>
        <p:txBody>
          <a:bodyPr lIns="91353" tIns="45675" rIns="91353" bIns="45675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defTabSz="609585" eaLnBrk="1" hangingPunct="1">
              <a:spcBef>
                <a:spcPct val="0"/>
              </a:spcBef>
              <a:buNone/>
              <a:defRPr/>
            </a:pPr>
            <a:endParaRPr lang="en-US" altLang="en-US" sz="900" kern="0">
              <a:solidFill>
                <a:srgbClr val="000000"/>
              </a:solidFill>
              <a:latin typeface="Calibri" pitchFamily="34" charset="0"/>
            </a:endParaRPr>
          </a:p>
        </p:txBody>
      </p:sp>
      <p:sp>
        <p:nvSpPr>
          <p:cNvPr id="871" name="Rectangle 29">
            <a:extLst>
              <a:ext uri="{FF2B5EF4-FFF2-40B4-BE49-F238E27FC236}">
                <a16:creationId xmlns:a16="http://schemas.microsoft.com/office/drawing/2014/main" id="{5317338D-19E0-1318-49B1-8E3680AB01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52850" y="3039928"/>
            <a:ext cx="85405" cy="77988"/>
          </a:xfrm>
          <a:prstGeom prst="ellipse">
            <a:avLst/>
          </a:prstGeom>
          <a:solidFill>
            <a:schemeClr val="bg1"/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defTabSz="609570"/>
            <a:endParaRPr lang="en-US">
              <a:solidFill>
                <a:srgbClr val="4B4B4B"/>
              </a:solidFill>
              <a:latin typeface="Calibri"/>
            </a:endParaRPr>
          </a:p>
        </p:txBody>
      </p:sp>
      <p:sp>
        <p:nvSpPr>
          <p:cNvPr id="873" name="Rectangle 135">
            <a:extLst>
              <a:ext uri="{FF2B5EF4-FFF2-40B4-BE49-F238E27FC236}">
                <a16:creationId xmlns:a16="http://schemas.microsoft.com/office/drawing/2014/main" id="{1E4DAD26-78E3-F6EC-97A2-726D405DDD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31676" y="3001453"/>
            <a:ext cx="3379333" cy="153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914332">
              <a:defRPr/>
            </a:pPr>
            <a:r>
              <a:rPr lang="en-US" sz="1000" b="1" kern="0">
                <a:solidFill>
                  <a:srgbClr val="000000"/>
                </a:solidFill>
                <a:latin typeface="Calibri"/>
                <a:cs typeface="Arial" charset="0"/>
              </a:rPr>
              <a:t>OTSiMCA </a:t>
            </a:r>
            <a:r>
              <a:rPr lang="en-US" sz="1000" kern="0">
                <a:solidFill>
                  <a:srgbClr val="000000"/>
                </a:solidFill>
                <a:latin typeface="Calibri"/>
                <a:cs typeface="Arial" charset="0"/>
              </a:rPr>
              <a:t>Connectivity </a:t>
            </a:r>
            <a:r>
              <a:rPr lang="en-US" sz="1000" kern="0" dirty="0">
                <a:solidFill>
                  <a:srgbClr val="000000"/>
                </a:solidFill>
                <a:latin typeface="Calibri"/>
                <a:cs typeface="Arial" charset="0"/>
              </a:rPr>
              <a:t>Service</a:t>
            </a:r>
            <a:endParaRPr lang="en-US" sz="1000" i="1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cxnSp>
        <p:nvCxnSpPr>
          <p:cNvPr id="874" name="Straight Arrow Connector 873">
            <a:extLst>
              <a:ext uri="{FF2B5EF4-FFF2-40B4-BE49-F238E27FC236}">
                <a16:creationId xmlns:a16="http://schemas.microsoft.com/office/drawing/2014/main" id="{AAF2039F-041F-C63D-F14C-31513C46ECED}"/>
              </a:ext>
            </a:extLst>
          </p:cNvPr>
          <p:cNvCxnSpPr>
            <a:cxnSpLocks/>
            <a:stCxn id="871" idx="3"/>
            <a:endCxn id="610" idx="0"/>
          </p:cNvCxnSpPr>
          <p:nvPr/>
        </p:nvCxnSpPr>
        <p:spPr>
          <a:xfrm flipH="1">
            <a:off x="4235526" y="3106495"/>
            <a:ext cx="629831" cy="669230"/>
          </a:xfrm>
          <a:prstGeom prst="straightConnector1">
            <a:avLst/>
          </a:prstGeom>
          <a:solidFill>
            <a:schemeClr val="accent5">
              <a:lumMod val="20000"/>
              <a:lumOff val="80000"/>
            </a:schemeClr>
          </a:solidFill>
          <a:ln w="15875" cap="rnd" cmpd="sng">
            <a:solidFill>
              <a:srgbClr val="FFC000"/>
            </a:solidFill>
            <a:prstDash val="solid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82" name="Group 381">
            <a:extLst>
              <a:ext uri="{FF2B5EF4-FFF2-40B4-BE49-F238E27FC236}">
                <a16:creationId xmlns:a16="http://schemas.microsoft.com/office/drawing/2014/main" id="{5DFB4F28-222C-5E1A-42EE-66A52B162780}"/>
              </a:ext>
            </a:extLst>
          </p:cNvPr>
          <p:cNvGrpSpPr/>
          <p:nvPr/>
        </p:nvGrpSpPr>
        <p:grpSpPr>
          <a:xfrm>
            <a:off x="3396097" y="5449309"/>
            <a:ext cx="367732" cy="211616"/>
            <a:chOff x="1539943" y="2795561"/>
            <a:chExt cx="367732" cy="211616"/>
          </a:xfrm>
        </p:grpSpPr>
        <p:sp>
          <p:nvSpPr>
            <p:cNvPr id="383" name="Rectangle 60">
              <a:extLst>
                <a:ext uri="{FF2B5EF4-FFF2-40B4-BE49-F238E27FC236}">
                  <a16:creationId xmlns:a16="http://schemas.microsoft.com/office/drawing/2014/main" id="{0031A6E2-C045-B47C-E9FC-A5BEEDED02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39943" y="2795561"/>
              <a:ext cx="367732" cy="211616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457178">
                <a:defRPr/>
              </a:pPr>
              <a:endParaRPr lang="en-US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384" name="Group 719">
              <a:extLst>
                <a:ext uri="{FF2B5EF4-FFF2-40B4-BE49-F238E27FC236}">
                  <a16:creationId xmlns:a16="http://schemas.microsoft.com/office/drawing/2014/main" id="{679E2B4B-A201-4071-C2E6-CD2C9A32A508}"/>
                </a:ext>
              </a:extLst>
            </p:cNvPr>
            <p:cNvGrpSpPr/>
            <p:nvPr/>
          </p:nvGrpSpPr>
          <p:grpSpPr>
            <a:xfrm>
              <a:off x="1609656" y="2797277"/>
              <a:ext cx="228353" cy="90129"/>
              <a:chOff x="8553742" y="2601251"/>
              <a:chExt cx="216024" cy="108852"/>
            </a:xfrm>
          </p:grpSpPr>
          <p:cxnSp>
            <p:nvCxnSpPr>
              <p:cNvPr id="391" name="Straight Connector 390">
                <a:extLst>
                  <a:ext uri="{FF2B5EF4-FFF2-40B4-BE49-F238E27FC236}">
                    <a16:creationId xmlns:a16="http://schemas.microsoft.com/office/drawing/2014/main" id="{00B13721-A4AE-7470-F37E-96BC408DF86F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392" name="Straight Connector 391">
                <a:extLst>
                  <a:ext uri="{FF2B5EF4-FFF2-40B4-BE49-F238E27FC236}">
                    <a16:creationId xmlns:a16="http://schemas.microsoft.com/office/drawing/2014/main" id="{2DF228A6-E364-BF38-311E-BE321627B207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393" name="Straight Connector 392">
                <a:extLst>
                  <a:ext uri="{FF2B5EF4-FFF2-40B4-BE49-F238E27FC236}">
                    <a16:creationId xmlns:a16="http://schemas.microsoft.com/office/drawing/2014/main" id="{08A09F6E-DDF2-F6DE-886D-727522EF3E3F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394" name="Straight Connector 393">
                <a:extLst>
                  <a:ext uri="{FF2B5EF4-FFF2-40B4-BE49-F238E27FC236}">
                    <a16:creationId xmlns:a16="http://schemas.microsoft.com/office/drawing/2014/main" id="{9D3E1B7B-C07E-A984-19AA-5696495AD178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385" name="Trapezoid 384">
              <a:extLst>
                <a:ext uri="{FF2B5EF4-FFF2-40B4-BE49-F238E27FC236}">
                  <a16:creationId xmlns:a16="http://schemas.microsoft.com/office/drawing/2014/main" id="{B66ABDBE-3B1E-2056-06E9-539FE6BEFA5E}"/>
                </a:ext>
              </a:extLst>
            </p:cNvPr>
            <p:cNvSpPr/>
            <p:nvPr/>
          </p:nvSpPr>
          <p:spPr>
            <a:xfrm rot="10800000">
              <a:off x="1585304" y="2887427"/>
              <a:ext cx="277051" cy="42070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457178">
                <a:defRPr/>
              </a:pPr>
              <a:endParaRPr lang="en-US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723" name="Group 722">
            <a:extLst>
              <a:ext uri="{FF2B5EF4-FFF2-40B4-BE49-F238E27FC236}">
                <a16:creationId xmlns:a16="http://schemas.microsoft.com/office/drawing/2014/main" id="{57B625D6-067B-1D24-78BC-D0407E1816FC}"/>
              </a:ext>
            </a:extLst>
          </p:cNvPr>
          <p:cNvGrpSpPr>
            <a:grpSpLocks noChangeAspect="1"/>
          </p:cNvGrpSpPr>
          <p:nvPr/>
        </p:nvGrpSpPr>
        <p:grpSpPr>
          <a:xfrm>
            <a:off x="3399803" y="3760809"/>
            <a:ext cx="358928" cy="227171"/>
            <a:chOff x="980945" y="1888766"/>
            <a:chExt cx="271916" cy="172099"/>
          </a:xfrm>
        </p:grpSpPr>
        <p:grpSp>
          <p:nvGrpSpPr>
            <p:cNvPr id="724" name="Group 898">
              <a:extLst>
                <a:ext uri="{FF2B5EF4-FFF2-40B4-BE49-F238E27FC236}">
                  <a16:creationId xmlns:a16="http://schemas.microsoft.com/office/drawing/2014/main" id="{893D14AA-DAB3-78EA-035F-DFAF968DA249}"/>
                </a:ext>
              </a:extLst>
            </p:cNvPr>
            <p:cNvGrpSpPr/>
            <p:nvPr/>
          </p:nvGrpSpPr>
          <p:grpSpPr>
            <a:xfrm>
              <a:off x="980945" y="1888766"/>
              <a:ext cx="271916" cy="170990"/>
              <a:chOff x="957800" y="1944318"/>
              <a:chExt cx="271916" cy="170990"/>
            </a:xfrm>
          </p:grpSpPr>
          <p:sp>
            <p:nvSpPr>
              <p:cNvPr id="726" name="Rectangle 88">
                <a:extLst>
                  <a:ext uri="{FF2B5EF4-FFF2-40B4-BE49-F238E27FC236}">
                    <a16:creationId xmlns:a16="http://schemas.microsoft.com/office/drawing/2014/main" id="{8C9779F3-91B2-4021-1844-19B9AA6429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7800" y="1944318"/>
                <a:ext cx="271916" cy="170990"/>
              </a:xfrm>
              <a:prstGeom prst="rect">
                <a:avLst/>
              </a:prstGeom>
              <a:solidFill>
                <a:srgbClr val="99FF99"/>
              </a:solidFill>
              <a:ln w="6350" cap="rnd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ctr" defTabSz="685783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600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727" name="Isosceles Triangle 726">
                <a:extLst>
                  <a:ext uri="{FF2B5EF4-FFF2-40B4-BE49-F238E27FC236}">
                    <a16:creationId xmlns:a16="http://schemas.microsoft.com/office/drawing/2014/main" id="{C8E108BC-95E9-D1D9-10C2-8840A6160296}"/>
                  </a:ext>
                </a:extLst>
              </p:cNvPr>
              <p:cNvSpPr/>
              <p:nvPr/>
            </p:nvSpPr>
            <p:spPr>
              <a:xfrm flipV="1">
                <a:off x="1040929" y="1977630"/>
                <a:ext cx="105628" cy="87485"/>
              </a:xfrm>
              <a:prstGeom prst="triangl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68580" tIns="34291" rIns="68580" bIns="34291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685783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351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728" name="Oval 341">
                <a:extLst>
                  <a:ext uri="{FF2B5EF4-FFF2-40B4-BE49-F238E27FC236}">
                    <a16:creationId xmlns:a16="http://schemas.microsoft.com/office/drawing/2014/main" id="{3A240B96-E355-609C-57C0-64867F43997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1067" y="2032325"/>
                <a:ext cx="48964" cy="48247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68580" tIns="34291" rIns="68580" bIns="34291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685783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351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</p:grpSp>
        <p:sp>
          <p:nvSpPr>
            <p:cNvPr id="725" name="Trapezoid 724">
              <a:extLst>
                <a:ext uri="{FF2B5EF4-FFF2-40B4-BE49-F238E27FC236}">
                  <a16:creationId xmlns:a16="http://schemas.microsoft.com/office/drawing/2014/main" id="{2B5F0D61-7766-6B7F-4DCA-7B86B67ACC33}"/>
                </a:ext>
              </a:extLst>
            </p:cNvPr>
            <p:cNvSpPr/>
            <p:nvPr/>
          </p:nvSpPr>
          <p:spPr>
            <a:xfrm rot="10800000">
              <a:off x="1018052" y="2022543"/>
              <a:ext cx="201098" cy="38322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8580" tIns="34291" rIns="68580" bIns="34291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377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1" kern="0">
                <a:solidFill>
                  <a:srgbClr val="FFFFFF"/>
                </a:solidFill>
                <a:latin typeface="Arial"/>
                <a:ea typeface="ヒラギノ角ゴ ProN W3" charset="-128"/>
                <a:sym typeface="Gill Sans" charset="0"/>
              </a:endParaRPr>
            </a:p>
          </p:txBody>
        </p:sp>
      </p:grpSp>
      <p:grpSp>
        <p:nvGrpSpPr>
          <p:cNvPr id="729" name="Group 728">
            <a:extLst>
              <a:ext uri="{FF2B5EF4-FFF2-40B4-BE49-F238E27FC236}">
                <a16:creationId xmlns:a16="http://schemas.microsoft.com/office/drawing/2014/main" id="{2FC44E17-3C63-4D91-2875-1DF849A253BF}"/>
              </a:ext>
            </a:extLst>
          </p:cNvPr>
          <p:cNvGrpSpPr/>
          <p:nvPr/>
        </p:nvGrpSpPr>
        <p:grpSpPr>
          <a:xfrm>
            <a:off x="3401956" y="2943144"/>
            <a:ext cx="367732" cy="211616"/>
            <a:chOff x="1539943" y="2795561"/>
            <a:chExt cx="367732" cy="211616"/>
          </a:xfrm>
        </p:grpSpPr>
        <p:sp>
          <p:nvSpPr>
            <p:cNvPr id="730" name="Rectangle 60">
              <a:extLst>
                <a:ext uri="{FF2B5EF4-FFF2-40B4-BE49-F238E27FC236}">
                  <a16:creationId xmlns:a16="http://schemas.microsoft.com/office/drawing/2014/main" id="{B14B22A4-7042-4EEF-8688-9601C5E127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39943" y="2795561"/>
              <a:ext cx="367732" cy="211616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457178">
                <a:defRPr/>
              </a:pPr>
              <a:endParaRPr lang="en-US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731" name="Group 719">
              <a:extLst>
                <a:ext uri="{FF2B5EF4-FFF2-40B4-BE49-F238E27FC236}">
                  <a16:creationId xmlns:a16="http://schemas.microsoft.com/office/drawing/2014/main" id="{95318EF9-6DE1-B565-1F94-85B0DCDC7A95}"/>
                </a:ext>
              </a:extLst>
            </p:cNvPr>
            <p:cNvGrpSpPr/>
            <p:nvPr/>
          </p:nvGrpSpPr>
          <p:grpSpPr>
            <a:xfrm>
              <a:off x="1609656" y="2797277"/>
              <a:ext cx="228353" cy="90129"/>
              <a:chOff x="8553742" y="2601251"/>
              <a:chExt cx="216024" cy="108852"/>
            </a:xfrm>
          </p:grpSpPr>
          <p:cxnSp>
            <p:nvCxnSpPr>
              <p:cNvPr id="733" name="Straight Connector 732">
                <a:extLst>
                  <a:ext uri="{FF2B5EF4-FFF2-40B4-BE49-F238E27FC236}">
                    <a16:creationId xmlns:a16="http://schemas.microsoft.com/office/drawing/2014/main" id="{5332EF4C-3E76-5D1C-E435-9571713A67E7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734" name="Straight Connector 733">
                <a:extLst>
                  <a:ext uri="{FF2B5EF4-FFF2-40B4-BE49-F238E27FC236}">
                    <a16:creationId xmlns:a16="http://schemas.microsoft.com/office/drawing/2014/main" id="{102F164C-993D-92B3-9DB5-E3B3E60630E9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735" name="Straight Connector 734">
                <a:extLst>
                  <a:ext uri="{FF2B5EF4-FFF2-40B4-BE49-F238E27FC236}">
                    <a16:creationId xmlns:a16="http://schemas.microsoft.com/office/drawing/2014/main" id="{56D364DF-D8D7-FD2F-EA53-E8602AA90AC9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736" name="Straight Connector 735">
                <a:extLst>
                  <a:ext uri="{FF2B5EF4-FFF2-40B4-BE49-F238E27FC236}">
                    <a16:creationId xmlns:a16="http://schemas.microsoft.com/office/drawing/2014/main" id="{17E04728-FE39-FB23-F866-D75837713768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732" name="Trapezoid 731">
              <a:extLst>
                <a:ext uri="{FF2B5EF4-FFF2-40B4-BE49-F238E27FC236}">
                  <a16:creationId xmlns:a16="http://schemas.microsoft.com/office/drawing/2014/main" id="{9761B751-0F52-0114-6489-099C9A2118C6}"/>
                </a:ext>
              </a:extLst>
            </p:cNvPr>
            <p:cNvSpPr/>
            <p:nvPr/>
          </p:nvSpPr>
          <p:spPr>
            <a:xfrm rot="10800000">
              <a:off x="1585304" y="2887427"/>
              <a:ext cx="277051" cy="42070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457178">
                <a:defRPr/>
              </a:pPr>
              <a:endParaRPr lang="en-US" kern="0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737" name="Rectangle 135">
            <a:extLst>
              <a:ext uri="{FF2B5EF4-FFF2-40B4-BE49-F238E27FC236}">
                <a16:creationId xmlns:a16="http://schemas.microsoft.com/office/drawing/2014/main" id="{F06158F6-5B58-61DF-9C36-4039C6D5A4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2565" y="2951795"/>
            <a:ext cx="741203" cy="1642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914332">
              <a:defRPr/>
            </a:pPr>
            <a:r>
              <a:rPr lang="it-IT" sz="1067" kern="0" dirty="0">
                <a:solidFill>
                  <a:srgbClr val="000000"/>
                </a:solidFill>
                <a:latin typeface="Calibri"/>
                <a:cs typeface="Arial" charset="0"/>
              </a:rPr>
              <a:t>DSR</a:t>
            </a:r>
            <a:endParaRPr lang="en-GB" sz="1067" i="1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sp>
        <p:nvSpPr>
          <p:cNvPr id="3" name="Rectangle 135">
            <a:extLst>
              <a:ext uri="{FF2B5EF4-FFF2-40B4-BE49-F238E27FC236}">
                <a16:creationId xmlns:a16="http://schemas.microsoft.com/office/drawing/2014/main" id="{6E33D69F-C201-3EEE-BAD7-52973914EE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3965" y="2452422"/>
            <a:ext cx="741203" cy="3284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914332">
              <a:defRPr/>
            </a:pPr>
            <a:r>
              <a:rPr lang="it-IT" sz="1067" kern="0">
                <a:solidFill>
                  <a:srgbClr val="000000"/>
                </a:solidFill>
                <a:latin typeface="Calibri"/>
                <a:cs typeface="Arial" charset="0"/>
              </a:rPr>
              <a:t>ODU</a:t>
            </a:r>
            <a:endParaRPr lang="it-IT" sz="1067" kern="0">
              <a:solidFill>
                <a:srgbClr val="FF0000"/>
              </a:solidFill>
              <a:latin typeface="Calibri"/>
              <a:cs typeface="Arial" charset="0"/>
            </a:endParaRPr>
          </a:p>
          <a:p>
            <a:pPr algn="ctr" defTabSz="914332">
              <a:defRPr/>
            </a:pPr>
            <a:r>
              <a:rPr lang="it-IT" sz="1067" kern="0">
                <a:solidFill>
                  <a:srgbClr val="000000"/>
                </a:solidFill>
                <a:latin typeface="Calibri"/>
                <a:cs typeface="Arial" charset="0"/>
              </a:rPr>
              <a:t>(+OTU)</a:t>
            </a:r>
            <a:endParaRPr lang="en-GB" sz="1067" kern="0" dirty="0">
              <a:solidFill>
                <a:srgbClr val="000000"/>
              </a:solidFill>
              <a:latin typeface="Calibri"/>
              <a:cs typeface="Arial" charset="0"/>
            </a:endParaRPr>
          </a:p>
        </p:txBody>
      </p:sp>
      <p:sp>
        <p:nvSpPr>
          <p:cNvPr id="4" name="Rectangle 135">
            <a:extLst>
              <a:ext uri="{FF2B5EF4-FFF2-40B4-BE49-F238E27FC236}">
                <a16:creationId xmlns:a16="http://schemas.microsoft.com/office/drawing/2014/main" id="{E7B90CBE-466F-781F-33D5-99C5759DEE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4609" y="3777083"/>
            <a:ext cx="741203" cy="1642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914332"/>
            <a:r>
              <a:rPr lang="it-IT" sz="1067" kern="0">
                <a:solidFill>
                  <a:srgbClr val="000000"/>
                </a:solidFill>
                <a:latin typeface="Calibri"/>
                <a:cs typeface="Arial" charset="0"/>
              </a:rPr>
              <a:t>OTSiMCA</a:t>
            </a:r>
            <a:endParaRPr lang="en-GB" sz="1067" kern="0" dirty="0">
              <a:solidFill>
                <a:srgbClr val="000000"/>
              </a:solidFill>
              <a:latin typeface="Calibri"/>
              <a:cs typeface="Arial" charset="0"/>
            </a:endParaRPr>
          </a:p>
        </p:txBody>
      </p:sp>
      <p:sp>
        <p:nvSpPr>
          <p:cNvPr id="11" name="Rectangle 25">
            <a:extLst>
              <a:ext uri="{FF2B5EF4-FFF2-40B4-BE49-F238E27FC236}">
                <a16:creationId xmlns:a16="http://schemas.microsoft.com/office/drawing/2014/main" id="{C11E662B-6CF4-8B44-268A-E1515BBE55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34703" y="3293834"/>
            <a:ext cx="7076888" cy="115415"/>
          </a:xfrm>
          <a:prstGeom prst="rect">
            <a:avLst/>
          </a:prstGeom>
          <a:solidFill>
            <a:srgbClr val="FFFF00"/>
          </a:solidFill>
          <a:ln w="6350" algn="ctr">
            <a:solidFill>
              <a:srgbClr val="000000"/>
            </a:solidFill>
            <a:miter lim="800000"/>
            <a:headEnd/>
            <a:tailEnd/>
          </a:ln>
        </p:spPr>
        <p:txBody>
          <a:bodyPr lIns="121804" tIns="60900" rIns="121804" bIns="60900" anchor="ctr"/>
          <a:lstStyle/>
          <a:p>
            <a:pPr algn="ctr" defTabSz="609570">
              <a:spcBef>
                <a:spcPct val="0"/>
              </a:spcBef>
            </a:pPr>
            <a:endParaRPr lang="en-US" sz="1200" kern="0">
              <a:solidFill>
                <a:srgbClr val="000000"/>
              </a:solidFill>
              <a:latin typeface="Calibri" pitchFamily="34" charset="0"/>
            </a:endParaRPr>
          </a:p>
        </p:txBody>
      </p:sp>
      <p:sp>
        <p:nvSpPr>
          <p:cNvPr id="12" name="Rectangle 29">
            <a:extLst>
              <a:ext uri="{FF2B5EF4-FFF2-40B4-BE49-F238E27FC236}">
                <a16:creationId xmlns:a16="http://schemas.microsoft.com/office/drawing/2014/main" id="{1A7C4BDA-311E-7516-0D60-A75BF6AB0B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73336" y="3313711"/>
            <a:ext cx="85405" cy="77988"/>
          </a:xfrm>
          <a:prstGeom prst="ellipse">
            <a:avLst/>
          </a:prstGeom>
          <a:solidFill>
            <a:schemeClr val="bg1"/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defTabSz="609570"/>
            <a:endParaRPr lang="en-US">
              <a:solidFill>
                <a:srgbClr val="4B4B4B"/>
              </a:solidFill>
              <a:latin typeface="Calibri"/>
            </a:endParaRPr>
          </a:p>
        </p:txBody>
      </p:sp>
      <p:sp>
        <p:nvSpPr>
          <p:cNvPr id="13" name="Rectangle 135">
            <a:extLst>
              <a:ext uri="{FF2B5EF4-FFF2-40B4-BE49-F238E27FC236}">
                <a16:creationId xmlns:a16="http://schemas.microsoft.com/office/drawing/2014/main" id="{AEB2CA88-DD55-42F6-A7D8-662DE3B573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05925" y="3278380"/>
            <a:ext cx="2769553" cy="153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914332">
              <a:defRPr/>
            </a:pPr>
            <a:r>
              <a:rPr lang="en-US" sz="1000" b="1" kern="0">
                <a:solidFill>
                  <a:srgbClr val="000000"/>
                </a:solidFill>
                <a:latin typeface="Calibri"/>
                <a:cs typeface="Arial" charset="0"/>
              </a:rPr>
              <a:t>OTSiMCA</a:t>
            </a:r>
            <a:r>
              <a:rPr lang="en-US" sz="1000" kern="0">
                <a:solidFill>
                  <a:srgbClr val="000000"/>
                </a:solidFill>
                <a:latin typeface="Calibri"/>
                <a:cs typeface="Arial" charset="0"/>
              </a:rPr>
              <a:t> </a:t>
            </a:r>
            <a:r>
              <a:rPr lang="en-US" sz="1000" kern="0" dirty="0">
                <a:solidFill>
                  <a:srgbClr val="000000"/>
                </a:solidFill>
                <a:latin typeface="Calibri"/>
                <a:cs typeface="Arial" charset="0"/>
              </a:rPr>
              <a:t>Top Connection</a:t>
            </a:r>
            <a:endParaRPr lang="en-US" sz="1000" i="1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8CD0B53F-242E-B46C-EDD4-9BDF89DF08CF}"/>
              </a:ext>
            </a:extLst>
          </p:cNvPr>
          <p:cNvCxnSpPr>
            <a:cxnSpLocks/>
            <a:stCxn id="12" idx="2"/>
            <a:endCxn id="726" idx="0"/>
          </p:cNvCxnSpPr>
          <p:nvPr/>
        </p:nvCxnSpPr>
        <p:spPr>
          <a:xfrm flipH="1">
            <a:off x="3579267" y="3352705"/>
            <a:ext cx="1394069" cy="408104"/>
          </a:xfrm>
          <a:prstGeom prst="straightConnector1">
            <a:avLst/>
          </a:prstGeom>
          <a:solidFill>
            <a:schemeClr val="accent5">
              <a:lumMod val="20000"/>
              <a:lumOff val="80000"/>
            </a:schemeClr>
          </a:solidFill>
          <a:ln w="15875" cap="rnd" cmpd="sng">
            <a:solidFill>
              <a:schemeClr val="tx1">
                <a:lumMod val="60000"/>
                <a:lumOff val="40000"/>
              </a:schemeClr>
            </a:solidFill>
            <a:prstDash val="solid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42" name="Group 11">
            <a:extLst>
              <a:ext uri="{FF2B5EF4-FFF2-40B4-BE49-F238E27FC236}">
                <a16:creationId xmlns:a16="http://schemas.microsoft.com/office/drawing/2014/main" id="{93523F0C-32FB-38E0-4E52-08CC19464123}"/>
              </a:ext>
            </a:extLst>
          </p:cNvPr>
          <p:cNvGrpSpPr/>
          <p:nvPr/>
        </p:nvGrpSpPr>
        <p:grpSpPr>
          <a:xfrm>
            <a:off x="1546683" y="1752904"/>
            <a:ext cx="271916" cy="170990"/>
            <a:chOff x="4487593" y="2873065"/>
            <a:chExt cx="362554" cy="227985"/>
          </a:xfrm>
        </p:grpSpPr>
        <p:sp>
          <p:nvSpPr>
            <p:cNvPr id="43" name="Rectangle 88">
              <a:extLst>
                <a:ext uri="{FF2B5EF4-FFF2-40B4-BE49-F238E27FC236}">
                  <a16:creationId xmlns:a16="http://schemas.microsoft.com/office/drawing/2014/main" id="{E928EEA0-E1B7-A254-3B3E-9DF15109DB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7593" y="2873065"/>
              <a:ext cx="362554" cy="227985"/>
            </a:xfrm>
            <a:prstGeom prst="rect">
              <a:avLst/>
            </a:prstGeom>
            <a:solidFill>
              <a:srgbClr val="99FF99"/>
            </a:solidFill>
            <a:ln w="6350" cap="rnd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marL="0" marR="0" lvl="0" indent="0" algn="ctr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6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ヒラギノ角ゴ ProN W3" charset="-128"/>
                <a:cs typeface="+mn-cs"/>
                <a:sym typeface="Gill Sans" charset="0"/>
              </a:endParaRPr>
            </a:p>
          </p:txBody>
        </p:sp>
        <p:sp>
          <p:nvSpPr>
            <p:cNvPr id="44" name="Trapezoid 43">
              <a:extLst>
                <a:ext uri="{FF2B5EF4-FFF2-40B4-BE49-F238E27FC236}">
                  <a16:creationId xmlns:a16="http://schemas.microsoft.com/office/drawing/2014/main" id="{044FAF66-686F-BACD-A684-9F6F5EE28189}"/>
                </a:ext>
              </a:extLst>
            </p:cNvPr>
            <p:cNvSpPr/>
            <p:nvPr/>
          </p:nvSpPr>
          <p:spPr>
            <a:xfrm rot="10800000">
              <a:off x="4543045" y="3001279"/>
              <a:ext cx="262093" cy="50810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ヒラギノ角ゴ ProN W3" charset="-128"/>
                <a:cs typeface="+mn-cs"/>
                <a:sym typeface="Gill Sans" charset="0"/>
              </a:endParaRPr>
            </a:p>
          </p:txBody>
        </p:sp>
        <p:sp>
          <p:nvSpPr>
            <p:cNvPr id="45" name="Oval 341">
              <a:extLst>
                <a:ext uri="{FF2B5EF4-FFF2-40B4-BE49-F238E27FC236}">
                  <a16:creationId xmlns:a16="http://schemas.microsoft.com/office/drawing/2014/main" id="{F6B4CD1D-75FF-73DF-223C-954F86BAD1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38615" y="2931711"/>
              <a:ext cx="65285" cy="64329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ヒラギノ角ゴ ProN W3" charset="-128"/>
                <a:cs typeface="+mn-cs"/>
                <a:sym typeface="Gill Sans" charset="0"/>
              </a:endParaRPr>
            </a:p>
          </p:txBody>
        </p:sp>
      </p:grpSp>
      <p:grpSp>
        <p:nvGrpSpPr>
          <p:cNvPr id="46" name="Group 1040">
            <a:extLst>
              <a:ext uri="{FF2B5EF4-FFF2-40B4-BE49-F238E27FC236}">
                <a16:creationId xmlns:a16="http://schemas.microsoft.com/office/drawing/2014/main" id="{26651CF5-AE3A-ACB8-2B03-19F03BBB5277}"/>
              </a:ext>
            </a:extLst>
          </p:cNvPr>
          <p:cNvGrpSpPr/>
          <p:nvPr/>
        </p:nvGrpSpPr>
        <p:grpSpPr>
          <a:xfrm>
            <a:off x="2494096" y="1848881"/>
            <a:ext cx="271916" cy="98118"/>
            <a:chOff x="1230061" y="3045781"/>
            <a:chExt cx="435339" cy="142407"/>
          </a:xfrm>
        </p:grpSpPr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5EABC5F2-8C86-7664-9ECD-1228F17F96E1}"/>
                </a:ext>
              </a:extLst>
            </p:cNvPr>
            <p:cNvSpPr/>
            <p:nvPr/>
          </p:nvSpPr>
          <p:spPr>
            <a:xfrm>
              <a:off x="1230061" y="3045781"/>
              <a:ext cx="435339" cy="142407"/>
            </a:xfrm>
            <a:prstGeom prst="rect">
              <a:avLst/>
            </a:prstGeom>
            <a:solidFill>
              <a:srgbClr val="FFFF00"/>
            </a:solidFill>
            <a:ln w="6350" cap="flat" cmpd="sng" algn="ctr">
              <a:solidFill>
                <a:srgbClr val="141313"/>
              </a:solidFill>
              <a:prstDash val="solid"/>
            </a:ln>
            <a:effectLst/>
          </p:spPr>
          <p:txBody>
            <a:bodyPr lIns="91353" tIns="45675" rIns="91353" bIns="45675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141313"/>
                </a:solidFill>
                <a:effectLst/>
                <a:uLnTx/>
                <a:uFillTx/>
                <a:latin typeface="Arial"/>
                <a:ea typeface="ヒラギノ角ゴ ProN W3" charset="-128"/>
                <a:cs typeface="+mn-cs"/>
                <a:sym typeface="Gill Sans" charset="0"/>
              </a:endParaRPr>
            </a:p>
          </p:txBody>
        </p:sp>
        <p:sp>
          <p:nvSpPr>
            <p:cNvPr id="48" name="Oval 341">
              <a:extLst>
                <a:ext uri="{FF2B5EF4-FFF2-40B4-BE49-F238E27FC236}">
                  <a16:creationId xmlns:a16="http://schemas.microsoft.com/office/drawing/2014/main" id="{858248F4-0FAE-1804-AD27-3C99242D2E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1966" y="3084820"/>
              <a:ext cx="65286" cy="64329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ヒラギノ角ゴ ProN W3" charset="-128"/>
                <a:cs typeface="+mn-cs"/>
                <a:sym typeface="Gill Sans" charset="0"/>
              </a:endParaRPr>
            </a:p>
          </p:txBody>
        </p:sp>
        <p:sp>
          <p:nvSpPr>
            <p:cNvPr id="49" name="Oval 341">
              <a:extLst>
                <a:ext uri="{FF2B5EF4-FFF2-40B4-BE49-F238E27FC236}">
                  <a16:creationId xmlns:a16="http://schemas.microsoft.com/office/drawing/2014/main" id="{2AD7504F-45D2-C7D4-1872-8A48FDCEF6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67471" y="3084820"/>
              <a:ext cx="65286" cy="64329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ヒラギノ角ゴ ProN W3" charset="-128"/>
                <a:cs typeface="+mn-cs"/>
                <a:sym typeface="Gill Sans" charset="0"/>
              </a:endParaRPr>
            </a:p>
          </p:txBody>
        </p:sp>
      </p:grp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0C067CAB-6AA7-29BA-3289-2F20BD93AC6C}"/>
              </a:ext>
            </a:extLst>
          </p:cNvPr>
          <p:cNvCxnSpPr>
            <a:cxnSpLocks/>
            <a:stCxn id="48" idx="2"/>
            <a:endCxn id="45" idx="6"/>
          </p:cNvCxnSpPr>
          <p:nvPr/>
        </p:nvCxnSpPr>
        <p:spPr>
          <a:xfrm flipH="1" flipV="1">
            <a:off x="1708914" y="1821013"/>
            <a:ext cx="805110" cy="76927"/>
          </a:xfrm>
          <a:prstGeom prst="line">
            <a:avLst/>
          </a:prstGeom>
          <a:noFill/>
          <a:ln w="9525" cap="flat" cmpd="sng" algn="ctr">
            <a:solidFill>
              <a:srgbClr val="000000"/>
            </a:solidFill>
            <a:prstDash val="solid"/>
          </a:ln>
          <a:effectLst/>
        </p:spPr>
      </p:cxnSp>
      <p:grpSp>
        <p:nvGrpSpPr>
          <p:cNvPr id="51" name="Group 11">
            <a:extLst>
              <a:ext uri="{FF2B5EF4-FFF2-40B4-BE49-F238E27FC236}">
                <a16:creationId xmlns:a16="http://schemas.microsoft.com/office/drawing/2014/main" id="{7D828A21-7990-1CB0-EB1C-D422A9E0A861}"/>
              </a:ext>
            </a:extLst>
          </p:cNvPr>
          <p:cNvGrpSpPr/>
          <p:nvPr/>
        </p:nvGrpSpPr>
        <p:grpSpPr>
          <a:xfrm>
            <a:off x="3465746" y="1829832"/>
            <a:ext cx="271916" cy="170990"/>
            <a:chOff x="4487593" y="2873065"/>
            <a:chExt cx="362554" cy="227985"/>
          </a:xfrm>
        </p:grpSpPr>
        <p:sp>
          <p:nvSpPr>
            <p:cNvPr id="52" name="Rectangle 88">
              <a:extLst>
                <a:ext uri="{FF2B5EF4-FFF2-40B4-BE49-F238E27FC236}">
                  <a16:creationId xmlns:a16="http://schemas.microsoft.com/office/drawing/2014/main" id="{08120065-AD82-41FC-DF1D-F7AE2950A5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7593" y="2873065"/>
              <a:ext cx="362554" cy="227985"/>
            </a:xfrm>
            <a:prstGeom prst="rect">
              <a:avLst/>
            </a:prstGeom>
            <a:solidFill>
              <a:srgbClr val="99FF99"/>
            </a:solidFill>
            <a:ln w="6350" cap="rnd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marL="0" marR="0" lvl="0" indent="0" algn="ctr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6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ヒラギノ角ゴ ProN W3" charset="-128"/>
                <a:cs typeface="+mn-cs"/>
                <a:sym typeface="Gill Sans" charset="0"/>
              </a:endParaRPr>
            </a:p>
          </p:txBody>
        </p:sp>
        <p:sp>
          <p:nvSpPr>
            <p:cNvPr id="53" name="Trapezoid 52">
              <a:extLst>
                <a:ext uri="{FF2B5EF4-FFF2-40B4-BE49-F238E27FC236}">
                  <a16:creationId xmlns:a16="http://schemas.microsoft.com/office/drawing/2014/main" id="{3E17837B-5880-D0DC-D0AF-CED322BC23AA}"/>
                </a:ext>
              </a:extLst>
            </p:cNvPr>
            <p:cNvSpPr/>
            <p:nvPr/>
          </p:nvSpPr>
          <p:spPr>
            <a:xfrm rot="10800000">
              <a:off x="4543045" y="3001279"/>
              <a:ext cx="262093" cy="50810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ヒラギノ角ゴ ProN W3" charset="-128"/>
                <a:cs typeface="+mn-cs"/>
                <a:sym typeface="Gill Sans" charset="0"/>
              </a:endParaRPr>
            </a:p>
          </p:txBody>
        </p:sp>
        <p:sp>
          <p:nvSpPr>
            <p:cNvPr id="54" name="Oval 341">
              <a:extLst>
                <a:ext uri="{FF2B5EF4-FFF2-40B4-BE49-F238E27FC236}">
                  <a16:creationId xmlns:a16="http://schemas.microsoft.com/office/drawing/2014/main" id="{02B4D131-C7C3-6BC5-2F29-6EE63F3AEC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38615" y="2931711"/>
              <a:ext cx="65285" cy="64329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ヒラギノ角ゴ ProN W3" charset="-128"/>
                <a:cs typeface="+mn-cs"/>
                <a:sym typeface="Gill Sans" charset="0"/>
              </a:endParaRPr>
            </a:p>
          </p:txBody>
        </p:sp>
      </p:grp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F4E0915E-77DE-6BF0-DBB7-F6C6123E8729}"/>
              </a:ext>
            </a:extLst>
          </p:cNvPr>
          <p:cNvCxnSpPr>
            <a:cxnSpLocks/>
            <a:stCxn id="54" idx="2"/>
            <a:endCxn id="49" idx="6"/>
          </p:cNvCxnSpPr>
          <p:nvPr/>
        </p:nvCxnSpPr>
        <p:spPr>
          <a:xfrm flipH="1" flipV="1">
            <a:off x="2745623" y="1897940"/>
            <a:ext cx="833390" cy="1"/>
          </a:xfrm>
          <a:prstGeom prst="line">
            <a:avLst/>
          </a:prstGeom>
          <a:noFill/>
          <a:ln w="9525" cap="flat" cmpd="sng" algn="ctr">
            <a:solidFill>
              <a:srgbClr val="000000"/>
            </a:solidFill>
            <a:prstDash val="solid"/>
          </a:ln>
          <a:effectLst/>
        </p:spPr>
      </p:cxnSp>
      <p:sp>
        <p:nvSpPr>
          <p:cNvPr id="56" name="Rectangle 135">
            <a:extLst>
              <a:ext uri="{FF2B5EF4-FFF2-40B4-BE49-F238E27FC236}">
                <a16:creationId xmlns:a16="http://schemas.microsoft.com/office/drawing/2014/main" id="{64F4D5E5-8F4A-BA01-895F-AA28E07662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5692" y="1736502"/>
            <a:ext cx="741203" cy="1642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914332">
              <a:defRPr/>
            </a:pPr>
            <a:r>
              <a:rPr lang="it-IT" sz="1067" kern="0" dirty="0">
                <a:solidFill>
                  <a:srgbClr val="000000"/>
                </a:solidFill>
                <a:latin typeface="Calibri"/>
                <a:cs typeface="Arial" charset="0"/>
              </a:rPr>
              <a:t>DSR_100G</a:t>
            </a:r>
            <a:endParaRPr lang="en-GB" sz="1067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sp>
        <p:nvSpPr>
          <p:cNvPr id="61" name="Rectangle 29">
            <a:extLst>
              <a:ext uri="{FF2B5EF4-FFF2-40B4-BE49-F238E27FC236}">
                <a16:creationId xmlns:a16="http://schemas.microsoft.com/office/drawing/2014/main" id="{D878DD84-3AE1-D17A-9E4D-E4370BEDCF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47283" y="994838"/>
            <a:ext cx="85405" cy="77988"/>
          </a:xfrm>
          <a:prstGeom prst="ellipse">
            <a:avLst/>
          </a:prstGeom>
          <a:solidFill>
            <a:schemeClr val="bg1"/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defTabSz="609570"/>
            <a:endParaRPr lang="en-US">
              <a:solidFill>
                <a:srgbClr val="4B4B4B"/>
              </a:solidFill>
              <a:latin typeface="Calibri"/>
            </a:endParaRPr>
          </a:p>
        </p:txBody>
      </p:sp>
      <p:sp>
        <p:nvSpPr>
          <p:cNvPr id="63" name="Rectangle 25">
            <a:extLst>
              <a:ext uri="{FF2B5EF4-FFF2-40B4-BE49-F238E27FC236}">
                <a16:creationId xmlns:a16="http://schemas.microsoft.com/office/drawing/2014/main" id="{4FA5789C-3678-FA7C-806F-6708FFA340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32688" y="1328974"/>
            <a:ext cx="7076888" cy="115415"/>
          </a:xfrm>
          <a:prstGeom prst="rect">
            <a:avLst/>
          </a:prstGeom>
          <a:solidFill>
            <a:srgbClr val="FFFF00"/>
          </a:solidFill>
          <a:ln w="6350" algn="ctr">
            <a:solidFill>
              <a:srgbClr val="000000"/>
            </a:solidFill>
            <a:miter lim="800000"/>
            <a:headEnd/>
            <a:tailEnd/>
          </a:ln>
        </p:spPr>
        <p:txBody>
          <a:bodyPr lIns="121804" tIns="60900" rIns="121804" bIns="60900" anchor="ctr"/>
          <a:lstStyle/>
          <a:p>
            <a:pPr algn="ctr" defTabSz="609570">
              <a:spcBef>
                <a:spcPct val="0"/>
              </a:spcBef>
            </a:pPr>
            <a:endParaRPr lang="en-US" sz="1200" kern="0">
              <a:solidFill>
                <a:srgbClr val="000000"/>
              </a:solidFill>
              <a:latin typeface="Calibri" pitchFamily="34" charset="0"/>
            </a:endParaRPr>
          </a:p>
        </p:txBody>
      </p:sp>
      <p:sp>
        <p:nvSpPr>
          <p:cNvPr id="64" name="Rectangle 29">
            <a:extLst>
              <a:ext uri="{FF2B5EF4-FFF2-40B4-BE49-F238E27FC236}">
                <a16:creationId xmlns:a16="http://schemas.microsoft.com/office/drawing/2014/main" id="{1EF26433-747E-23B7-266F-F97DDF6FEF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71321" y="1348851"/>
            <a:ext cx="85405" cy="77988"/>
          </a:xfrm>
          <a:prstGeom prst="ellipse">
            <a:avLst/>
          </a:prstGeom>
          <a:solidFill>
            <a:schemeClr val="bg1"/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defTabSz="609570"/>
            <a:endParaRPr lang="en-US">
              <a:solidFill>
                <a:srgbClr val="4B4B4B"/>
              </a:solidFill>
              <a:latin typeface="Calibri"/>
            </a:endParaRPr>
          </a:p>
        </p:txBody>
      </p:sp>
      <p:sp>
        <p:nvSpPr>
          <p:cNvPr id="65" name="Rectangle 135">
            <a:extLst>
              <a:ext uri="{FF2B5EF4-FFF2-40B4-BE49-F238E27FC236}">
                <a16:creationId xmlns:a16="http://schemas.microsoft.com/office/drawing/2014/main" id="{109B765C-FF6C-BAF9-A389-492CC23CEA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3910" y="1313520"/>
            <a:ext cx="2769553" cy="153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914332">
              <a:defRPr/>
            </a:pPr>
            <a:r>
              <a:rPr lang="en-US" sz="1000" b="1" kern="0" dirty="0">
                <a:solidFill>
                  <a:srgbClr val="000000"/>
                </a:solidFill>
                <a:latin typeface="Calibri"/>
                <a:cs typeface="Arial" charset="0"/>
              </a:rPr>
              <a:t>DSR 100G</a:t>
            </a:r>
            <a:r>
              <a:rPr lang="en-US" sz="1000" kern="0" dirty="0">
                <a:solidFill>
                  <a:srgbClr val="000000"/>
                </a:solidFill>
                <a:latin typeface="Calibri"/>
                <a:cs typeface="Arial" charset="0"/>
              </a:rPr>
              <a:t> Top Connection</a:t>
            </a:r>
            <a:endParaRPr lang="en-US" sz="1000" i="1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A2CC886E-7810-99D5-CB16-F8D16F9FCFBE}"/>
              </a:ext>
            </a:extLst>
          </p:cNvPr>
          <p:cNvCxnSpPr>
            <a:cxnSpLocks/>
            <a:stCxn id="61" idx="3"/>
            <a:endCxn id="70" idx="6"/>
          </p:cNvCxnSpPr>
          <p:nvPr/>
        </p:nvCxnSpPr>
        <p:spPr>
          <a:xfrm flipH="1">
            <a:off x="928804" y="1061405"/>
            <a:ext cx="1430986" cy="11421"/>
          </a:xfrm>
          <a:prstGeom prst="straightConnector1">
            <a:avLst/>
          </a:prstGeom>
          <a:solidFill>
            <a:schemeClr val="accent5">
              <a:lumMod val="20000"/>
              <a:lumOff val="80000"/>
            </a:schemeClr>
          </a:solidFill>
          <a:ln w="15875" cap="rnd" cmpd="sng">
            <a:solidFill>
              <a:srgbClr val="FFC000"/>
            </a:solidFill>
            <a:prstDash val="solid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Oval 69">
            <a:extLst>
              <a:ext uri="{FF2B5EF4-FFF2-40B4-BE49-F238E27FC236}">
                <a16:creationId xmlns:a16="http://schemas.microsoft.com/office/drawing/2014/main" id="{B6A291A7-4FD6-3C2B-487D-66562A29A9EE}"/>
              </a:ext>
            </a:extLst>
          </p:cNvPr>
          <p:cNvSpPr>
            <a:spLocks noChangeAspect="1"/>
          </p:cNvSpPr>
          <p:nvPr/>
        </p:nvSpPr>
        <p:spPr>
          <a:xfrm>
            <a:off x="469965" y="982884"/>
            <a:ext cx="458839" cy="179883"/>
          </a:xfrm>
          <a:prstGeom prst="ellipse">
            <a:avLst/>
          </a:prstGeom>
          <a:solidFill>
            <a:srgbClr val="99FF99"/>
          </a:solidFill>
          <a:ln w="9525" cap="flat" cmpd="sng" algn="ctr">
            <a:solidFill>
              <a:srgbClr val="DEC132">
                <a:lumMod val="60000"/>
                <a:lumOff val="4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lIns="0" rIns="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342891"/>
            <a:endParaRPr lang="en-US" sz="751" b="1">
              <a:solidFill>
                <a:srgbClr val="000000"/>
              </a:solidFill>
              <a:latin typeface="Arial"/>
              <a:ea typeface="Verdana"/>
            </a:endParaRPr>
          </a:p>
        </p:txBody>
      </p: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863D5034-66B7-0691-F028-4757D58EA0BB}"/>
              </a:ext>
            </a:extLst>
          </p:cNvPr>
          <p:cNvCxnSpPr>
            <a:cxnSpLocks/>
            <a:stCxn id="70" idx="4"/>
            <a:endCxn id="501" idx="0"/>
          </p:cNvCxnSpPr>
          <p:nvPr/>
        </p:nvCxnSpPr>
        <p:spPr>
          <a:xfrm flipH="1">
            <a:off x="607071" y="1162767"/>
            <a:ext cx="92314" cy="901284"/>
          </a:xfrm>
          <a:prstGeom prst="straightConnector1">
            <a:avLst/>
          </a:prstGeom>
          <a:solidFill>
            <a:schemeClr val="accent5">
              <a:lumMod val="20000"/>
              <a:lumOff val="80000"/>
            </a:schemeClr>
          </a:solidFill>
          <a:ln w="15875" cap="rnd" cmpd="sng">
            <a:solidFill>
              <a:srgbClr val="FFC000"/>
            </a:solidFill>
            <a:prstDash val="solid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70923E1D-9873-C9A0-99A4-0DA971882141}"/>
              </a:ext>
            </a:extLst>
          </p:cNvPr>
          <p:cNvCxnSpPr>
            <a:cxnSpLocks/>
            <a:stCxn id="64" idx="3"/>
            <a:endCxn id="43" idx="0"/>
          </p:cNvCxnSpPr>
          <p:nvPr/>
        </p:nvCxnSpPr>
        <p:spPr>
          <a:xfrm flipH="1">
            <a:off x="1682641" y="1415418"/>
            <a:ext cx="801187" cy="337486"/>
          </a:xfrm>
          <a:prstGeom prst="straightConnector1">
            <a:avLst/>
          </a:prstGeom>
          <a:solidFill>
            <a:schemeClr val="accent5">
              <a:lumMod val="20000"/>
              <a:lumOff val="80000"/>
            </a:schemeClr>
          </a:solidFill>
          <a:ln w="15875" cap="rnd" cmpd="sng">
            <a:solidFill>
              <a:schemeClr val="tx1">
                <a:lumMod val="60000"/>
                <a:lumOff val="40000"/>
              </a:schemeClr>
            </a:solidFill>
            <a:prstDash val="solid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EC89632A-0F0B-2FA7-A95F-B753353D79F6}"/>
              </a:ext>
            </a:extLst>
          </p:cNvPr>
          <p:cNvCxnSpPr/>
          <p:nvPr/>
        </p:nvCxnSpPr>
        <p:spPr>
          <a:xfrm>
            <a:off x="2622459" y="1444389"/>
            <a:ext cx="0" cy="385443"/>
          </a:xfrm>
          <a:prstGeom prst="straightConnector1">
            <a:avLst/>
          </a:prstGeom>
          <a:ln w="3175" cap="rnd" cmpd="sng">
            <a:solidFill>
              <a:schemeClr val="tx1">
                <a:lumMod val="60000"/>
                <a:lumOff val="40000"/>
              </a:schemeClr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2BEBCEB2-303E-8646-5C08-68E1735EB083}"/>
              </a:ext>
            </a:extLst>
          </p:cNvPr>
          <p:cNvCxnSpPr>
            <a:cxnSpLocks/>
          </p:cNvCxnSpPr>
          <p:nvPr/>
        </p:nvCxnSpPr>
        <p:spPr>
          <a:xfrm>
            <a:off x="2842617" y="1061405"/>
            <a:ext cx="0" cy="297100"/>
          </a:xfrm>
          <a:prstGeom prst="straightConnector1">
            <a:avLst/>
          </a:prstGeom>
          <a:ln w="3175" cap="rnd" cmpd="sng">
            <a:solidFill>
              <a:schemeClr val="tx1">
                <a:lumMod val="60000"/>
                <a:lumOff val="40000"/>
              </a:schemeClr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727EAD40-E78D-EBB1-1215-7E4A3F72F5A8}"/>
              </a:ext>
            </a:extLst>
          </p:cNvPr>
          <p:cNvCxnSpPr>
            <a:cxnSpLocks/>
            <a:stCxn id="43" idx="2"/>
            <a:endCxn id="746" idx="0"/>
          </p:cNvCxnSpPr>
          <p:nvPr/>
        </p:nvCxnSpPr>
        <p:spPr>
          <a:xfrm>
            <a:off x="1682641" y="1923894"/>
            <a:ext cx="0" cy="110030"/>
          </a:xfrm>
          <a:prstGeom prst="straightConnector1">
            <a:avLst/>
          </a:prstGeom>
          <a:ln w="15875" cap="rnd" cmpd="sng">
            <a:solidFill>
              <a:schemeClr val="tx1">
                <a:lumMod val="60000"/>
                <a:lumOff val="40000"/>
              </a:schemeClr>
            </a:solidFill>
            <a:prstDash val="solid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7" name="Oval 106">
            <a:extLst>
              <a:ext uri="{FF2B5EF4-FFF2-40B4-BE49-F238E27FC236}">
                <a16:creationId xmlns:a16="http://schemas.microsoft.com/office/drawing/2014/main" id="{3ED14D3B-BCD2-8805-D878-77A55D1AC8B9}"/>
              </a:ext>
            </a:extLst>
          </p:cNvPr>
          <p:cNvSpPr/>
          <p:nvPr/>
        </p:nvSpPr>
        <p:spPr>
          <a:xfrm>
            <a:off x="273466" y="2118197"/>
            <a:ext cx="470808" cy="173311"/>
          </a:xfrm>
          <a:prstGeom prst="ellipse">
            <a:avLst/>
          </a:prstGeom>
          <a:solidFill>
            <a:srgbClr val="0A3161">
              <a:lumMod val="40000"/>
              <a:lumOff val="60000"/>
            </a:srgbClr>
          </a:solidFill>
          <a:ln w="9525" cap="flat" cmpd="sng" algn="ctr">
            <a:solidFill>
              <a:srgbClr val="DEC132">
                <a:lumMod val="60000"/>
                <a:lumOff val="4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lIns="0" rIns="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609585">
              <a:defRPr/>
            </a:pPr>
            <a:endParaRPr lang="en-US" sz="1000" b="1" dirty="0">
              <a:solidFill>
                <a:srgbClr val="000000"/>
              </a:solidFill>
              <a:latin typeface="Calibri"/>
              <a:ea typeface="Verdana"/>
            </a:endParaRPr>
          </a:p>
        </p:txBody>
      </p:sp>
      <p:sp>
        <p:nvSpPr>
          <p:cNvPr id="119" name="Oval 118">
            <a:extLst>
              <a:ext uri="{FF2B5EF4-FFF2-40B4-BE49-F238E27FC236}">
                <a16:creationId xmlns:a16="http://schemas.microsoft.com/office/drawing/2014/main" id="{D7465E1A-8A82-DD77-F801-51A06D5079D2}"/>
              </a:ext>
            </a:extLst>
          </p:cNvPr>
          <p:cNvSpPr/>
          <p:nvPr/>
        </p:nvSpPr>
        <p:spPr>
          <a:xfrm>
            <a:off x="198117" y="2177780"/>
            <a:ext cx="470808" cy="173311"/>
          </a:xfrm>
          <a:prstGeom prst="ellipse">
            <a:avLst/>
          </a:prstGeom>
          <a:solidFill>
            <a:srgbClr val="0A3161">
              <a:lumMod val="40000"/>
              <a:lumOff val="60000"/>
            </a:srgbClr>
          </a:solidFill>
          <a:ln w="9525" cap="flat" cmpd="sng" algn="ctr">
            <a:solidFill>
              <a:srgbClr val="DEC132">
                <a:lumMod val="60000"/>
                <a:lumOff val="4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lIns="0" rIns="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609585">
              <a:defRPr/>
            </a:pPr>
            <a:endParaRPr lang="en-US" sz="1000" b="1" dirty="0">
              <a:solidFill>
                <a:srgbClr val="000000"/>
              </a:solidFill>
              <a:latin typeface="Calibri"/>
              <a:ea typeface="Verdana"/>
            </a:endParaRPr>
          </a:p>
        </p:txBody>
      </p:sp>
      <p:sp>
        <p:nvSpPr>
          <p:cNvPr id="120" name="Oval 119">
            <a:extLst>
              <a:ext uri="{FF2B5EF4-FFF2-40B4-BE49-F238E27FC236}">
                <a16:creationId xmlns:a16="http://schemas.microsoft.com/office/drawing/2014/main" id="{4D979554-3370-1444-DE9F-A5F50BC76AB6}"/>
              </a:ext>
            </a:extLst>
          </p:cNvPr>
          <p:cNvSpPr/>
          <p:nvPr/>
        </p:nvSpPr>
        <p:spPr>
          <a:xfrm>
            <a:off x="145403" y="2231164"/>
            <a:ext cx="470808" cy="173311"/>
          </a:xfrm>
          <a:prstGeom prst="ellipse">
            <a:avLst/>
          </a:prstGeom>
          <a:solidFill>
            <a:srgbClr val="0A3161">
              <a:lumMod val="40000"/>
              <a:lumOff val="60000"/>
            </a:srgbClr>
          </a:solidFill>
          <a:ln w="9525" cap="flat" cmpd="sng" algn="ctr">
            <a:solidFill>
              <a:srgbClr val="DEC132">
                <a:lumMod val="60000"/>
                <a:lumOff val="4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lIns="0" rIns="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609585">
              <a:defRPr/>
            </a:pPr>
            <a:endParaRPr lang="en-US" sz="1000" b="1" dirty="0">
              <a:solidFill>
                <a:srgbClr val="000000"/>
              </a:solidFill>
              <a:latin typeface="Calibri"/>
              <a:ea typeface="Verdana"/>
            </a:endParaRPr>
          </a:p>
        </p:txBody>
      </p:sp>
      <p:grpSp>
        <p:nvGrpSpPr>
          <p:cNvPr id="121" name="Group 120">
            <a:extLst>
              <a:ext uri="{FF2B5EF4-FFF2-40B4-BE49-F238E27FC236}">
                <a16:creationId xmlns:a16="http://schemas.microsoft.com/office/drawing/2014/main" id="{7C50A53E-F74D-CA95-27FE-CDDD3A2EE6F8}"/>
              </a:ext>
            </a:extLst>
          </p:cNvPr>
          <p:cNvGrpSpPr/>
          <p:nvPr/>
        </p:nvGrpSpPr>
        <p:grpSpPr>
          <a:xfrm>
            <a:off x="1549656" y="2116031"/>
            <a:ext cx="367732" cy="211616"/>
            <a:chOff x="1539943" y="2795561"/>
            <a:chExt cx="367732" cy="211616"/>
          </a:xfrm>
        </p:grpSpPr>
        <p:sp>
          <p:nvSpPr>
            <p:cNvPr id="122" name="Rectangle 60">
              <a:extLst>
                <a:ext uri="{FF2B5EF4-FFF2-40B4-BE49-F238E27FC236}">
                  <a16:creationId xmlns:a16="http://schemas.microsoft.com/office/drawing/2014/main" id="{54A8B3DD-70D4-0A0D-05F4-C33A8C974D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39943" y="2795561"/>
              <a:ext cx="367732" cy="211616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457178">
                <a:defRPr/>
              </a:pPr>
              <a:endParaRPr lang="en-US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123" name="Group 719">
              <a:extLst>
                <a:ext uri="{FF2B5EF4-FFF2-40B4-BE49-F238E27FC236}">
                  <a16:creationId xmlns:a16="http://schemas.microsoft.com/office/drawing/2014/main" id="{162A7402-585E-9043-14F1-5478DAC14DE7}"/>
                </a:ext>
              </a:extLst>
            </p:cNvPr>
            <p:cNvGrpSpPr/>
            <p:nvPr/>
          </p:nvGrpSpPr>
          <p:grpSpPr>
            <a:xfrm>
              <a:off x="1609656" y="2797277"/>
              <a:ext cx="228353" cy="90129"/>
              <a:chOff x="8553742" y="2601251"/>
              <a:chExt cx="216024" cy="108852"/>
            </a:xfrm>
          </p:grpSpPr>
          <p:cxnSp>
            <p:nvCxnSpPr>
              <p:cNvPr id="125" name="Straight Connector 124">
                <a:extLst>
                  <a:ext uri="{FF2B5EF4-FFF2-40B4-BE49-F238E27FC236}">
                    <a16:creationId xmlns:a16="http://schemas.microsoft.com/office/drawing/2014/main" id="{B9B95046-0A32-97D4-C528-BA555D7B7570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26" name="Straight Connector 125">
                <a:extLst>
                  <a:ext uri="{FF2B5EF4-FFF2-40B4-BE49-F238E27FC236}">
                    <a16:creationId xmlns:a16="http://schemas.microsoft.com/office/drawing/2014/main" id="{18B6BEAD-2508-D81F-203D-7C5BA7538B3B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27" name="Straight Connector 126">
                <a:extLst>
                  <a:ext uri="{FF2B5EF4-FFF2-40B4-BE49-F238E27FC236}">
                    <a16:creationId xmlns:a16="http://schemas.microsoft.com/office/drawing/2014/main" id="{F638385C-B18D-DC36-992E-70216E3095A3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28" name="Straight Connector 127">
                <a:extLst>
                  <a:ext uri="{FF2B5EF4-FFF2-40B4-BE49-F238E27FC236}">
                    <a16:creationId xmlns:a16="http://schemas.microsoft.com/office/drawing/2014/main" id="{4CD7B152-9E52-9437-85F2-ECF259E24D9E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124" name="Trapezoid 123">
              <a:extLst>
                <a:ext uri="{FF2B5EF4-FFF2-40B4-BE49-F238E27FC236}">
                  <a16:creationId xmlns:a16="http://schemas.microsoft.com/office/drawing/2014/main" id="{EC2418E3-4605-E8D5-1001-5CD04EFF74FC}"/>
                </a:ext>
              </a:extLst>
            </p:cNvPr>
            <p:cNvSpPr/>
            <p:nvPr/>
          </p:nvSpPr>
          <p:spPr>
            <a:xfrm rot="10800000">
              <a:off x="1585304" y="2887427"/>
              <a:ext cx="277051" cy="42070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457178">
                <a:defRPr/>
              </a:pPr>
              <a:endParaRPr lang="en-US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129" name="Group 128">
            <a:extLst>
              <a:ext uri="{FF2B5EF4-FFF2-40B4-BE49-F238E27FC236}">
                <a16:creationId xmlns:a16="http://schemas.microsoft.com/office/drawing/2014/main" id="{CF4270B9-96F1-5441-54E1-9A291ACF2572}"/>
              </a:ext>
            </a:extLst>
          </p:cNvPr>
          <p:cNvGrpSpPr/>
          <p:nvPr/>
        </p:nvGrpSpPr>
        <p:grpSpPr>
          <a:xfrm>
            <a:off x="1593899" y="2196244"/>
            <a:ext cx="367732" cy="211616"/>
            <a:chOff x="1539943" y="2795561"/>
            <a:chExt cx="367732" cy="211616"/>
          </a:xfrm>
        </p:grpSpPr>
        <p:sp>
          <p:nvSpPr>
            <p:cNvPr id="130" name="Rectangle 60">
              <a:extLst>
                <a:ext uri="{FF2B5EF4-FFF2-40B4-BE49-F238E27FC236}">
                  <a16:creationId xmlns:a16="http://schemas.microsoft.com/office/drawing/2014/main" id="{5CDB6CF8-A5B8-38C1-1948-070ABB1F1C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39943" y="2795561"/>
              <a:ext cx="367732" cy="211616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457178">
                <a:defRPr/>
              </a:pPr>
              <a:endParaRPr lang="en-US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131" name="Group 719">
              <a:extLst>
                <a:ext uri="{FF2B5EF4-FFF2-40B4-BE49-F238E27FC236}">
                  <a16:creationId xmlns:a16="http://schemas.microsoft.com/office/drawing/2014/main" id="{68DF5AC1-2D43-EC36-CAAC-ACE285D16377}"/>
                </a:ext>
              </a:extLst>
            </p:cNvPr>
            <p:cNvGrpSpPr/>
            <p:nvPr/>
          </p:nvGrpSpPr>
          <p:grpSpPr>
            <a:xfrm>
              <a:off x="1609656" y="2797277"/>
              <a:ext cx="228353" cy="90129"/>
              <a:chOff x="8553742" y="2601251"/>
              <a:chExt cx="216024" cy="108852"/>
            </a:xfrm>
          </p:grpSpPr>
          <p:cxnSp>
            <p:nvCxnSpPr>
              <p:cNvPr id="133" name="Straight Connector 132">
                <a:extLst>
                  <a:ext uri="{FF2B5EF4-FFF2-40B4-BE49-F238E27FC236}">
                    <a16:creationId xmlns:a16="http://schemas.microsoft.com/office/drawing/2014/main" id="{07725A9B-4E08-C11F-DAF6-23BC3A57DCC3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42" name="Straight Connector 141">
                <a:extLst>
                  <a:ext uri="{FF2B5EF4-FFF2-40B4-BE49-F238E27FC236}">
                    <a16:creationId xmlns:a16="http://schemas.microsoft.com/office/drawing/2014/main" id="{C2C2D59F-7247-CA8C-C7C7-E21A9262EBAF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43" name="Straight Connector 142">
                <a:extLst>
                  <a:ext uri="{FF2B5EF4-FFF2-40B4-BE49-F238E27FC236}">
                    <a16:creationId xmlns:a16="http://schemas.microsoft.com/office/drawing/2014/main" id="{876F1563-6B11-7709-7DFA-361E1E12EE78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44" name="Straight Connector 143">
                <a:extLst>
                  <a:ext uri="{FF2B5EF4-FFF2-40B4-BE49-F238E27FC236}">
                    <a16:creationId xmlns:a16="http://schemas.microsoft.com/office/drawing/2014/main" id="{D461A73C-2644-7762-CEAD-1FB8598A94ED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132" name="Trapezoid 131">
              <a:extLst>
                <a:ext uri="{FF2B5EF4-FFF2-40B4-BE49-F238E27FC236}">
                  <a16:creationId xmlns:a16="http://schemas.microsoft.com/office/drawing/2014/main" id="{5C611F3B-A429-44DC-E561-A3E52B430A65}"/>
                </a:ext>
              </a:extLst>
            </p:cNvPr>
            <p:cNvSpPr/>
            <p:nvPr/>
          </p:nvSpPr>
          <p:spPr>
            <a:xfrm rot="10800000">
              <a:off x="1585304" y="2887427"/>
              <a:ext cx="277051" cy="42070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457178">
                <a:defRPr/>
              </a:pPr>
              <a:endParaRPr lang="en-US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145" name="Group 144">
            <a:extLst>
              <a:ext uri="{FF2B5EF4-FFF2-40B4-BE49-F238E27FC236}">
                <a16:creationId xmlns:a16="http://schemas.microsoft.com/office/drawing/2014/main" id="{029A468B-B361-7F82-DF3C-4C24CC583F0E}"/>
              </a:ext>
            </a:extLst>
          </p:cNvPr>
          <p:cNvGrpSpPr/>
          <p:nvPr/>
        </p:nvGrpSpPr>
        <p:grpSpPr>
          <a:xfrm>
            <a:off x="1646322" y="2263317"/>
            <a:ext cx="367732" cy="211616"/>
            <a:chOff x="1539943" y="2795561"/>
            <a:chExt cx="367732" cy="211616"/>
          </a:xfrm>
        </p:grpSpPr>
        <p:sp>
          <p:nvSpPr>
            <p:cNvPr id="146" name="Rectangle 60">
              <a:extLst>
                <a:ext uri="{FF2B5EF4-FFF2-40B4-BE49-F238E27FC236}">
                  <a16:creationId xmlns:a16="http://schemas.microsoft.com/office/drawing/2014/main" id="{8E784D30-BE3A-85BB-A873-B50D10234E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39943" y="2795561"/>
              <a:ext cx="367732" cy="211616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457178">
                <a:defRPr/>
              </a:pPr>
              <a:endParaRPr lang="en-US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181" name="Group 719">
              <a:extLst>
                <a:ext uri="{FF2B5EF4-FFF2-40B4-BE49-F238E27FC236}">
                  <a16:creationId xmlns:a16="http://schemas.microsoft.com/office/drawing/2014/main" id="{2FB4E0C7-152F-E048-7B20-C65F86B85104}"/>
                </a:ext>
              </a:extLst>
            </p:cNvPr>
            <p:cNvGrpSpPr/>
            <p:nvPr/>
          </p:nvGrpSpPr>
          <p:grpSpPr>
            <a:xfrm>
              <a:off x="1609656" y="2797277"/>
              <a:ext cx="228353" cy="90129"/>
              <a:chOff x="8553742" y="2601251"/>
              <a:chExt cx="216024" cy="108852"/>
            </a:xfrm>
          </p:grpSpPr>
          <p:cxnSp>
            <p:nvCxnSpPr>
              <p:cNvPr id="183" name="Straight Connector 182">
                <a:extLst>
                  <a:ext uri="{FF2B5EF4-FFF2-40B4-BE49-F238E27FC236}">
                    <a16:creationId xmlns:a16="http://schemas.microsoft.com/office/drawing/2014/main" id="{F4D2C5B1-1E2E-96D8-D915-2D25196D840D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84" name="Straight Connector 183">
                <a:extLst>
                  <a:ext uri="{FF2B5EF4-FFF2-40B4-BE49-F238E27FC236}">
                    <a16:creationId xmlns:a16="http://schemas.microsoft.com/office/drawing/2014/main" id="{C8D924EF-5FC2-FDA7-175A-C012DC8B3756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85" name="Straight Connector 184">
                <a:extLst>
                  <a:ext uri="{FF2B5EF4-FFF2-40B4-BE49-F238E27FC236}">
                    <a16:creationId xmlns:a16="http://schemas.microsoft.com/office/drawing/2014/main" id="{FCB12735-AA40-61BE-70F8-C8378D808B6C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86" name="Straight Connector 185">
                <a:extLst>
                  <a:ext uri="{FF2B5EF4-FFF2-40B4-BE49-F238E27FC236}">
                    <a16:creationId xmlns:a16="http://schemas.microsoft.com/office/drawing/2014/main" id="{BA8EE657-49CD-30DC-4106-3F309EBBF92C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182" name="Trapezoid 181">
              <a:extLst>
                <a:ext uri="{FF2B5EF4-FFF2-40B4-BE49-F238E27FC236}">
                  <a16:creationId xmlns:a16="http://schemas.microsoft.com/office/drawing/2014/main" id="{A35934A2-D5BF-6AD4-A1B4-9069BFCC3CC4}"/>
                </a:ext>
              </a:extLst>
            </p:cNvPr>
            <p:cNvSpPr/>
            <p:nvPr/>
          </p:nvSpPr>
          <p:spPr>
            <a:xfrm rot="10800000">
              <a:off x="1585304" y="2887427"/>
              <a:ext cx="277051" cy="42070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457178">
                <a:defRPr/>
              </a:pPr>
              <a:endParaRPr lang="en-US" kern="0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248" name="TextBox 247">
            <a:extLst>
              <a:ext uri="{FF2B5EF4-FFF2-40B4-BE49-F238E27FC236}">
                <a16:creationId xmlns:a16="http://schemas.microsoft.com/office/drawing/2014/main" id="{17F91E4B-241E-6F26-D63B-D55FC7E5E4C5}"/>
              </a:ext>
            </a:extLst>
          </p:cNvPr>
          <p:cNvSpPr txBox="1"/>
          <p:nvPr/>
        </p:nvSpPr>
        <p:spPr>
          <a:xfrm>
            <a:off x="5189725" y="4328652"/>
            <a:ext cx="619560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00" dirty="0">
                <a:solidFill>
                  <a:srgbClr val="C00000"/>
                </a:solidFill>
              </a:rPr>
              <a:t>Things to consider: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1000" dirty="0">
                <a:solidFill>
                  <a:srgbClr val="C00000"/>
                </a:solidFill>
              </a:rPr>
              <a:t>What layer-protocol-constraints could be added to the CSEP to express that ZR400 (supporting mux) is required?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IN" sz="1000" dirty="0">
                <a:solidFill>
                  <a:srgbClr val="C00000"/>
                </a:solidFill>
              </a:rPr>
              <a:t>There are no layer-protocol-constraints defined in tapi-</a:t>
            </a:r>
            <a:r>
              <a:rPr lang="en-IN" sz="1000" dirty="0" err="1">
                <a:solidFill>
                  <a:srgbClr val="C00000"/>
                </a:solidFill>
              </a:rPr>
              <a:t>dsr.yang</a:t>
            </a:r>
            <a:endParaRPr lang="en-IN" sz="1000" dirty="0">
              <a:solidFill>
                <a:srgbClr val="C00000"/>
              </a:solidFill>
            </a:endParaRPr>
          </a:p>
          <a:p>
            <a:pPr marL="800100" lvl="1" indent="-342900">
              <a:buFont typeface="+mj-lt"/>
              <a:buAutoNum type="arabicPeriod"/>
            </a:pPr>
            <a:r>
              <a:rPr lang="en-IN" sz="1000" dirty="0">
                <a:solidFill>
                  <a:srgbClr val="C00000"/>
                </a:solidFill>
              </a:rPr>
              <a:t>Or is it sufficient to specify the required profile?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1000" dirty="0">
                <a:solidFill>
                  <a:srgbClr val="C00000"/>
                </a:solidFill>
              </a:rPr>
              <a:t>DSR does not define l-p-q for rates above 400G.</a:t>
            </a:r>
          </a:p>
        </p:txBody>
      </p:sp>
    </p:spTree>
    <p:extLst>
      <p:ext uri="{BB962C8B-B14F-4D97-AF65-F5344CB8AC3E}">
        <p14:creationId xmlns:p14="http://schemas.microsoft.com/office/powerpoint/2010/main" val="17978686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61F9EC-6715-19D1-E440-5695717CCB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Rectangle 380">
            <a:extLst>
              <a:ext uri="{FF2B5EF4-FFF2-40B4-BE49-F238E27FC236}">
                <a16:creationId xmlns:a16="http://schemas.microsoft.com/office/drawing/2014/main" id="{1FD9FA4D-5D15-47AC-E3E1-1084155FC60B}"/>
              </a:ext>
            </a:extLst>
          </p:cNvPr>
          <p:cNvSpPr/>
          <p:nvPr/>
        </p:nvSpPr>
        <p:spPr>
          <a:xfrm>
            <a:off x="1388219" y="838872"/>
            <a:ext cx="2558044" cy="5877386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609585"/>
            <a:endParaRPr lang="en-US" sz="1400" dirty="0">
              <a:solidFill>
                <a:srgbClr val="4B4B4B"/>
              </a:solidFill>
              <a:latin typeface="Calibri"/>
            </a:endParaRPr>
          </a:p>
        </p:txBody>
      </p:sp>
      <p:grpSp>
        <p:nvGrpSpPr>
          <p:cNvPr id="191" name="Group 190">
            <a:extLst>
              <a:ext uri="{FF2B5EF4-FFF2-40B4-BE49-F238E27FC236}">
                <a16:creationId xmlns:a16="http://schemas.microsoft.com/office/drawing/2014/main" id="{03C16C07-E869-F0F5-3105-4C6E88A0A42E}"/>
              </a:ext>
            </a:extLst>
          </p:cNvPr>
          <p:cNvGrpSpPr/>
          <p:nvPr/>
        </p:nvGrpSpPr>
        <p:grpSpPr>
          <a:xfrm>
            <a:off x="2326883" y="943443"/>
            <a:ext cx="7303179" cy="153888"/>
            <a:chOff x="3694336" y="2122694"/>
            <a:chExt cx="7303179" cy="153888"/>
          </a:xfrm>
        </p:grpSpPr>
        <p:sp>
          <p:nvSpPr>
            <p:cNvPr id="60" name="Rectangle 127">
              <a:extLst>
                <a:ext uri="{FF2B5EF4-FFF2-40B4-BE49-F238E27FC236}">
                  <a16:creationId xmlns:a16="http://schemas.microsoft.com/office/drawing/2014/main" id="{BFDE457B-4D59-9257-399F-E7DEFA0D35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94336" y="2136987"/>
              <a:ext cx="7303179" cy="128085"/>
            </a:xfrm>
            <a:prstGeom prst="rect">
              <a:avLst/>
            </a:prstGeom>
            <a:solidFill>
              <a:srgbClr val="FFC000"/>
            </a:solidFill>
            <a:ln w="6350" algn="ctr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91353" tIns="45675" rIns="91353" bIns="45675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defTabSz="609585" eaLnBrk="1" hangingPunct="1">
                <a:spcBef>
                  <a:spcPct val="0"/>
                </a:spcBef>
                <a:buNone/>
                <a:defRPr/>
              </a:pPr>
              <a:endParaRPr lang="en-US" altLang="en-US" sz="900" kern="0">
                <a:solidFill>
                  <a:srgbClr val="000000"/>
                </a:solidFill>
                <a:latin typeface="Calibri" pitchFamily="34" charset="0"/>
              </a:endParaRPr>
            </a:p>
          </p:txBody>
        </p:sp>
        <p:sp>
          <p:nvSpPr>
            <p:cNvPr id="62" name="Rectangle 135">
              <a:extLst>
                <a:ext uri="{FF2B5EF4-FFF2-40B4-BE49-F238E27FC236}">
                  <a16:creationId xmlns:a16="http://schemas.microsoft.com/office/drawing/2014/main" id="{3EA83C38-E1EF-579B-F7DD-4487E7788E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90208" y="2122694"/>
              <a:ext cx="3379333" cy="1538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0" tIns="0" rIns="0" bIns="0" anchor="ctr" anchorCtr="0">
              <a:spAutoFit/>
            </a:bodyPr>
            <a:lstStyle/>
            <a:p>
              <a:pPr algn="ctr" defTabSz="914332">
                <a:defRPr/>
              </a:pPr>
              <a:r>
                <a:rPr lang="en-US" sz="1000" b="1" kern="0" dirty="0">
                  <a:solidFill>
                    <a:srgbClr val="000000"/>
                  </a:solidFill>
                  <a:latin typeface="Calibri"/>
                  <a:cs typeface="Arial" charset="0"/>
                </a:rPr>
                <a:t>400G </a:t>
              </a:r>
              <a:r>
                <a:rPr lang="en-US" sz="1000" kern="0" dirty="0">
                  <a:solidFill>
                    <a:srgbClr val="000000"/>
                  </a:solidFill>
                  <a:latin typeface="Calibri"/>
                  <a:cs typeface="Arial" charset="0"/>
                </a:rPr>
                <a:t>Connectivity Service</a:t>
              </a:r>
              <a:endParaRPr lang="en-US" sz="1000" i="1" kern="0" dirty="0">
                <a:solidFill>
                  <a:prstClr val="black"/>
                </a:solidFill>
                <a:latin typeface="Calibri"/>
                <a:cs typeface="Arial" charset="0"/>
              </a:endParaRPr>
            </a:p>
          </p:txBody>
        </p:sp>
      </p:grpSp>
      <p:sp>
        <p:nvSpPr>
          <p:cNvPr id="6" name="Title 5">
            <a:extLst>
              <a:ext uri="{FF2B5EF4-FFF2-40B4-BE49-F238E27FC236}">
                <a16:creationId xmlns:a16="http://schemas.microsoft.com/office/drawing/2014/main" id="{F2BE0B83-AF83-6327-8C40-C328949E67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6901" y="2"/>
            <a:ext cx="11192891" cy="658471"/>
          </a:xfrm>
        </p:spPr>
        <p:txBody>
          <a:bodyPr/>
          <a:lstStyle/>
          <a:p>
            <a:r>
              <a:rPr lang="en-US" sz="2933" dirty="0"/>
              <a:t>400G carried over a ZR400 payload</a:t>
            </a:r>
          </a:p>
        </p:txBody>
      </p:sp>
      <p:cxnSp>
        <p:nvCxnSpPr>
          <p:cNvPr id="395" name="Straight Arrow Connector 394">
            <a:extLst>
              <a:ext uri="{FF2B5EF4-FFF2-40B4-BE49-F238E27FC236}">
                <a16:creationId xmlns:a16="http://schemas.microsoft.com/office/drawing/2014/main" id="{CFCE89C7-6DC6-D47C-A905-A4FA6A111FA6}"/>
              </a:ext>
            </a:extLst>
          </p:cNvPr>
          <p:cNvCxnSpPr>
            <a:cxnSpLocks/>
            <a:stCxn id="52" idx="2"/>
            <a:endCxn id="411" idx="0"/>
          </p:cNvCxnSpPr>
          <p:nvPr/>
        </p:nvCxnSpPr>
        <p:spPr>
          <a:xfrm flipH="1">
            <a:off x="3566521" y="1917890"/>
            <a:ext cx="35339" cy="3946733"/>
          </a:xfrm>
          <a:prstGeom prst="straightConnector1">
            <a:avLst/>
          </a:prstGeom>
          <a:ln w="15875" cap="rnd" cmpd="sng">
            <a:solidFill>
              <a:schemeClr val="tx1">
                <a:lumMod val="60000"/>
                <a:lumOff val="40000"/>
              </a:schemeClr>
            </a:solidFill>
            <a:prstDash val="solid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6" name="Rectangle 135">
            <a:extLst>
              <a:ext uri="{FF2B5EF4-FFF2-40B4-BE49-F238E27FC236}">
                <a16:creationId xmlns:a16="http://schemas.microsoft.com/office/drawing/2014/main" id="{8284E0EE-25FA-13F9-0C92-DABD3C0BFA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3517" y="6388048"/>
            <a:ext cx="741203" cy="1642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914332">
              <a:defRPr/>
            </a:pPr>
            <a:r>
              <a:rPr lang="en-US" sz="1067" kern="0" dirty="0">
                <a:solidFill>
                  <a:srgbClr val="000000"/>
                </a:solidFill>
                <a:latin typeface="Calibri"/>
                <a:cs typeface="Arial" charset="0"/>
              </a:rPr>
              <a:t>PHOTONIC</a:t>
            </a:r>
            <a:endParaRPr lang="en-GB" sz="1067" i="1" kern="0" dirty="0">
              <a:solidFill>
                <a:srgbClr val="FF0000"/>
              </a:solidFill>
              <a:latin typeface="Calibri"/>
              <a:cs typeface="Arial" charset="0"/>
            </a:endParaRPr>
          </a:p>
        </p:txBody>
      </p:sp>
      <p:sp>
        <p:nvSpPr>
          <p:cNvPr id="397" name="Rectangle 135">
            <a:extLst>
              <a:ext uri="{FF2B5EF4-FFF2-40B4-BE49-F238E27FC236}">
                <a16:creationId xmlns:a16="http://schemas.microsoft.com/office/drawing/2014/main" id="{945B110B-97D3-32DB-6305-B51515B12F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3517" y="5896287"/>
            <a:ext cx="741203" cy="1642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914332">
              <a:defRPr/>
            </a:pPr>
            <a:r>
              <a:rPr lang="it-IT" sz="1067" kern="0" dirty="0">
                <a:solidFill>
                  <a:srgbClr val="4B4B4B"/>
                </a:solidFill>
                <a:latin typeface="Calibri"/>
                <a:cs typeface="Arial" charset="0"/>
              </a:rPr>
              <a:t>OTS_MEDIA</a:t>
            </a:r>
            <a:endParaRPr lang="en-GB" sz="1067" i="1" kern="0" dirty="0">
              <a:solidFill>
                <a:srgbClr val="4B4B4B"/>
              </a:solidFill>
              <a:latin typeface="Calibri"/>
              <a:cs typeface="Arial" charset="0"/>
            </a:endParaRPr>
          </a:p>
        </p:txBody>
      </p:sp>
      <p:sp>
        <p:nvSpPr>
          <p:cNvPr id="402" name="Rectangle 135">
            <a:extLst>
              <a:ext uri="{FF2B5EF4-FFF2-40B4-BE49-F238E27FC236}">
                <a16:creationId xmlns:a16="http://schemas.microsoft.com/office/drawing/2014/main" id="{B7C57A88-0728-AEC4-E9EB-46C5A24893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3689" y="5455204"/>
            <a:ext cx="741203" cy="1642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914332">
              <a:defRPr/>
            </a:pPr>
            <a:r>
              <a:rPr lang="en-US" sz="1067" kern="0" dirty="0">
                <a:solidFill>
                  <a:srgbClr val="000000"/>
                </a:solidFill>
                <a:latin typeface="Calibri"/>
                <a:cs typeface="Arial" charset="0"/>
              </a:rPr>
              <a:t>PHOTONIC</a:t>
            </a:r>
            <a:endParaRPr lang="en-GB" sz="1067" i="1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sp>
        <p:nvSpPr>
          <p:cNvPr id="403" name="Rectangle 135">
            <a:extLst>
              <a:ext uri="{FF2B5EF4-FFF2-40B4-BE49-F238E27FC236}">
                <a16:creationId xmlns:a16="http://schemas.microsoft.com/office/drawing/2014/main" id="{E4788E33-096F-F6C3-2D19-A18059C5CD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3689" y="4780182"/>
            <a:ext cx="741203" cy="4926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914332">
              <a:defRPr/>
            </a:pPr>
            <a:r>
              <a:rPr lang="en-US" sz="1067" kern="0" dirty="0">
                <a:solidFill>
                  <a:srgbClr val="000000"/>
                </a:solidFill>
                <a:latin typeface="Calibri"/>
                <a:cs typeface="Arial" charset="0"/>
              </a:rPr>
              <a:t>OTSiMC</a:t>
            </a:r>
          </a:p>
          <a:p>
            <a:pPr algn="ctr" defTabSz="914332">
              <a:defRPr/>
            </a:pPr>
            <a:r>
              <a:rPr lang="en-US" sz="1067" kern="0" dirty="0">
                <a:solidFill>
                  <a:srgbClr val="000000"/>
                </a:solidFill>
                <a:latin typeface="Calibri"/>
                <a:cs typeface="Arial" charset="0"/>
              </a:rPr>
              <a:t>(+OTSi  if O/E/O)</a:t>
            </a:r>
            <a:endParaRPr lang="en-US" sz="1067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sp>
        <p:nvSpPr>
          <p:cNvPr id="404" name="Rectangle 60">
            <a:extLst>
              <a:ext uri="{FF2B5EF4-FFF2-40B4-BE49-F238E27FC236}">
                <a16:creationId xmlns:a16="http://schemas.microsoft.com/office/drawing/2014/main" id="{24969CBE-BC7D-6CBD-2FDA-0B80E41A9E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84245" y="6341267"/>
            <a:ext cx="367732" cy="211616"/>
          </a:xfrm>
          <a:prstGeom prst="rect">
            <a:avLst/>
          </a:prstGeom>
          <a:solidFill>
            <a:srgbClr val="CC99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defTabSz="457178">
              <a:defRPr/>
            </a:pPr>
            <a:endParaRPr lang="en-US" kern="0">
              <a:solidFill>
                <a:srgbClr val="141313"/>
              </a:solidFill>
              <a:latin typeface="Calibri"/>
            </a:endParaRPr>
          </a:p>
        </p:txBody>
      </p:sp>
      <p:grpSp>
        <p:nvGrpSpPr>
          <p:cNvPr id="405" name="Group 719">
            <a:extLst>
              <a:ext uri="{FF2B5EF4-FFF2-40B4-BE49-F238E27FC236}">
                <a16:creationId xmlns:a16="http://schemas.microsoft.com/office/drawing/2014/main" id="{62A40B7E-1CB9-1D22-0AC7-0A89D76BEAB8}"/>
              </a:ext>
            </a:extLst>
          </p:cNvPr>
          <p:cNvGrpSpPr/>
          <p:nvPr/>
        </p:nvGrpSpPr>
        <p:grpSpPr>
          <a:xfrm>
            <a:off x="3453959" y="6342983"/>
            <a:ext cx="228353" cy="90129"/>
            <a:chOff x="8553742" y="2601251"/>
            <a:chExt cx="216024" cy="108852"/>
          </a:xfrm>
        </p:grpSpPr>
        <p:cxnSp>
          <p:nvCxnSpPr>
            <p:cNvPr id="406" name="Straight Connector 405">
              <a:extLst>
                <a:ext uri="{FF2B5EF4-FFF2-40B4-BE49-F238E27FC236}">
                  <a16:creationId xmlns:a16="http://schemas.microsoft.com/office/drawing/2014/main" id="{8631E505-C225-F831-84D0-51FC77FF34A0}"/>
                </a:ext>
              </a:extLst>
            </p:cNvPr>
            <p:cNvCxnSpPr/>
            <p:nvPr/>
          </p:nvCxnSpPr>
          <p:spPr>
            <a:xfrm>
              <a:off x="8610600" y="2601251"/>
              <a:ext cx="0" cy="108852"/>
            </a:xfrm>
            <a:prstGeom prst="line">
              <a:avLst/>
            </a:prstGeom>
            <a:noFill/>
            <a:ln w="9525" cap="flat" cmpd="sng" algn="ctr">
              <a:solidFill>
                <a:srgbClr val="141313"/>
              </a:solidFill>
              <a:prstDash val="solid"/>
            </a:ln>
            <a:effectLst/>
          </p:spPr>
        </p:cxnSp>
        <p:cxnSp>
          <p:nvCxnSpPr>
            <p:cNvPr id="407" name="Straight Connector 406">
              <a:extLst>
                <a:ext uri="{FF2B5EF4-FFF2-40B4-BE49-F238E27FC236}">
                  <a16:creationId xmlns:a16="http://schemas.microsoft.com/office/drawing/2014/main" id="{552AE655-2865-E7F9-589C-BAF170C66EED}"/>
                </a:ext>
              </a:extLst>
            </p:cNvPr>
            <p:cNvCxnSpPr/>
            <p:nvPr/>
          </p:nvCxnSpPr>
          <p:spPr>
            <a:xfrm>
              <a:off x="8553742" y="2601251"/>
              <a:ext cx="0" cy="108852"/>
            </a:xfrm>
            <a:prstGeom prst="line">
              <a:avLst/>
            </a:prstGeom>
            <a:noFill/>
            <a:ln w="9525" cap="flat" cmpd="sng" algn="ctr">
              <a:solidFill>
                <a:srgbClr val="141313"/>
              </a:solidFill>
              <a:prstDash val="solid"/>
            </a:ln>
            <a:effectLst/>
          </p:spPr>
        </p:cxnSp>
        <p:cxnSp>
          <p:nvCxnSpPr>
            <p:cNvPr id="408" name="Straight Connector 407">
              <a:extLst>
                <a:ext uri="{FF2B5EF4-FFF2-40B4-BE49-F238E27FC236}">
                  <a16:creationId xmlns:a16="http://schemas.microsoft.com/office/drawing/2014/main" id="{802ACA17-2640-C74E-782C-290414355B87}"/>
                </a:ext>
              </a:extLst>
            </p:cNvPr>
            <p:cNvCxnSpPr/>
            <p:nvPr/>
          </p:nvCxnSpPr>
          <p:spPr>
            <a:xfrm>
              <a:off x="8706142" y="2601251"/>
              <a:ext cx="0" cy="108852"/>
            </a:xfrm>
            <a:prstGeom prst="line">
              <a:avLst/>
            </a:prstGeom>
            <a:noFill/>
            <a:ln w="9525" cap="flat" cmpd="sng" algn="ctr">
              <a:solidFill>
                <a:srgbClr val="141313"/>
              </a:solidFill>
              <a:prstDash val="solid"/>
            </a:ln>
            <a:effectLst/>
          </p:spPr>
        </p:cxnSp>
        <p:cxnSp>
          <p:nvCxnSpPr>
            <p:cNvPr id="409" name="Straight Connector 408">
              <a:extLst>
                <a:ext uri="{FF2B5EF4-FFF2-40B4-BE49-F238E27FC236}">
                  <a16:creationId xmlns:a16="http://schemas.microsoft.com/office/drawing/2014/main" id="{A25C4C0D-928C-4C62-3565-4B00F48361E9}"/>
                </a:ext>
              </a:extLst>
            </p:cNvPr>
            <p:cNvCxnSpPr/>
            <p:nvPr/>
          </p:nvCxnSpPr>
          <p:spPr>
            <a:xfrm>
              <a:off x="8769766" y="2601251"/>
              <a:ext cx="0" cy="108852"/>
            </a:xfrm>
            <a:prstGeom prst="line">
              <a:avLst/>
            </a:prstGeom>
            <a:noFill/>
            <a:ln w="9525" cap="flat" cmpd="sng" algn="ctr">
              <a:solidFill>
                <a:srgbClr val="141313"/>
              </a:solidFill>
              <a:prstDash val="solid"/>
            </a:ln>
            <a:effectLst/>
          </p:spPr>
        </p:cxnSp>
      </p:grpSp>
      <p:sp>
        <p:nvSpPr>
          <p:cNvPr id="410" name="Trapezoid 409">
            <a:extLst>
              <a:ext uri="{FF2B5EF4-FFF2-40B4-BE49-F238E27FC236}">
                <a16:creationId xmlns:a16="http://schemas.microsoft.com/office/drawing/2014/main" id="{E8763ED3-9B3C-8569-6A26-B40F2B194D69}"/>
              </a:ext>
            </a:extLst>
          </p:cNvPr>
          <p:cNvSpPr/>
          <p:nvPr/>
        </p:nvSpPr>
        <p:spPr>
          <a:xfrm rot="10800000">
            <a:off x="3429606" y="6433133"/>
            <a:ext cx="277051" cy="42071"/>
          </a:xfrm>
          <a:prstGeom prst="trapezoid">
            <a:avLst>
              <a:gd name="adj" fmla="val 43249"/>
            </a:avLst>
          </a:prstGeom>
          <a:solidFill>
            <a:srgbClr val="FFFFFF"/>
          </a:solidFill>
          <a:ln w="9525" cap="flat" cmpd="sng" algn="ctr">
            <a:solidFill>
              <a:srgbClr val="000000"/>
            </a:solidFill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457178">
              <a:defRPr/>
            </a:pPr>
            <a:endParaRPr lang="en-US" kern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1" name="Rectangle 410">
            <a:extLst>
              <a:ext uri="{FF2B5EF4-FFF2-40B4-BE49-F238E27FC236}">
                <a16:creationId xmlns:a16="http://schemas.microsoft.com/office/drawing/2014/main" id="{44FB55C5-E20D-9F53-EE6D-F290074A47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85243" y="5864623"/>
            <a:ext cx="362555" cy="227987"/>
          </a:xfrm>
          <a:prstGeom prst="rect">
            <a:avLst/>
          </a:prstGeom>
          <a:solidFill>
            <a:srgbClr val="FFFF00"/>
          </a:solidFill>
          <a:ln w="6350" cap="rnd">
            <a:solidFill>
              <a:srgbClr val="000000"/>
            </a:solidFill>
            <a:prstDash val="solid"/>
            <a:miter lim="800000"/>
            <a:headEnd/>
            <a:tailEnd/>
          </a:ln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54">
              <a:defRPr/>
            </a:pPr>
            <a:endParaRPr lang="en-US" altLang="en-US" sz="800" kern="0" dirty="0">
              <a:solidFill>
                <a:sysClr val="windowText" lastClr="000000"/>
              </a:solidFill>
              <a:latin typeface="Calibri"/>
            </a:endParaRPr>
          </a:p>
        </p:txBody>
      </p:sp>
      <p:sp>
        <p:nvSpPr>
          <p:cNvPr id="412" name="Oval 411">
            <a:extLst>
              <a:ext uri="{FF2B5EF4-FFF2-40B4-BE49-F238E27FC236}">
                <a16:creationId xmlns:a16="http://schemas.microsoft.com/office/drawing/2014/main" id="{727EBADD-CADA-4148-72B4-FFE7581D0F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6575" y="5921377"/>
            <a:ext cx="65285" cy="64331"/>
          </a:xfrm>
          <a:prstGeom prst="ellipse">
            <a:avLst/>
          </a:prstGeom>
          <a:solidFill>
            <a:srgbClr val="FFFFFF"/>
          </a:solidFill>
          <a:ln w="9525" cap="flat" cmpd="sng" algn="ctr">
            <a:solidFill>
              <a:srgbClr val="000000"/>
            </a:solidFill>
            <a:prstDash val="solid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354">
              <a:defRPr/>
            </a:pPr>
            <a:endParaRPr lang="en-US" kern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3" name="Trapezoid 412">
            <a:extLst>
              <a:ext uri="{FF2B5EF4-FFF2-40B4-BE49-F238E27FC236}">
                <a16:creationId xmlns:a16="http://schemas.microsoft.com/office/drawing/2014/main" id="{AB2B1E42-FFD9-0E71-CC0F-024D2B07896D}"/>
              </a:ext>
            </a:extLst>
          </p:cNvPr>
          <p:cNvSpPr/>
          <p:nvPr/>
        </p:nvSpPr>
        <p:spPr>
          <a:xfrm rot="10800000">
            <a:off x="3432243" y="5996543"/>
            <a:ext cx="262093" cy="50811"/>
          </a:xfrm>
          <a:prstGeom prst="trapezoid">
            <a:avLst>
              <a:gd name="adj" fmla="val 43249"/>
            </a:avLst>
          </a:prstGeom>
          <a:solidFill>
            <a:srgbClr val="FFFFFF"/>
          </a:solidFill>
          <a:ln w="9525" cap="flat" cmpd="sng" algn="ctr">
            <a:solidFill>
              <a:srgbClr val="000000"/>
            </a:solidFill>
            <a:prstDash val="solid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609570">
              <a:defRPr/>
            </a:pPr>
            <a:endParaRPr lang="en-US" kern="0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414" name="Straight Arrow Connector 413">
            <a:extLst>
              <a:ext uri="{FF2B5EF4-FFF2-40B4-BE49-F238E27FC236}">
                <a16:creationId xmlns:a16="http://schemas.microsoft.com/office/drawing/2014/main" id="{64D404CB-E05E-9DED-AFA0-591E0467AB02}"/>
              </a:ext>
            </a:extLst>
          </p:cNvPr>
          <p:cNvCxnSpPr>
            <a:cxnSpLocks/>
            <a:stCxn id="411" idx="2"/>
            <a:endCxn id="404" idx="0"/>
          </p:cNvCxnSpPr>
          <p:nvPr/>
        </p:nvCxnSpPr>
        <p:spPr>
          <a:xfrm>
            <a:off x="3566521" y="6092609"/>
            <a:ext cx="1591" cy="248659"/>
          </a:xfrm>
          <a:prstGeom prst="straightConnector1">
            <a:avLst/>
          </a:prstGeom>
          <a:ln w="15875" cap="rnd" cmpd="sng">
            <a:solidFill>
              <a:schemeClr val="tx1">
                <a:lumMod val="60000"/>
                <a:lumOff val="40000"/>
              </a:schemeClr>
            </a:solidFill>
            <a:prstDash val="solid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7" name="Rectangle 135">
            <a:extLst>
              <a:ext uri="{FF2B5EF4-FFF2-40B4-BE49-F238E27FC236}">
                <a16:creationId xmlns:a16="http://schemas.microsoft.com/office/drawing/2014/main" id="{416A52BD-DE58-3A5E-D102-19036F5A7C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0331" y="658473"/>
            <a:ext cx="741203" cy="1642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914332">
              <a:defRPr/>
            </a:pPr>
            <a:r>
              <a:rPr lang="it-IT" sz="1067" kern="0" dirty="0">
                <a:solidFill>
                  <a:srgbClr val="000000"/>
                </a:solidFill>
                <a:latin typeface="Calibri"/>
                <a:cs typeface="Arial" charset="0"/>
              </a:rPr>
              <a:t>Transceiver1</a:t>
            </a:r>
            <a:endParaRPr lang="en-GB" sz="1067" i="1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sp>
        <p:nvSpPr>
          <p:cNvPr id="501" name="Oval 500">
            <a:extLst>
              <a:ext uri="{FF2B5EF4-FFF2-40B4-BE49-F238E27FC236}">
                <a16:creationId xmlns:a16="http://schemas.microsoft.com/office/drawing/2014/main" id="{C4B776BB-5E1D-9193-F4CF-2015A894455D}"/>
              </a:ext>
            </a:extLst>
          </p:cNvPr>
          <p:cNvSpPr/>
          <p:nvPr/>
        </p:nvSpPr>
        <p:spPr>
          <a:xfrm>
            <a:off x="371667" y="2064051"/>
            <a:ext cx="470808" cy="173311"/>
          </a:xfrm>
          <a:prstGeom prst="ellipse">
            <a:avLst/>
          </a:prstGeom>
          <a:solidFill>
            <a:srgbClr val="0A3161">
              <a:lumMod val="40000"/>
              <a:lumOff val="60000"/>
            </a:srgbClr>
          </a:solidFill>
          <a:ln w="9525" cap="flat" cmpd="sng" algn="ctr">
            <a:solidFill>
              <a:srgbClr val="DEC132">
                <a:lumMod val="60000"/>
                <a:lumOff val="4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lIns="0" rIns="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609585">
              <a:defRPr/>
            </a:pPr>
            <a:endParaRPr lang="en-US" sz="1000" b="1" dirty="0">
              <a:solidFill>
                <a:srgbClr val="000000"/>
              </a:solidFill>
              <a:latin typeface="Calibri"/>
              <a:ea typeface="Verdana"/>
            </a:endParaRPr>
          </a:p>
        </p:txBody>
      </p:sp>
      <p:cxnSp>
        <p:nvCxnSpPr>
          <p:cNvPr id="502" name="Straight Connector 501">
            <a:extLst>
              <a:ext uri="{FF2B5EF4-FFF2-40B4-BE49-F238E27FC236}">
                <a16:creationId xmlns:a16="http://schemas.microsoft.com/office/drawing/2014/main" id="{71702DFA-1CAA-C496-EF27-76145916A458}"/>
              </a:ext>
            </a:extLst>
          </p:cNvPr>
          <p:cNvCxnSpPr>
            <a:cxnSpLocks/>
            <a:stCxn id="501" idx="6"/>
            <a:endCxn id="746" idx="3"/>
          </p:cNvCxnSpPr>
          <p:nvPr/>
        </p:nvCxnSpPr>
        <p:spPr>
          <a:xfrm flipV="1">
            <a:off x="842475" y="2139732"/>
            <a:ext cx="1024032" cy="10975"/>
          </a:xfrm>
          <a:prstGeom prst="line">
            <a:avLst/>
          </a:prstGeom>
          <a:noFill/>
          <a:ln w="28575" cap="flat" cmpd="sng" algn="ctr">
            <a:solidFill>
              <a:schemeClr val="bg1">
                <a:lumMod val="65000"/>
              </a:scheme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sp>
        <p:nvSpPr>
          <p:cNvPr id="503" name="Oval 502">
            <a:extLst>
              <a:ext uri="{FF2B5EF4-FFF2-40B4-BE49-F238E27FC236}">
                <a16:creationId xmlns:a16="http://schemas.microsoft.com/office/drawing/2014/main" id="{93FE06D1-CD64-C415-8C44-21828C5AAE15}"/>
              </a:ext>
            </a:extLst>
          </p:cNvPr>
          <p:cNvSpPr/>
          <p:nvPr/>
        </p:nvSpPr>
        <p:spPr>
          <a:xfrm>
            <a:off x="4006106" y="6062085"/>
            <a:ext cx="470808" cy="173311"/>
          </a:xfrm>
          <a:prstGeom prst="ellipse">
            <a:avLst/>
          </a:prstGeom>
          <a:solidFill>
            <a:srgbClr val="0A3161">
              <a:lumMod val="40000"/>
              <a:lumOff val="60000"/>
            </a:srgbClr>
          </a:solidFill>
          <a:ln w="9525" cap="flat" cmpd="sng" algn="ctr">
            <a:solidFill>
              <a:srgbClr val="DEC132">
                <a:lumMod val="60000"/>
                <a:lumOff val="4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lIns="0" rIns="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609585">
              <a:defRPr/>
            </a:pPr>
            <a:endParaRPr lang="en-US" sz="1000" b="1" dirty="0">
              <a:solidFill>
                <a:srgbClr val="000000"/>
              </a:solidFill>
              <a:latin typeface="Calibri"/>
              <a:ea typeface="Verdana"/>
            </a:endParaRPr>
          </a:p>
        </p:txBody>
      </p:sp>
      <p:cxnSp>
        <p:nvCxnSpPr>
          <p:cNvPr id="504" name="Straight Connector 503">
            <a:extLst>
              <a:ext uri="{FF2B5EF4-FFF2-40B4-BE49-F238E27FC236}">
                <a16:creationId xmlns:a16="http://schemas.microsoft.com/office/drawing/2014/main" id="{8750B98C-0B50-9E2F-5F02-C95EB13E3882}"/>
              </a:ext>
            </a:extLst>
          </p:cNvPr>
          <p:cNvCxnSpPr>
            <a:cxnSpLocks/>
            <a:stCxn id="503" idx="3"/>
            <a:endCxn id="404" idx="3"/>
          </p:cNvCxnSpPr>
          <p:nvPr/>
        </p:nvCxnSpPr>
        <p:spPr>
          <a:xfrm flipH="1">
            <a:off x="3751977" y="6210014"/>
            <a:ext cx="323077" cy="237061"/>
          </a:xfrm>
          <a:prstGeom prst="line">
            <a:avLst/>
          </a:prstGeom>
          <a:noFill/>
          <a:ln w="28575" cap="flat" cmpd="sng" algn="ctr">
            <a:solidFill>
              <a:schemeClr val="bg1">
                <a:lumMod val="65000"/>
              </a:scheme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sp>
        <p:nvSpPr>
          <p:cNvPr id="610" name="Oval 609">
            <a:extLst>
              <a:ext uri="{FF2B5EF4-FFF2-40B4-BE49-F238E27FC236}">
                <a16:creationId xmlns:a16="http://schemas.microsoft.com/office/drawing/2014/main" id="{A91B6784-2ABC-BFF1-39F7-0E587908CDDE}"/>
              </a:ext>
            </a:extLst>
          </p:cNvPr>
          <p:cNvSpPr>
            <a:spLocks noChangeAspect="1"/>
          </p:cNvSpPr>
          <p:nvPr/>
        </p:nvSpPr>
        <p:spPr>
          <a:xfrm>
            <a:off x="4006106" y="3775725"/>
            <a:ext cx="458839" cy="179883"/>
          </a:xfrm>
          <a:prstGeom prst="ellipse">
            <a:avLst/>
          </a:prstGeom>
          <a:solidFill>
            <a:srgbClr val="99FF99"/>
          </a:solidFill>
          <a:ln w="9525" cap="flat" cmpd="sng" algn="ctr">
            <a:solidFill>
              <a:srgbClr val="DEC132">
                <a:lumMod val="60000"/>
                <a:lumOff val="4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lIns="0" rIns="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342891"/>
            <a:endParaRPr lang="en-US" sz="751" b="1">
              <a:solidFill>
                <a:srgbClr val="000000"/>
              </a:solidFill>
              <a:latin typeface="Arial"/>
              <a:ea typeface="Verdana"/>
            </a:endParaRPr>
          </a:p>
        </p:txBody>
      </p:sp>
      <p:sp>
        <p:nvSpPr>
          <p:cNvPr id="652" name="Rectangle 135">
            <a:extLst>
              <a:ext uri="{FF2B5EF4-FFF2-40B4-BE49-F238E27FC236}">
                <a16:creationId xmlns:a16="http://schemas.microsoft.com/office/drawing/2014/main" id="{3C45D72F-3A27-47DB-5A18-D708271570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0678" y="4432720"/>
            <a:ext cx="741203" cy="1642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914332">
              <a:defRPr/>
            </a:pPr>
            <a:r>
              <a:rPr lang="it-IT" sz="1067" kern="0" dirty="0">
                <a:solidFill>
                  <a:srgbClr val="000000"/>
                </a:solidFill>
                <a:latin typeface="Calibri"/>
                <a:cs typeface="Arial" charset="0"/>
              </a:rPr>
              <a:t>DSR</a:t>
            </a:r>
            <a:endParaRPr lang="en-GB" sz="1067" i="1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cxnSp>
        <p:nvCxnSpPr>
          <p:cNvPr id="680" name="Straight Arrow Connector 679">
            <a:extLst>
              <a:ext uri="{FF2B5EF4-FFF2-40B4-BE49-F238E27FC236}">
                <a16:creationId xmlns:a16="http://schemas.microsoft.com/office/drawing/2014/main" id="{019772C1-7565-26AE-E07C-8DC942A4A4B7}"/>
              </a:ext>
            </a:extLst>
          </p:cNvPr>
          <p:cNvCxnSpPr>
            <a:cxnSpLocks/>
            <a:stCxn id="610" idx="4"/>
            <a:endCxn id="503" idx="0"/>
          </p:cNvCxnSpPr>
          <p:nvPr/>
        </p:nvCxnSpPr>
        <p:spPr>
          <a:xfrm>
            <a:off x="4235526" y="3955608"/>
            <a:ext cx="5984" cy="2106477"/>
          </a:xfrm>
          <a:prstGeom prst="straightConnector1">
            <a:avLst/>
          </a:prstGeom>
          <a:solidFill>
            <a:schemeClr val="accent5">
              <a:lumMod val="20000"/>
              <a:lumOff val="80000"/>
            </a:schemeClr>
          </a:solidFill>
          <a:ln w="15875" cap="rnd" cmpd="sng">
            <a:solidFill>
              <a:srgbClr val="FFC000"/>
            </a:solidFill>
            <a:prstDash val="solid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687" name="Group 686">
            <a:extLst>
              <a:ext uri="{FF2B5EF4-FFF2-40B4-BE49-F238E27FC236}">
                <a16:creationId xmlns:a16="http://schemas.microsoft.com/office/drawing/2014/main" id="{73DC2AEC-F03F-B8DB-9A7A-187E3ACA758C}"/>
              </a:ext>
            </a:extLst>
          </p:cNvPr>
          <p:cNvGrpSpPr>
            <a:grpSpLocks noChangeAspect="1"/>
          </p:cNvGrpSpPr>
          <p:nvPr/>
        </p:nvGrpSpPr>
        <p:grpSpPr>
          <a:xfrm>
            <a:off x="3397387" y="4943314"/>
            <a:ext cx="358928" cy="227171"/>
            <a:chOff x="980945" y="1888766"/>
            <a:chExt cx="271916" cy="172099"/>
          </a:xfrm>
        </p:grpSpPr>
        <p:grpSp>
          <p:nvGrpSpPr>
            <p:cNvPr id="688" name="Group 898">
              <a:extLst>
                <a:ext uri="{FF2B5EF4-FFF2-40B4-BE49-F238E27FC236}">
                  <a16:creationId xmlns:a16="http://schemas.microsoft.com/office/drawing/2014/main" id="{B995A487-B4AD-96C7-AF80-8C17C315C402}"/>
                </a:ext>
              </a:extLst>
            </p:cNvPr>
            <p:cNvGrpSpPr/>
            <p:nvPr/>
          </p:nvGrpSpPr>
          <p:grpSpPr>
            <a:xfrm>
              <a:off x="980945" y="1888766"/>
              <a:ext cx="271916" cy="170990"/>
              <a:chOff x="957800" y="1944318"/>
              <a:chExt cx="271916" cy="170990"/>
            </a:xfrm>
          </p:grpSpPr>
          <p:sp>
            <p:nvSpPr>
              <p:cNvPr id="690" name="Rectangle 88">
                <a:extLst>
                  <a:ext uri="{FF2B5EF4-FFF2-40B4-BE49-F238E27FC236}">
                    <a16:creationId xmlns:a16="http://schemas.microsoft.com/office/drawing/2014/main" id="{B5394F16-1C56-13A7-8B47-67FEE4C8D70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7800" y="1944318"/>
                <a:ext cx="271916" cy="170990"/>
              </a:xfrm>
              <a:prstGeom prst="rect">
                <a:avLst/>
              </a:prstGeom>
              <a:solidFill>
                <a:srgbClr val="99FF99"/>
              </a:solidFill>
              <a:ln w="6350" cap="rnd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ctr" defTabSz="685783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600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691" name="Rectangle 88">
                <a:extLst>
                  <a:ext uri="{FF2B5EF4-FFF2-40B4-BE49-F238E27FC236}">
                    <a16:creationId xmlns:a16="http://schemas.microsoft.com/office/drawing/2014/main" id="{7A29DE94-F1C6-1AD9-53AB-6DECFE331E0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1261" y="2009935"/>
                <a:ext cx="264770" cy="102916"/>
              </a:xfrm>
              <a:prstGeom prst="rect">
                <a:avLst/>
              </a:prstGeom>
              <a:solidFill>
                <a:srgbClr val="FFFF00"/>
              </a:solidFill>
              <a:ln w="6350" cap="rnd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ctr" defTabSz="685783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600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692" name="Isosceles Triangle 691">
                <a:extLst>
                  <a:ext uri="{FF2B5EF4-FFF2-40B4-BE49-F238E27FC236}">
                    <a16:creationId xmlns:a16="http://schemas.microsoft.com/office/drawing/2014/main" id="{316C9EAD-6D62-F930-87E4-0D595C38CF54}"/>
                  </a:ext>
                </a:extLst>
              </p:cNvPr>
              <p:cNvSpPr/>
              <p:nvPr/>
            </p:nvSpPr>
            <p:spPr>
              <a:xfrm flipV="1">
                <a:off x="1040929" y="1977630"/>
                <a:ext cx="105628" cy="87485"/>
              </a:xfrm>
              <a:prstGeom prst="triangl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68580" tIns="34291" rIns="68580" bIns="34291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685783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351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693" name="Oval 341">
                <a:extLst>
                  <a:ext uri="{FF2B5EF4-FFF2-40B4-BE49-F238E27FC236}">
                    <a16:creationId xmlns:a16="http://schemas.microsoft.com/office/drawing/2014/main" id="{5A79634D-F71E-B4B1-D53E-862DF29C529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1067" y="2032325"/>
                <a:ext cx="48964" cy="48247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68580" tIns="34291" rIns="68580" bIns="34291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685783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351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</p:grpSp>
        <p:sp>
          <p:nvSpPr>
            <p:cNvPr id="689" name="Trapezoid 688">
              <a:extLst>
                <a:ext uri="{FF2B5EF4-FFF2-40B4-BE49-F238E27FC236}">
                  <a16:creationId xmlns:a16="http://schemas.microsoft.com/office/drawing/2014/main" id="{59F3B4A3-8AE5-E0D4-5C53-DC1F7C794D96}"/>
                </a:ext>
              </a:extLst>
            </p:cNvPr>
            <p:cNvSpPr/>
            <p:nvPr/>
          </p:nvSpPr>
          <p:spPr>
            <a:xfrm rot="10800000">
              <a:off x="1018052" y="2022543"/>
              <a:ext cx="201098" cy="38322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8580" tIns="34291" rIns="68580" bIns="34291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377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1" kern="0">
                <a:solidFill>
                  <a:srgbClr val="FFFFFF"/>
                </a:solidFill>
                <a:latin typeface="Arial"/>
                <a:ea typeface="ヒラギノ角ゴ ProN W3" charset="-128"/>
                <a:sym typeface="Gill Sans" charset="0"/>
              </a:endParaRPr>
            </a:p>
          </p:txBody>
        </p:sp>
      </p:grpSp>
      <p:grpSp>
        <p:nvGrpSpPr>
          <p:cNvPr id="694" name="Group 693">
            <a:extLst>
              <a:ext uri="{FF2B5EF4-FFF2-40B4-BE49-F238E27FC236}">
                <a16:creationId xmlns:a16="http://schemas.microsoft.com/office/drawing/2014/main" id="{43A6E2A6-EA56-36C4-DEBE-74FF3D3A1764}"/>
              </a:ext>
            </a:extLst>
          </p:cNvPr>
          <p:cNvGrpSpPr/>
          <p:nvPr/>
        </p:nvGrpSpPr>
        <p:grpSpPr>
          <a:xfrm>
            <a:off x="3392506" y="4483040"/>
            <a:ext cx="367732" cy="211616"/>
            <a:chOff x="1539943" y="2795561"/>
            <a:chExt cx="367732" cy="211616"/>
          </a:xfrm>
        </p:grpSpPr>
        <p:sp>
          <p:nvSpPr>
            <p:cNvPr id="695" name="Rectangle 60">
              <a:extLst>
                <a:ext uri="{FF2B5EF4-FFF2-40B4-BE49-F238E27FC236}">
                  <a16:creationId xmlns:a16="http://schemas.microsoft.com/office/drawing/2014/main" id="{22B46AC5-6B08-61CC-1982-B48A96AAC9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39943" y="2795561"/>
              <a:ext cx="367732" cy="211616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457178">
                <a:defRPr/>
              </a:pPr>
              <a:endParaRPr lang="en-US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696" name="Group 719">
              <a:extLst>
                <a:ext uri="{FF2B5EF4-FFF2-40B4-BE49-F238E27FC236}">
                  <a16:creationId xmlns:a16="http://schemas.microsoft.com/office/drawing/2014/main" id="{84691452-3525-28C2-D305-FB5616694425}"/>
                </a:ext>
              </a:extLst>
            </p:cNvPr>
            <p:cNvGrpSpPr/>
            <p:nvPr/>
          </p:nvGrpSpPr>
          <p:grpSpPr>
            <a:xfrm>
              <a:off x="1609656" y="2797277"/>
              <a:ext cx="228353" cy="90129"/>
              <a:chOff x="8553742" y="2601251"/>
              <a:chExt cx="216024" cy="108852"/>
            </a:xfrm>
          </p:grpSpPr>
          <p:cxnSp>
            <p:nvCxnSpPr>
              <p:cNvPr id="699" name="Straight Connector 698">
                <a:extLst>
                  <a:ext uri="{FF2B5EF4-FFF2-40B4-BE49-F238E27FC236}">
                    <a16:creationId xmlns:a16="http://schemas.microsoft.com/office/drawing/2014/main" id="{7695B0D9-9D83-6C2C-5B44-E7C321F05706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700" name="Straight Connector 699">
                <a:extLst>
                  <a:ext uri="{FF2B5EF4-FFF2-40B4-BE49-F238E27FC236}">
                    <a16:creationId xmlns:a16="http://schemas.microsoft.com/office/drawing/2014/main" id="{B2486127-E653-BFEC-71FA-FB33FEAA20F9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701" name="Straight Connector 700">
                <a:extLst>
                  <a:ext uri="{FF2B5EF4-FFF2-40B4-BE49-F238E27FC236}">
                    <a16:creationId xmlns:a16="http://schemas.microsoft.com/office/drawing/2014/main" id="{6D0DF1CC-7443-C9D9-42C6-0C4CF8AF3ED2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702" name="Straight Connector 701">
                <a:extLst>
                  <a:ext uri="{FF2B5EF4-FFF2-40B4-BE49-F238E27FC236}">
                    <a16:creationId xmlns:a16="http://schemas.microsoft.com/office/drawing/2014/main" id="{D2AD7772-900C-9975-CB52-388E97508BD5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697" name="Trapezoid 696">
              <a:extLst>
                <a:ext uri="{FF2B5EF4-FFF2-40B4-BE49-F238E27FC236}">
                  <a16:creationId xmlns:a16="http://schemas.microsoft.com/office/drawing/2014/main" id="{49ECCBE2-22E1-AA98-6DB1-213620190A0A}"/>
                </a:ext>
              </a:extLst>
            </p:cNvPr>
            <p:cNvSpPr/>
            <p:nvPr/>
          </p:nvSpPr>
          <p:spPr>
            <a:xfrm rot="10800000">
              <a:off x="1585304" y="2887427"/>
              <a:ext cx="277051" cy="42070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457178">
                <a:defRPr/>
              </a:pPr>
              <a:endParaRPr lang="en-US" kern="0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756" name="Rectangle 135">
            <a:extLst>
              <a:ext uri="{FF2B5EF4-FFF2-40B4-BE49-F238E27FC236}">
                <a16:creationId xmlns:a16="http://schemas.microsoft.com/office/drawing/2014/main" id="{F9391488-9A4F-6E7D-CC9C-2496026897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9385" y="2057627"/>
            <a:ext cx="741203" cy="1642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914332">
              <a:defRPr/>
            </a:pPr>
            <a:r>
              <a:rPr lang="it-IT" sz="1067" kern="0" dirty="0">
                <a:solidFill>
                  <a:srgbClr val="000000"/>
                </a:solidFill>
                <a:latin typeface="Calibri"/>
                <a:cs typeface="Arial" charset="0"/>
              </a:rPr>
              <a:t>DSR</a:t>
            </a:r>
            <a:endParaRPr lang="en-GB" sz="1067" i="1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grpSp>
        <p:nvGrpSpPr>
          <p:cNvPr id="745" name="Group 744">
            <a:extLst>
              <a:ext uri="{FF2B5EF4-FFF2-40B4-BE49-F238E27FC236}">
                <a16:creationId xmlns:a16="http://schemas.microsoft.com/office/drawing/2014/main" id="{938822EA-926A-97AC-C23A-89AC5BC1B872}"/>
              </a:ext>
            </a:extLst>
          </p:cNvPr>
          <p:cNvGrpSpPr/>
          <p:nvPr/>
        </p:nvGrpSpPr>
        <p:grpSpPr>
          <a:xfrm>
            <a:off x="1498775" y="2033924"/>
            <a:ext cx="367732" cy="211616"/>
            <a:chOff x="1539943" y="2795561"/>
            <a:chExt cx="367732" cy="211616"/>
          </a:xfrm>
        </p:grpSpPr>
        <p:sp>
          <p:nvSpPr>
            <p:cNvPr id="746" name="Rectangle 60">
              <a:extLst>
                <a:ext uri="{FF2B5EF4-FFF2-40B4-BE49-F238E27FC236}">
                  <a16:creationId xmlns:a16="http://schemas.microsoft.com/office/drawing/2014/main" id="{72BFE9EC-CA96-3675-0B2D-435C731BF6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39943" y="2795561"/>
              <a:ext cx="367732" cy="211616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457178">
                <a:defRPr/>
              </a:pPr>
              <a:endParaRPr lang="en-US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747" name="Group 719">
              <a:extLst>
                <a:ext uri="{FF2B5EF4-FFF2-40B4-BE49-F238E27FC236}">
                  <a16:creationId xmlns:a16="http://schemas.microsoft.com/office/drawing/2014/main" id="{09628E4D-C384-A497-E647-15B9EB5D62D2}"/>
                </a:ext>
              </a:extLst>
            </p:cNvPr>
            <p:cNvGrpSpPr/>
            <p:nvPr/>
          </p:nvGrpSpPr>
          <p:grpSpPr>
            <a:xfrm>
              <a:off x="1609656" y="2797277"/>
              <a:ext cx="228353" cy="90129"/>
              <a:chOff x="8553742" y="2601251"/>
              <a:chExt cx="216024" cy="108852"/>
            </a:xfrm>
          </p:grpSpPr>
          <p:cxnSp>
            <p:nvCxnSpPr>
              <p:cNvPr id="749" name="Straight Connector 748">
                <a:extLst>
                  <a:ext uri="{FF2B5EF4-FFF2-40B4-BE49-F238E27FC236}">
                    <a16:creationId xmlns:a16="http://schemas.microsoft.com/office/drawing/2014/main" id="{0CB4E0B8-5AAF-0ECD-1D60-1324127D89F7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750" name="Straight Connector 749">
                <a:extLst>
                  <a:ext uri="{FF2B5EF4-FFF2-40B4-BE49-F238E27FC236}">
                    <a16:creationId xmlns:a16="http://schemas.microsoft.com/office/drawing/2014/main" id="{932A79FB-8929-9DDA-D948-5C9B1FAD76A6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751" name="Straight Connector 750">
                <a:extLst>
                  <a:ext uri="{FF2B5EF4-FFF2-40B4-BE49-F238E27FC236}">
                    <a16:creationId xmlns:a16="http://schemas.microsoft.com/office/drawing/2014/main" id="{47F4D896-F2BC-07D0-7F0D-C8CD2111B635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752" name="Straight Connector 751">
                <a:extLst>
                  <a:ext uri="{FF2B5EF4-FFF2-40B4-BE49-F238E27FC236}">
                    <a16:creationId xmlns:a16="http://schemas.microsoft.com/office/drawing/2014/main" id="{4869E7F7-4AC7-46A4-864E-788A5894904A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748" name="Trapezoid 747">
              <a:extLst>
                <a:ext uri="{FF2B5EF4-FFF2-40B4-BE49-F238E27FC236}">
                  <a16:creationId xmlns:a16="http://schemas.microsoft.com/office/drawing/2014/main" id="{7963E288-6C9A-B817-642A-AD9436E2A963}"/>
                </a:ext>
              </a:extLst>
            </p:cNvPr>
            <p:cNvSpPr/>
            <p:nvPr/>
          </p:nvSpPr>
          <p:spPr>
            <a:xfrm rot="10800000">
              <a:off x="1585304" y="2887427"/>
              <a:ext cx="277051" cy="42070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457178">
                <a:defRPr/>
              </a:pPr>
              <a:endParaRPr lang="en-US" kern="0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843" name="Rectangle 25">
            <a:extLst>
              <a:ext uri="{FF2B5EF4-FFF2-40B4-BE49-F238E27FC236}">
                <a16:creationId xmlns:a16="http://schemas.microsoft.com/office/drawing/2014/main" id="{2724A767-EACD-36AC-4FD7-A00BF07338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52299" y="3472283"/>
            <a:ext cx="6855532" cy="115415"/>
          </a:xfrm>
          <a:prstGeom prst="rect">
            <a:avLst/>
          </a:prstGeom>
          <a:solidFill>
            <a:srgbClr val="FFFF00"/>
          </a:solidFill>
          <a:ln w="6350" algn="ctr">
            <a:solidFill>
              <a:srgbClr val="000000"/>
            </a:solidFill>
            <a:miter lim="800000"/>
            <a:headEnd/>
            <a:tailEnd/>
          </a:ln>
        </p:spPr>
        <p:txBody>
          <a:bodyPr lIns="121804" tIns="60900" rIns="121804" bIns="60900" anchor="ctr"/>
          <a:lstStyle/>
          <a:p>
            <a:pPr algn="ctr" defTabSz="609570">
              <a:spcBef>
                <a:spcPct val="0"/>
              </a:spcBef>
            </a:pPr>
            <a:endParaRPr lang="en-US" sz="1200" kern="0">
              <a:solidFill>
                <a:srgbClr val="000000"/>
              </a:solidFill>
              <a:latin typeface="Calibri" pitchFamily="34" charset="0"/>
            </a:endParaRPr>
          </a:p>
        </p:txBody>
      </p:sp>
      <p:sp>
        <p:nvSpPr>
          <p:cNvPr id="844" name="Rectangle 29">
            <a:extLst>
              <a:ext uri="{FF2B5EF4-FFF2-40B4-BE49-F238E27FC236}">
                <a16:creationId xmlns:a16="http://schemas.microsoft.com/office/drawing/2014/main" id="{6F19D2EA-A896-66EC-AF70-095137D669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04320" y="3492160"/>
            <a:ext cx="85405" cy="77988"/>
          </a:xfrm>
          <a:prstGeom prst="ellipse">
            <a:avLst/>
          </a:prstGeom>
          <a:solidFill>
            <a:schemeClr val="bg1"/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defTabSz="609570"/>
            <a:endParaRPr lang="en-US">
              <a:solidFill>
                <a:srgbClr val="4B4B4B"/>
              </a:solidFill>
              <a:latin typeface="Calibri"/>
            </a:endParaRPr>
          </a:p>
        </p:txBody>
      </p:sp>
      <p:sp>
        <p:nvSpPr>
          <p:cNvPr id="845" name="Rectangle 135">
            <a:extLst>
              <a:ext uri="{FF2B5EF4-FFF2-40B4-BE49-F238E27FC236}">
                <a16:creationId xmlns:a16="http://schemas.microsoft.com/office/drawing/2014/main" id="{5DDE5751-87A9-9942-0BEC-19FD8E0EFB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0260" y="3456829"/>
            <a:ext cx="2769553" cy="153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914332">
              <a:defRPr/>
            </a:pPr>
            <a:r>
              <a:rPr lang="en-US" sz="1000" b="1" kern="0" dirty="0">
                <a:solidFill>
                  <a:srgbClr val="000000"/>
                </a:solidFill>
                <a:latin typeface="Calibri"/>
                <a:cs typeface="Arial" charset="0"/>
              </a:rPr>
              <a:t>OTSiMC</a:t>
            </a:r>
            <a:r>
              <a:rPr lang="en-US" sz="1000" kern="0" dirty="0">
                <a:solidFill>
                  <a:srgbClr val="000000"/>
                </a:solidFill>
                <a:latin typeface="Calibri"/>
                <a:cs typeface="Arial" charset="0"/>
              </a:rPr>
              <a:t> Top Connection</a:t>
            </a:r>
            <a:endParaRPr lang="en-US" sz="1000" i="1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cxnSp>
        <p:nvCxnSpPr>
          <p:cNvPr id="848" name="Straight Arrow Connector 847">
            <a:extLst>
              <a:ext uri="{FF2B5EF4-FFF2-40B4-BE49-F238E27FC236}">
                <a16:creationId xmlns:a16="http://schemas.microsoft.com/office/drawing/2014/main" id="{457CDB9F-94A1-C546-031E-39D27CC94FD5}"/>
              </a:ext>
            </a:extLst>
          </p:cNvPr>
          <p:cNvCxnSpPr>
            <a:cxnSpLocks/>
            <a:stCxn id="844" idx="3"/>
            <a:endCxn id="690" idx="0"/>
          </p:cNvCxnSpPr>
          <p:nvPr/>
        </p:nvCxnSpPr>
        <p:spPr>
          <a:xfrm flipH="1">
            <a:off x="3576851" y="3558727"/>
            <a:ext cx="1539976" cy="1384587"/>
          </a:xfrm>
          <a:prstGeom prst="straightConnector1">
            <a:avLst/>
          </a:prstGeom>
          <a:solidFill>
            <a:schemeClr val="accent5">
              <a:lumMod val="20000"/>
              <a:lumOff val="80000"/>
            </a:schemeClr>
          </a:solidFill>
          <a:ln w="15875" cap="rnd" cmpd="sng">
            <a:solidFill>
              <a:schemeClr val="tx1">
                <a:lumMod val="60000"/>
                <a:lumOff val="40000"/>
              </a:schemeClr>
            </a:solidFill>
            <a:prstDash val="solid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67" name="Rectangle 29">
            <a:extLst>
              <a:ext uri="{FF2B5EF4-FFF2-40B4-BE49-F238E27FC236}">
                <a16:creationId xmlns:a16="http://schemas.microsoft.com/office/drawing/2014/main" id="{B15A1FD1-FCC2-84FF-EBEB-DDB88DD5E4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19435" y="3039928"/>
            <a:ext cx="85405" cy="77988"/>
          </a:xfrm>
          <a:prstGeom prst="ellipse">
            <a:avLst/>
          </a:prstGeom>
          <a:solidFill>
            <a:schemeClr val="bg1"/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defTabSz="609570"/>
            <a:endParaRPr lang="en-US">
              <a:solidFill>
                <a:srgbClr val="4B4B4B"/>
              </a:solidFill>
              <a:latin typeface="Calibri"/>
            </a:endParaRPr>
          </a:p>
        </p:txBody>
      </p:sp>
      <p:sp>
        <p:nvSpPr>
          <p:cNvPr id="869" name="Rectangle 135">
            <a:extLst>
              <a:ext uri="{FF2B5EF4-FFF2-40B4-BE49-F238E27FC236}">
                <a16:creationId xmlns:a16="http://schemas.microsoft.com/office/drawing/2014/main" id="{4C2A620B-D38A-D88F-9CBB-3CFF1BA600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59953" y="3001453"/>
            <a:ext cx="2769553" cy="153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914332">
              <a:defRPr/>
            </a:pPr>
            <a:r>
              <a:rPr lang="en-US" sz="1000" b="1" kern="0" dirty="0">
                <a:solidFill>
                  <a:srgbClr val="000000"/>
                </a:solidFill>
                <a:latin typeface="Calibri"/>
                <a:cs typeface="Arial" charset="0"/>
              </a:rPr>
              <a:t>MC</a:t>
            </a:r>
            <a:r>
              <a:rPr lang="en-US" sz="1000" kern="0" dirty="0">
                <a:solidFill>
                  <a:srgbClr val="000000"/>
                </a:solidFill>
                <a:latin typeface="Calibri"/>
                <a:cs typeface="Arial" charset="0"/>
              </a:rPr>
              <a:t> Connectivity Service</a:t>
            </a:r>
            <a:endParaRPr lang="en-US" sz="1000" i="1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sp>
        <p:nvSpPr>
          <p:cNvPr id="870" name="Rectangle 127">
            <a:extLst>
              <a:ext uri="{FF2B5EF4-FFF2-40B4-BE49-F238E27FC236}">
                <a16:creationId xmlns:a16="http://schemas.microsoft.com/office/drawing/2014/main" id="{08629449-7848-C28C-FBEF-D7CC091037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07593" y="3014881"/>
            <a:ext cx="7303179" cy="128085"/>
          </a:xfrm>
          <a:prstGeom prst="rect">
            <a:avLst/>
          </a:prstGeom>
          <a:solidFill>
            <a:srgbClr val="FFC000"/>
          </a:solidFill>
          <a:ln w="6350" algn="ctr">
            <a:solidFill>
              <a:srgbClr val="000000"/>
            </a:solidFill>
            <a:miter lim="800000"/>
            <a:headEnd/>
            <a:tailEnd/>
          </a:ln>
        </p:spPr>
        <p:txBody>
          <a:bodyPr lIns="91353" tIns="45675" rIns="91353" bIns="45675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defTabSz="609585" eaLnBrk="1" hangingPunct="1">
              <a:spcBef>
                <a:spcPct val="0"/>
              </a:spcBef>
              <a:buNone/>
              <a:defRPr/>
            </a:pPr>
            <a:endParaRPr lang="en-US" altLang="en-US" sz="900" kern="0">
              <a:solidFill>
                <a:srgbClr val="000000"/>
              </a:solidFill>
              <a:latin typeface="Calibri" pitchFamily="34" charset="0"/>
            </a:endParaRPr>
          </a:p>
        </p:txBody>
      </p:sp>
      <p:sp>
        <p:nvSpPr>
          <p:cNvPr id="871" name="Rectangle 29">
            <a:extLst>
              <a:ext uri="{FF2B5EF4-FFF2-40B4-BE49-F238E27FC236}">
                <a16:creationId xmlns:a16="http://schemas.microsoft.com/office/drawing/2014/main" id="{4D1D88BF-E880-69C5-9C08-490C4ACF3A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52850" y="3039928"/>
            <a:ext cx="85405" cy="77988"/>
          </a:xfrm>
          <a:prstGeom prst="ellipse">
            <a:avLst/>
          </a:prstGeom>
          <a:solidFill>
            <a:schemeClr val="bg1"/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defTabSz="609570"/>
            <a:endParaRPr lang="en-US">
              <a:solidFill>
                <a:srgbClr val="4B4B4B"/>
              </a:solidFill>
              <a:latin typeface="Calibri"/>
            </a:endParaRPr>
          </a:p>
        </p:txBody>
      </p:sp>
      <p:sp>
        <p:nvSpPr>
          <p:cNvPr id="873" name="Rectangle 135">
            <a:extLst>
              <a:ext uri="{FF2B5EF4-FFF2-40B4-BE49-F238E27FC236}">
                <a16:creationId xmlns:a16="http://schemas.microsoft.com/office/drawing/2014/main" id="{E00FD388-F16D-807C-7EC7-269A063111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31676" y="3001453"/>
            <a:ext cx="3379333" cy="153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914332">
              <a:defRPr/>
            </a:pPr>
            <a:r>
              <a:rPr lang="en-US" sz="1000" b="1" kern="0">
                <a:solidFill>
                  <a:srgbClr val="000000"/>
                </a:solidFill>
                <a:latin typeface="Calibri"/>
                <a:cs typeface="Arial" charset="0"/>
              </a:rPr>
              <a:t>OTSiMCA </a:t>
            </a:r>
            <a:r>
              <a:rPr lang="en-US" sz="1000" kern="0">
                <a:solidFill>
                  <a:srgbClr val="000000"/>
                </a:solidFill>
                <a:latin typeface="Calibri"/>
                <a:cs typeface="Arial" charset="0"/>
              </a:rPr>
              <a:t>Connectivity </a:t>
            </a:r>
            <a:r>
              <a:rPr lang="en-US" sz="1000" kern="0" dirty="0">
                <a:solidFill>
                  <a:srgbClr val="000000"/>
                </a:solidFill>
                <a:latin typeface="Calibri"/>
                <a:cs typeface="Arial" charset="0"/>
              </a:rPr>
              <a:t>Service</a:t>
            </a:r>
            <a:endParaRPr lang="en-US" sz="1000" i="1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cxnSp>
        <p:nvCxnSpPr>
          <p:cNvPr id="874" name="Straight Arrow Connector 873">
            <a:extLst>
              <a:ext uri="{FF2B5EF4-FFF2-40B4-BE49-F238E27FC236}">
                <a16:creationId xmlns:a16="http://schemas.microsoft.com/office/drawing/2014/main" id="{8BDFF52C-E1D4-02E2-1050-AC822F7EC0F2}"/>
              </a:ext>
            </a:extLst>
          </p:cNvPr>
          <p:cNvCxnSpPr>
            <a:cxnSpLocks/>
            <a:stCxn id="871" idx="3"/>
            <a:endCxn id="610" idx="0"/>
          </p:cNvCxnSpPr>
          <p:nvPr/>
        </p:nvCxnSpPr>
        <p:spPr>
          <a:xfrm flipH="1">
            <a:off x="4235526" y="3106495"/>
            <a:ext cx="629831" cy="669230"/>
          </a:xfrm>
          <a:prstGeom prst="straightConnector1">
            <a:avLst/>
          </a:prstGeom>
          <a:solidFill>
            <a:schemeClr val="accent5">
              <a:lumMod val="20000"/>
              <a:lumOff val="80000"/>
            </a:schemeClr>
          </a:solidFill>
          <a:ln w="15875" cap="rnd" cmpd="sng">
            <a:solidFill>
              <a:srgbClr val="FFC000"/>
            </a:solidFill>
            <a:prstDash val="solid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82" name="Group 381">
            <a:extLst>
              <a:ext uri="{FF2B5EF4-FFF2-40B4-BE49-F238E27FC236}">
                <a16:creationId xmlns:a16="http://schemas.microsoft.com/office/drawing/2014/main" id="{94857ED1-4FD3-58E4-B028-86985C653332}"/>
              </a:ext>
            </a:extLst>
          </p:cNvPr>
          <p:cNvGrpSpPr/>
          <p:nvPr/>
        </p:nvGrpSpPr>
        <p:grpSpPr>
          <a:xfrm>
            <a:off x="3396097" y="5449309"/>
            <a:ext cx="367732" cy="211616"/>
            <a:chOff x="1539943" y="2795561"/>
            <a:chExt cx="367732" cy="211616"/>
          </a:xfrm>
        </p:grpSpPr>
        <p:sp>
          <p:nvSpPr>
            <p:cNvPr id="383" name="Rectangle 60">
              <a:extLst>
                <a:ext uri="{FF2B5EF4-FFF2-40B4-BE49-F238E27FC236}">
                  <a16:creationId xmlns:a16="http://schemas.microsoft.com/office/drawing/2014/main" id="{A07B33A6-5E9A-34A4-D9F2-4C2D73F0B9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39943" y="2795561"/>
              <a:ext cx="367732" cy="211616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457178">
                <a:defRPr/>
              </a:pPr>
              <a:endParaRPr lang="en-US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384" name="Group 719">
              <a:extLst>
                <a:ext uri="{FF2B5EF4-FFF2-40B4-BE49-F238E27FC236}">
                  <a16:creationId xmlns:a16="http://schemas.microsoft.com/office/drawing/2014/main" id="{22B4F42A-58E9-7DC0-F229-12F4B4705938}"/>
                </a:ext>
              </a:extLst>
            </p:cNvPr>
            <p:cNvGrpSpPr/>
            <p:nvPr/>
          </p:nvGrpSpPr>
          <p:grpSpPr>
            <a:xfrm>
              <a:off x="1609656" y="2797277"/>
              <a:ext cx="228353" cy="90129"/>
              <a:chOff x="8553742" y="2601251"/>
              <a:chExt cx="216024" cy="108852"/>
            </a:xfrm>
          </p:grpSpPr>
          <p:cxnSp>
            <p:nvCxnSpPr>
              <p:cNvPr id="391" name="Straight Connector 390">
                <a:extLst>
                  <a:ext uri="{FF2B5EF4-FFF2-40B4-BE49-F238E27FC236}">
                    <a16:creationId xmlns:a16="http://schemas.microsoft.com/office/drawing/2014/main" id="{CC443C54-C652-688A-30D9-893B4FCF47BF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392" name="Straight Connector 391">
                <a:extLst>
                  <a:ext uri="{FF2B5EF4-FFF2-40B4-BE49-F238E27FC236}">
                    <a16:creationId xmlns:a16="http://schemas.microsoft.com/office/drawing/2014/main" id="{41E1058F-ED03-2E84-8CB9-D112DAA92752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393" name="Straight Connector 392">
                <a:extLst>
                  <a:ext uri="{FF2B5EF4-FFF2-40B4-BE49-F238E27FC236}">
                    <a16:creationId xmlns:a16="http://schemas.microsoft.com/office/drawing/2014/main" id="{96DEE6DB-5923-C4A7-D8AF-425C68785CD0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394" name="Straight Connector 393">
                <a:extLst>
                  <a:ext uri="{FF2B5EF4-FFF2-40B4-BE49-F238E27FC236}">
                    <a16:creationId xmlns:a16="http://schemas.microsoft.com/office/drawing/2014/main" id="{FC1C272A-4AE0-FC10-1097-F08F8E5892B2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385" name="Trapezoid 384">
              <a:extLst>
                <a:ext uri="{FF2B5EF4-FFF2-40B4-BE49-F238E27FC236}">
                  <a16:creationId xmlns:a16="http://schemas.microsoft.com/office/drawing/2014/main" id="{E70BCC6B-6B3C-F7AF-FF19-A0B8F9CBF3A7}"/>
                </a:ext>
              </a:extLst>
            </p:cNvPr>
            <p:cNvSpPr/>
            <p:nvPr/>
          </p:nvSpPr>
          <p:spPr>
            <a:xfrm rot="10800000">
              <a:off x="1585304" y="2887427"/>
              <a:ext cx="277051" cy="42070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457178">
                <a:defRPr/>
              </a:pPr>
              <a:endParaRPr lang="en-US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723" name="Group 722">
            <a:extLst>
              <a:ext uri="{FF2B5EF4-FFF2-40B4-BE49-F238E27FC236}">
                <a16:creationId xmlns:a16="http://schemas.microsoft.com/office/drawing/2014/main" id="{10801A49-3C5D-CB21-3532-FF6199E1D323}"/>
              </a:ext>
            </a:extLst>
          </p:cNvPr>
          <p:cNvGrpSpPr>
            <a:grpSpLocks noChangeAspect="1"/>
          </p:cNvGrpSpPr>
          <p:nvPr/>
        </p:nvGrpSpPr>
        <p:grpSpPr>
          <a:xfrm>
            <a:off x="3399803" y="3760809"/>
            <a:ext cx="358928" cy="227171"/>
            <a:chOff x="980945" y="1888766"/>
            <a:chExt cx="271916" cy="172099"/>
          </a:xfrm>
        </p:grpSpPr>
        <p:grpSp>
          <p:nvGrpSpPr>
            <p:cNvPr id="724" name="Group 898">
              <a:extLst>
                <a:ext uri="{FF2B5EF4-FFF2-40B4-BE49-F238E27FC236}">
                  <a16:creationId xmlns:a16="http://schemas.microsoft.com/office/drawing/2014/main" id="{23C9E980-122C-420A-3939-8C9FE9301827}"/>
                </a:ext>
              </a:extLst>
            </p:cNvPr>
            <p:cNvGrpSpPr/>
            <p:nvPr/>
          </p:nvGrpSpPr>
          <p:grpSpPr>
            <a:xfrm>
              <a:off x="980945" y="1888766"/>
              <a:ext cx="271916" cy="170990"/>
              <a:chOff x="957800" y="1944318"/>
              <a:chExt cx="271916" cy="170990"/>
            </a:xfrm>
          </p:grpSpPr>
          <p:sp>
            <p:nvSpPr>
              <p:cNvPr id="726" name="Rectangle 88">
                <a:extLst>
                  <a:ext uri="{FF2B5EF4-FFF2-40B4-BE49-F238E27FC236}">
                    <a16:creationId xmlns:a16="http://schemas.microsoft.com/office/drawing/2014/main" id="{7B4B2E0A-5F3A-C5CB-1814-3953CF6434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7800" y="1944318"/>
                <a:ext cx="271916" cy="170990"/>
              </a:xfrm>
              <a:prstGeom prst="rect">
                <a:avLst/>
              </a:prstGeom>
              <a:solidFill>
                <a:srgbClr val="99FF99"/>
              </a:solidFill>
              <a:ln w="6350" cap="rnd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ctr" defTabSz="685783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600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727" name="Isosceles Triangle 726">
                <a:extLst>
                  <a:ext uri="{FF2B5EF4-FFF2-40B4-BE49-F238E27FC236}">
                    <a16:creationId xmlns:a16="http://schemas.microsoft.com/office/drawing/2014/main" id="{515B9334-CEA5-5696-4AC0-77646E2BBB5C}"/>
                  </a:ext>
                </a:extLst>
              </p:cNvPr>
              <p:cNvSpPr/>
              <p:nvPr/>
            </p:nvSpPr>
            <p:spPr>
              <a:xfrm flipV="1">
                <a:off x="1040929" y="1977630"/>
                <a:ext cx="105628" cy="87485"/>
              </a:xfrm>
              <a:prstGeom prst="triangl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68580" tIns="34291" rIns="68580" bIns="34291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685783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351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728" name="Oval 341">
                <a:extLst>
                  <a:ext uri="{FF2B5EF4-FFF2-40B4-BE49-F238E27FC236}">
                    <a16:creationId xmlns:a16="http://schemas.microsoft.com/office/drawing/2014/main" id="{F82620B9-14B0-D753-7271-B8A9AF70AA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1067" y="2032325"/>
                <a:ext cx="48964" cy="48247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68580" tIns="34291" rIns="68580" bIns="34291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685783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351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</p:grpSp>
        <p:sp>
          <p:nvSpPr>
            <p:cNvPr id="725" name="Trapezoid 724">
              <a:extLst>
                <a:ext uri="{FF2B5EF4-FFF2-40B4-BE49-F238E27FC236}">
                  <a16:creationId xmlns:a16="http://schemas.microsoft.com/office/drawing/2014/main" id="{41A9FD0B-7456-4F28-37A4-B38E540C21C7}"/>
                </a:ext>
              </a:extLst>
            </p:cNvPr>
            <p:cNvSpPr/>
            <p:nvPr/>
          </p:nvSpPr>
          <p:spPr>
            <a:xfrm rot="10800000">
              <a:off x="1018052" y="2022543"/>
              <a:ext cx="201098" cy="38322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8580" tIns="34291" rIns="68580" bIns="34291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377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1" kern="0">
                <a:solidFill>
                  <a:srgbClr val="FFFFFF"/>
                </a:solidFill>
                <a:latin typeface="Arial"/>
                <a:ea typeface="ヒラギノ角ゴ ProN W3" charset="-128"/>
                <a:sym typeface="Gill Sans" charset="0"/>
              </a:endParaRPr>
            </a:p>
          </p:txBody>
        </p:sp>
      </p:grpSp>
      <p:grpSp>
        <p:nvGrpSpPr>
          <p:cNvPr id="729" name="Group 728">
            <a:extLst>
              <a:ext uri="{FF2B5EF4-FFF2-40B4-BE49-F238E27FC236}">
                <a16:creationId xmlns:a16="http://schemas.microsoft.com/office/drawing/2014/main" id="{B53E5861-F4FD-0D31-5C62-0E695DD72D2A}"/>
              </a:ext>
            </a:extLst>
          </p:cNvPr>
          <p:cNvGrpSpPr/>
          <p:nvPr/>
        </p:nvGrpSpPr>
        <p:grpSpPr>
          <a:xfrm>
            <a:off x="3401956" y="2943144"/>
            <a:ext cx="367732" cy="211616"/>
            <a:chOff x="1539943" y="2795561"/>
            <a:chExt cx="367732" cy="211616"/>
          </a:xfrm>
        </p:grpSpPr>
        <p:sp>
          <p:nvSpPr>
            <p:cNvPr id="730" name="Rectangle 60">
              <a:extLst>
                <a:ext uri="{FF2B5EF4-FFF2-40B4-BE49-F238E27FC236}">
                  <a16:creationId xmlns:a16="http://schemas.microsoft.com/office/drawing/2014/main" id="{EEEDD983-23BB-793F-0A1B-9F1F6F2C70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39943" y="2795561"/>
              <a:ext cx="367732" cy="211616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457178">
                <a:defRPr/>
              </a:pPr>
              <a:endParaRPr lang="en-US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731" name="Group 719">
              <a:extLst>
                <a:ext uri="{FF2B5EF4-FFF2-40B4-BE49-F238E27FC236}">
                  <a16:creationId xmlns:a16="http://schemas.microsoft.com/office/drawing/2014/main" id="{9950CC84-D871-07AC-1323-51139BDA04DD}"/>
                </a:ext>
              </a:extLst>
            </p:cNvPr>
            <p:cNvGrpSpPr/>
            <p:nvPr/>
          </p:nvGrpSpPr>
          <p:grpSpPr>
            <a:xfrm>
              <a:off x="1609656" y="2797277"/>
              <a:ext cx="228353" cy="90129"/>
              <a:chOff x="8553742" y="2601251"/>
              <a:chExt cx="216024" cy="108852"/>
            </a:xfrm>
          </p:grpSpPr>
          <p:cxnSp>
            <p:nvCxnSpPr>
              <p:cNvPr id="733" name="Straight Connector 732">
                <a:extLst>
                  <a:ext uri="{FF2B5EF4-FFF2-40B4-BE49-F238E27FC236}">
                    <a16:creationId xmlns:a16="http://schemas.microsoft.com/office/drawing/2014/main" id="{D24A21A7-6376-87C2-24C7-B919439E3310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734" name="Straight Connector 733">
                <a:extLst>
                  <a:ext uri="{FF2B5EF4-FFF2-40B4-BE49-F238E27FC236}">
                    <a16:creationId xmlns:a16="http://schemas.microsoft.com/office/drawing/2014/main" id="{9ABF4633-FF8A-F4C5-E491-F9F20C36E5CD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735" name="Straight Connector 734">
                <a:extLst>
                  <a:ext uri="{FF2B5EF4-FFF2-40B4-BE49-F238E27FC236}">
                    <a16:creationId xmlns:a16="http://schemas.microsoft.com/office/drawing/2014/main" id="{198D4B06-98E3-3A8F-E5A6-F1F57D58892D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736" name="Straight Connector 735">
                <a:extLst>
                  <a:ext uri="{FF2B5EF4-FFF2-40B4-BE49-F238E27FC236}">
                    <a16:creationId xmlns:a16="http://schemas.microsoft.com/office/drawing/2014/main" id="{98AA5BA0-4AF3-B423-38F0-47297087BEEC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732" name="Trapezoid 731">
              <a:extLst>
                <a:ext uri="{FF2B5EF4-FFF2-40B4-BE49-F238E27FC236}">
                  <a16:creationId xmlns:a16="http://schemas.microsoft.com/office/drawing/2014/main" id="{9EF65CC1-C2E4-CEAC-645F-00F1DE613383}"/>
                </a:ext>
              </a:extLst>
            </p:cNvPr>
            <p:cNvSpPr/>
            <p:nvPr/>
          </p:nvSpPr>
          <p:spPr>
            <a:xfrm rot="10800000">
              <a:off x="1585304" y="2887427"/>
              <a:ext cx="277051" cy="42070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457178">
                <a:defRPr/>
              </a:pPr>
              <a:endParaRPr lang="en-US" kern="0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737" name="Rectangle 135">
            <a:extLst>
              <a:ext uri="{FF2B5EF4-FFF2-40B4-BE49-F238E27FC236}">
                <a16:creationId xmlns:a16="http://schemas.microsoft.com/office/drawing/2014/main" id="{C84D29E5-A2CE-93B3-5F22-01D3674822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2565" y="2951795"/>
            <a:ext cx="741203" cy="1642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914332">
              <a:defRPr/>
            </a:pPr>
            <a:r>
              <a:rPr lang="it-IT" sz="1067" kern="0" dirty="0">
                <a:solidFill>
                  <a:srgbClr val="000000"/>
                </a:solidFill>
                <a:latin typeface="Calibri"/>
                <a:cs typeface="Arial" charset="0"/>
              </a:rPr>
              <a:t>DSR</a:t>
            </a:r>
            <a:endParaRPr lang="en-GB" sz="1067" i="1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sp>
        <p:nvSpPr>
          <p:cNvPr id="3" name="Rectangle 135">
            <a:extLst>
              <a:ext uri="{FF2B5EF4-FFF2-40B4-BE49-F238E27FC236}">
                <a16:creationId xmlns:a16="http://schemas.microsoft.com/office/drawing/2014/main" id="{727EFC8F-253C-DDA7-74C5-45189F4879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3965" y="2452422"/>
            <a:ext cx="741203" cy="3284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914332">
              <a:defRPr/>
            </a:pPr>
            <a:r>
              <a:rPr lang="it-IT" sz="1067" kern="0">
                <a:solidFill>
                  <a:srgbClr val="000000"/>
                </a:solidFill>
                <a:latin typeface="Calibri"/>
                <a:cs typeface="Arial" charset="0"/>
              </a:rPr>
              <a:t>ODU</a:t>
            </a:r>
            <a:endParaRPr lang="it-IT" sz="1067" kern="0">
              <a:solidFill>
                <a:srgbClr val="FF0000"/>
              </a:solidFill>
              <a:latin typeface="Calibri"/>
              <a:cs typeface="Arial" charset="0"/>
            </a:endParaRPr>
          </a:p>
          <a:p>
            <a:pPr algn="ctr" defTabSz="914332">
              <a:defRPr/>
            </a:pPr>
            <a:r>
              <a:rPr lang="it-IT" sz="1067" kern="0">
                <a:solidFill>
                  <a:srgbClr val="000000"/>
                </a:solidFill>
                <a:latin typeface="Calibri"/>
                <a:cs typeface="Arial" charset="0"/>
              </a:rPr>
              <a:t>(+OTU)</a:t>
            </a:r>
            <a:endParaRPr lang="en-GB" sz="1067" kern="0" dirty="0">
              <a:solidFill>
                <a:srgbClr val="000000"/>
              </a:solidFill>
              <a:latin typeface="Calibri"/>
              <a:cs typeface="Arial" charset="0"/>
            </a:endParaRPr>
          </a:p>
        </p:txBody>
      </p:sp>
      <p:sp>
        <p:nvSpPr>
          <p:cNvPr id="4" name="Rectangle 135">
            <a:extLst>
              <a:ext uri="{FF2B5EF4-FFF2-40B4-BE49-F238E27FC236}">
                <a16:creationId xmlns:a16="http://schemas.microsoft.com/office/drawing/2014/main" id="{C0042E0D-FF2F-6001-DCF9-8F1A187173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4609" y="3777083"/>
            <a:ext cx="741203" cy="1642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914332"/>
            <a:r>
              <a:rPr lang="it-IT" sz="1067" kern="0">
                <a:solidFill>
                  <a:srgbClr val="000000"/>
                </a:solidFill>
                <a:latin typeface="Calibri"/>
                <a:cs typeface="Arial" charset="0"/>
              </a:rPr>
              <a:t>OTSiMCA</a:t>
            </a:r>
            <a:endParaRPr lang="en-GB" sz="1067" kern="0" dirty="0">
              <a:solidFill>
                <a:srgbClr val="000000"/>
              </a:solidFill>
              <a:latin typeface="Calibri"/>
              <a:cs typeface="Arial" charset="0"/>
            </a:endParaRPr>
          </a:p>
        </p:txBody>
      </p:sp>
      <p:sp>
        <p:nvSpPr>
          <p:cNvPr id="11" name="Rectangle 25">
            <a:extLst>
              <a:ext uri="{FF2B5EF4-FFF2-40B4-BE49-F238E27FC236}">
                <a16:creationId xmlns:a16="http://schemas.microsoft.com/office/drawing/2014/main" id="{C55D5B9F-91F3-6869-7A62-6CC13E4813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34703" y="3293834"/>
            <a:ext cx="7076888" cy="115415"/>
          </a:xfrm>
          <a:prstGeom prst="rect">
            <a:avLst/>
          </a:prstGeom>
          <a:solidFill>
            <a:srgbClr val="FFFF00"/>
          </a:solidFill>
          <a:ln w="6350" algn="ctr">
            <a:solidFill>
              <a:srgbClr val="000000"/>
            </a:solidFill>
            <a:miter lim="800000"/>
            <a:headEnd/>
            <a:tailEnd/>
          </a:ln>
        </p:spPr>
        <p:txBody>
          <a:bodyPr lIns="121804" tIns="60900" rIns="121804" bIns="60900" anchor="ctr"/>
          <a:lstStyle/>
          <a:p>
            <a:pPr algn="ctr" defTabSz="609570">
              <a:spcBef>
                <a:spcPct val="0"/>
              </a:spcBef>
            </a:pPr>
            <a:endParaRPr lang="en-US" sz="1200" kern="0">
              <a:solidFill>
                <a:srgbClr val="000000"/>
              </a:solidFill>
              <a:latin typeface="Calibri" pitchFamily="34" charset="0"/>
            </a:endParaRPr>
          </a:p>
        </p:txBody>
      </p:sp>
      <p:sp>
        <p:nvSpPr>
          <p:cNvPr id="12" name="Rectangle 29">
            <a:extLst>
              <a:ext uri="{FF2B5EF4-FFF2-40B4-BE49-F238E27FC236}">
                <a16:creationId xmlns:a16="http://schemas.microsoft.com/office/drawing/2014/main" id="{84509950-7103-5BD3-4389-0CA0827815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73336" y="3313711"/>
            <a:ext cx="85405" cy="77988"/>
          </a:xfrm>
          <a:prstGeom prst="ellipse">
            <a:avLst/>
          </a:prstGeom>
          <a:solidFill>
            <a:schemeClr val="bg1"/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defTabSz="609570"/>
            <a:endParaRPr lang="en-US">
              <a:solidFill>
                <a:srgbClr val="4B4B4B"/>
              </a:solidFill>
              <a:latin typeface="Calibri"/>
            </a:endParaRPr>
          </a:p>
        </p:txBody>
      </p:sp>
      <p:sp>
        <p:nvSpPr>
          <p:cNvPr id="13" name="Rectangle 135">
            <a:extLst>
              <a:ext uri="{FF2B5EF4-FFF2-40B4-BE49-F238E27FC236}">
                <a16:creationId xmlns:a16="http://schemas.microsoft.com/office/drawing/2014/main" id="{7494A4C4-91D7-9C02-1E92-96FDF5E876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05925" y="3278380"/>
            <a:ext cx="2769553" cy="153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914332">
              <a:defRPr/>
            </a:pPr>
            <a:r>
              <a:rPr lang="en-US" sz="1000" b="1" kern="0">
                <a:solidFill>
                  <a:srgbClr val="000000"/>
                </a:solidFill>
                <a:latin typeface="Calibri"/>
                <a:cs typeface="Arial" charset="0"/>
              </a:rPr>
              <a:t>OTSiMCA</a:t>
            </a:r>
            <a:r>
              <a:rPr lang="en-US" sz="1000" kern="0">
                <a:solidFill>
                  <a:srgbClr val="000000"/>
                </a:solidFill>
                <a:latin typeface="Calibri"/>
                <a:cs typeface="Arial" charset="0"/>
              </a:rPr>
              <a:t> </a:t>
            </a:r>
            <a:r>
              <a:rPr lang="en-US" sz="1000" kern="0" dirty="0">
                <a:solidFill>
                  <a:srgbClr val="000000"/>
                </a:solidFill>
                <a:latin typeface="Calibri"/>
                <a:cs typeface="Arial" charset="0"/>
              </a:rPr>
              <a:t>Top Connection</a:t>
            </a:r>
            <a:endParaRPr lang="en-US" sz="1000" i="1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8531AD8A-3112-E5AC-1253-E81C08A7E1B1}"/>
              </a:ext>
            </a:extLst>
          </p:cNvPr>
          <p:cNvCxnSpPr>
            <a:cxnSpLocks/>
            <a:stCxn id="12" idx="2"/>
            <a:endCxn id="726" idx="0"/>
          </p:cNvCxnSpPr>
          <p:nvPr/>
        </p:nvCxnSpPr>
        <p:spPr>
          <a:xfrm flipH="1">
            <a:off x="3579267" y="3352705"/>
            <a:ext cx="1394069" cy="408104"/>
          </a:xfrm>
          <a:prstGeom prst="straightConnector1">
            <a:avLst/>
          </a:prstGeom>
          <a:solidFill>
            <a:schemeClr val="accent5">
              <a:lumMod val="20000"/>
              <a:lumOff val="80000"/>
            </a:schemeClr>
          </a:solidFill>
          <a:ln w="15875" cap="rnd" cmpd="sng">
            <a:solidFill>
              <a:schemeClr val="tx1">
                <a:lumMod val="60000"/>
                <a:lumOff val="40000"/>
              </a:schemeClr>
            </a:solidFill>
            <a:prstDash val="solid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42" name="Group 11">
            <a:extLst>
              <a:ext uri="{FF2B5EF4-FFF2-40B4-BE49-F238E27FC236}">
                <a16:creationId xmlns:a16="http://schemas.microsoft.com/office/drawing/2014/main" id="{FD4193E2-BEBA-4713-ACEE-2D08840C1622}"/>
              </a:ext>
            </a:extLst>
          </p:cNvPr>
          <p:cNvGrpSpPr/>
          <p:nvPr/>
        </p:nvGrpSpPr>
        <p:grpSpPr>
          <a:xfrm>
            <a:off x="1546683" y="1752904"/>
            <a:ext cx="271916" cy="170990"/>
            <a:chOff x="4487593" y="2873065"/>
            <a:chExt cx="362554" cy="227985"/>
          </a:xfrm>
        </p:grpSpPr>
        <p:sp>
          <p:nvSpPr>
            <p:cNvPr id="43" name="Rectangle 88">
              <a:extLst>
                <a:ext uri="{FF2B5EF4-FFF2-40B4-BE49-F238E27FC236}">
                  <a16:creationId xmlns:a16="http://schemas.microsoft.com/office/drawing/2014/main" id="{6372DBA1-CD3C-73D1-4D7D-A829D1E439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7593" y="2873065"/>
              <a:ext cx="362554" cy="227985"/>
            </a:xfrm>
            <a:prstGeom prst="rect">
              <a:avLst/>
            </a:prstGeom>
            <a:solidFill>
              <a:srgbClr val="99FF99"/>
            </a:solidFill>
            <a:ln w="6350" cap="rnd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marL="0" marR="0" lvl="0" indent="0" algn="ctr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6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ヒラギノ角ゴ ProN W3" charset="-128"/>
                <a:cs typeface="+mn-cs"/>
                <a:sym typeface="Gill Sans" charset="0"/>
              </a:endParaRPr>
            </a:p>
          </p:txBody>
        </p:sp>
        <p:sp>
          <p:nvSpPr>
            <p:cNvPr id="44" name="Trapezoid 43">
              <a:extLst>
                <a:ext uri="{FF2B5EF4-FFF2-40B4-BE49-F238E27FC236}">
                  <a16:creationId xmlns:a16="http://schemas.microsoft.com/office/drawing/2014/main" id="{85AF6ADD-1B4E-8D62-5FDF-C3853EDFD19F}"/>
                </a:ext>
              </a:extLst>
            </p:cNvPr>
            <p:cNvSpPr/>
            <p:nvPr/>
          </p:nvSpPr>
          <p:spPr>
            <a:xfrm rot="10800000">
              <a:off x="4543045" y="3001279"/>
              <a:ext cx="262093" cy="50810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ヒラギノ角ゴ ProN W3" charset="-128"/>
                <a:cs typeface="+mn-cs"/>
                <a:sym typeface="Gill Sans" charset="0"/>
              </a:endParaRPr>
            </a:p>
          </p:txBody>
        </p:sp>
        <p:sp>
          <p:nvSpPr>
            <p:cNvPr id="45" name="Oval 341">
              <a:extLst>
                <a:ext uri="{FF2B5EF4-FFF2-40B4-BE49-F238E27FC236}">
                  <a16:creationId xmlns:a16="http://schemas.microsoft.com/office/drawing/2014/main" id="{5C66F099-5010-21DA-31A8-1D0B7CD24D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38615" y="2931711"/>
              <a:ext cx="65285" cy="64329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ヒラギノ角ゴ ProN W3" charset="-128"/>
                <a:cs typeface="+mn-cs"/>
                <a:sym typeface="Gill Sans" charset="0"/>
              </a:endParaRPr>
            </a:p>
          </p:txBody>
        </p:sp>
      </p:grpSp>
      <p:grpSp>
        <p:nvGrpSpPr>
          <p:cNvPr id="46" name="Group 1040">
            <a:extLst>
              <a:ext uri="{FF2B5EF4-FFF2-40B4-BE49-F238E27FC236}">
                <a16:creationId xmlns:a16="http://schemas.microsoft.com/office/drawing/2014/main" id="{A2F02020-86DE-C453-2BFF-EEDEF898D2BC}"/>
              </a:ext>
            </a:extLst>
          </p:cNvPr>
          <p:cNvGrpSpPr/>
          <p:nvPr/>
        </p:nvGrpSpPr>
        <p:grpSpPr>
          <a:xfrm>
            <a:off x="2494252" y="1765949"/>
            <a:ext cx="271916" cy="98118"/>
            <a:chOff x="1230061" y="3045781"/>
            <a:chExt cx="435339" cy="142407"/>
          </a:xfrm>
        </p:grpSpPr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81AFD424-294E-72DC-82B0-7CA3EAE43E9B}"/>
                </a:ext>
              </a:extLst>
            </p:cNvPr>
            <p:cNvSpPr/>
            <p:nvPr/>
          </p:nvSpPr>
          <p:spPr>
            <a:xfrm>
              <a:off x="1230061" y="3045781"/>
              <a:ext cx="435339" cy="142407"/>
            </a:xfrm>
            <a:prstGeom prst="rect">
              <a:avLst/>
            </a:prstGeom>
            <a:solidFill>
              <a:srgbClr val="FFFF00"/>
            </a:solidFill>
            <a:ln w="6350" cap="flat" cmpd="sng" algn="ctr">
              <a:solidFill>
                <a:srgbClr val="141313"/>
              </a:solidFill>
              <a:prstDash val="solid"/>
            </a:ln>
            <a:effectLst/>
          </p:spPr>
          <p:txBody>
            <a:bodyPr lIns="91353" tIns="45675" rIns="91353" bIns="45675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141313"/>
                </a:solidFill>
                <a:effectLst/>
                <a:uLnTx/>
                <a:uFillTx/>
                <a:latin typeface="Arial"/>
                <a:ea typeface="ヒラギノ角ゴ ProN W3" charset="-128"/>
                <a:cs typeface="+mn-cs"/>
                <a:sym typeface="Gill Sans" charset="0"/>
              </a:endParaRPr>
            </a:p>
          </p:txBody>
        </p:sp>
        <p:sp>
          <p:nvSpPr>
            <p:cNvPr id="48" name="Oval 341">
              <a:extLst>
                <a:ext uri="{FF2B5EF4-FFF2-40B4-BE49-F238E27FC236}">
                  <a16:creationId xmlns:a16="http://schemas.microsoft.com/office/drawing/2014/main" id="{96C31A53-891D-38F4-45BB-0D1B3173D3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1966" y="3084820"/>
              <a:ext cx="65286" cy="64329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ヒラギノ角ゴ ProN W3" charset="-128"/>
                <a:cs typeface="+mn-cs"/>
                <a:sym typeface="Gill Sans" charset="0"/>
              </a:endParaRPr>
            </a:p>
          </p:txBody>
        </p:sp>
        <p:sp>
          <p:nvSpPr>
            <p:cNvPr id="49" name="Oval 341">
              <a:extLst>
                <a:ext uri="{FF2B5EF4-FFF2-40B4-BE49-F238E27FC236}">
                  <a16:creationId xmlns:a16="http://schemas.microsoft.com/office/drawing/2014/main" id="{D309F9F1-B14C-499B-51F1-F64F570763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67471" y="3084820"/>
              <a:ext cx="65286" cy="64329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ヒラギノ角ゴ ProN W3" charset="-128"/>
                <a:cs typeface="+mn-cs"/>
                <a:sym typeface="Gill Sans" charset="0"/>
              </a:endParaRPr>
            </a:p>
          </p:txBody>
        </p:sp>
      </p:grp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B1445523-82C5-2E4B-B36F-068723940BA2}"/>
              </a:ext>
            </a:extLst>
          </p:cNvPr>
          <p:cNvCxnSpPr>
            <a:cxnSpLocks/>
            <a:stCxn id="48" idx="2"/>
            <a:endCxn id="45" idx="6"/>
          </p:cNvCxnSpPr>
          <p:nvPr/>
        </p:nvCxnSpPr>
        <p:spPr>
          <a:xfrm flipH="1">
            <a:off x="1708914" y="1815008"/>
            <a:ext cx="805266" cy="6005"/>
          </a:xfrm>
          <a:prstGeom prst="line">
            <a:avLst/>
          </a:prstGeom>
          <a:noFill/>
          <a:ln w="9525" cap="flat" cmpd="sng" algn="ctr">
            <a:solidFill>
              <a:srgbClr val="000000"/>
            </a:solidFill>
            <a:prstDash val="solid"/>
          </a:ln>
          <a:effectLst/>
        </p:spPr>
      </p:cxnSp>
      <p:grpSp>
        <p:nvGrpSpPr>
          <p:cNvPr id="51" name="Group 11">
            <a:extLst>
              <a:ext uri="{FF2B5EF4-FFF2-40B4-BE49-F238E27FC236}">
                <a16:creationId xmlns:a16="http://schemas.microsoft.com/office/drawing/2014/main" id="{372B7C6A-66F2-E5A3-24CB-396F2912F5E4}"/>
              </a:ext>
            </a:extLst>
          </p:cNvPr>
          <p:cNvGrpSpPr/>
          <p:nvPr/>
        </p:nvGrpSpPr>
        <p:grpSpPr>
          <a:xfrm>
            <a:off x="3465902" y="1746900"/>
            <a:ext cx="271916" cy="170990"/>
            <a:chOff x="4487593" y="2873065"/>
            <a:chExt cx="362554" cy="227985"/>
          </a:xfrm>
        </p:grpSpPr>
        <p:sp>
          <p:nvSpPr>
            <p:cNvPr id="52" name="Rectangle 88">
              <a:extLst>
                <a:ext uri="{FF2B5EF4-FFF2-40B4-BE49-F238E27FC236}">
                  <a16:creationId xmlns:a16="http://schemas.microsoft.com/office/drawing/2014/main" id="{7A0BC706-01D7-9762-7386-ADFDE78A0D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7593" y="2873065"/>
              <a:ext cx="362554" cy="227985"/>
            </a:xfrm>
            <a:prstGeom prst="rect">
              <a:avLst/>
            </a:prstGeom>
            <a:solidFill>
              <a:srgbClr val="99FF99"/>
            </a:solidFill>
            <a:ln w="6350" cap="rnd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marL="0" marR="0" lvl="0" indent="0" algn="ctr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6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ヒラギノ角ゴ ProN W3" charset="-128"/>
                <a:cs typeface="+mn-cs"/>
                <a:sym typeface="Gill Sans" charset="0"/>
              </a:endParaRPr>
            </a:p>
          </p:txBody>
        </p:sp>
        <p:sp>
          <p:nvSpPr>
            <p:cNvPr id="53" name="Trapezoid 52">
              <a:extLst>
                <a:ext uri="{FF2B5EF4-FFF2-40B4-BE49-F238E27FC236}">
                  <a16:creationId xmlns:a16="http://schemas.microsoft.com/office/drawing/2014/main" id="{80F7C6CC-43A1-6265-D830-18BF240A709C}"/>
                </a:ext>
              </a:extLst>
            </p:cNvPr>
            <p:cNvSpPr/>
            <p:nvPr/>
          </p:nvSpPr>
          <p:spPr>
            <a:xfrm rot="10800000">
              <a:off x="4543045" y="3001279"/>
              <a:ext cx="262093" cy="50810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ヒラギノ角ゴ ProN W3" charset="-128"/>
                <a:cs typeface="+mn-cs"/>
                <a:sym typeface="Gill Sans" charset="0"/>
              </a:endParaRPr>
            </a:p>
          </p:txBody>
        </p:sp>
        <p:sp>
          <p:nvSpPr>
            <p:cNvPr id="54" name="Oval 341">
              <a:extLst>
                <a:ext uri="{FF2B5EF4-FFF2-40B4-BE49-F238E27FC236}">
                  <a16:creationId xmlns:a16="http://schemas.microsoft.com/office/drawing/2014/main" id="{BC23F849-4603-5664-ED04-C8BCC2FAD8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38615" y="2931711"/>
              <a:ext cx="65285" cy="64329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ヒラギノ角ゴ ProN W3" charset="-128"/>
                <a:cs typeface="+mn-cs"/>
                <a:sym typeface="Gill Sans" charset="0"/>
              </a:endParaRPr>
            </a:p>
          </p:txBody>
        </p:sp>
      </p:grp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B35E733F-6F60-BF03-D4CD-95CFBAB2BADB}"/>
              </a:ext>
            </a:extLst>
          </p:cNvPr>
          <p:cNvCxnSpPr>
            <a:cxnSpLocks/>
            <a:stCxn id="54" idx="2"/>
            <a:endCxn id="49" idx="6"/>
          </p:cNvCxnSpPr>
          <p:nvPr/>
        </p:nvCxnSpPr>
        <p:spPr>
          <a:xfrm flipH="1" flipV="1">
            <a:off x="2745779" y="1815008"/>
            <a:ext cx="833390" cy="1"/>
          </a:xfrm>
          <a:prstGeom prst="line">
            <a:avLst/>
          </a:prstGeom>
          <a:noFill/>
          <a:ln w="9525" cap="flat" cmpd="sng" algn="ctr">
            <a:solidFill>
              <a:srgbClr val="000000"/>
            </a:solidFill>
            <a:prstDash val="solid"/>
          </a:ln>
          <a:effectLst/>
        </p:spPr>
      </p:cxnSp>
      <p:sp>
        <p:nvSpPr>
          <p:cNvPr id="56" name="Rectangle 135">
            <a:extLst>
              <a:ext uri="{FF2B5EF4-FFF2-40B4-BE49-F238E27FC236}">
                <a16:creationId xmlns:a16="http://schemas.microsoft.com/office/drawing/2014/main" id="{18880857-A5C2-0069-965B-ABBD705A0A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5692" y="1736502"/>
            <a:ext cx="741203" cy="1642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914332">
              <a:defRPr/>
            </a:pPr>
            <a:r>
              <a:rPr lang="it-IT" sz="1067" kern="0" dirty="0">
                <a:solidFill>
                  <a:srgbClr val="000000"/>
                </a:solidFill>
                <a:latin typeface="Calibri"/>
                <a:cs typeface="Arial" charset="0"/>
              </a:rPr>
              <a:t>DSR_400G</a:t>
            </a:r>
            <a:endParaRPr lang="en-GB" sz="1067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sp>
        <p:nvSpPr>
          <p:cNvPr id="61" name="Rectangle 29">
            <a:extLst>
              <a:ext uri="{FF2B5EF4-FFF2-40B4-BE49-F238E27FC236}">
                <a16:creationId xmlns:a16="http://schemas.microsoft.com/office/drawing/2014/main" id="{8439D605-666A-FF72-CEED-59E6BED307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47283" y="994838"/>
            <a:ext cx="85405" cy="77988"/>
          </a:xfrm>
          <a:prstGeom prst="ellipse">
            <a:avLst/>
          </a:prstGeom>
          <a:solidFill>
            <a:schemeClr val="bg1"/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defTabSz="609570"/>
            <a:endParaRPr lang="en-US">
              <a:solidFill>
                <a:srgbClr val="4B4B4B"/>
              </a:solidFill>
              <a:latin typeface="Calibri"/>
            </a:endParaRPr>
          </a:p>
        </p:txBody>
      </p:sp>
      <p:sp>
        <p:nvSpPr>
          <p:cNvPr id="63" name="Rectangle 25">
            <a:extLst>
              <a:ext uri="{FF2B5EF4-FFF2-40B4-BE49-F238E27FC236}">
                <a16:creationId xmlns:a16="http://schemas.microsoft.com/office/drawing/2014/main" id="{9CFA496B-AFA5-4F63-DA8C-9E47B190C3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32688" y="1328974"/>
            <a:ext cx="7076888" cy="115415"/>
          </a:xfrm>
          <a:prstGeom prst="rect">
            <a:avLst/>
          </a:prstGeom>
          <a:solidFill>
            <a:srgbClr val="FFFF00"/>
          </a:solidFill>
          <a:ln w="6350" algn="ctr">
            <a:solidFill>
              <a:srgbClr val="000000"/>
            </a:solidFill>
            <a:miter lim="800000"/>
            <a:headEnd/>
            <a:tailEnd/>
          </a:ln>
        </p:spPr>
        <p:txBody>
          <a:bodyPr lIns="121804" tIns="60900" rIns="121804" bIns="60900" anchor="ctr"/>
          <a:lstStyle/>
          <a:p>
            <a:pPr algn="ctr" defTabSz="609570">
              <a:spcBef>
                <a:spcPct val="0"/>
              </a:spcBef>
            </a:pPr>
            <a:endParaRPr lang="en-US" sz="1200" kern="0">
              <a:solidFill>
                <a:srgbClr val="000000"/>
              </a:solidFill>
              <a:latin typeface="Calibri" pitchFamily="34" charset="0"/>
            </a:endParaRPr>
          </a:p>
        </p:txBody>
      </p:sp>
      <p:sp>
        <p:nvSpPr>
          <p:cNvPr id="64" name="Rectangle 29">
            <a:extLst>
              <a:ext uri="{FF2B5EF4-FFF2-40B4-BE49-F238E27FC236}">
                <a16:creationId xmlns:a16="http://schemas.microsoft.com/office/drawing/2014/main" id="{CFC7899C-7FF1-A0A2-9599-366C2F8BEC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71321" y="1348851"/>
            <a:ext cx="85405" cy="77988"/>
          </a:xfrm>
          <a:prstGeom prst="ellipse">
            <a:avLst/>
          </a:prstGeom>
          <a:solidFill>
            <a:schemeClr val="bg1"/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defTabSz="609570"/>
            <a:endParaRPr lang="en-US">
              <a:solidFill>
                <a:srgbClr val="4B4B4B"/>
              </a:solidFill>
              <a:latin typeface="Calibri"/>
            </a:endParaRPr>
          </a:p>
        </p:txBody>
      </p:sp>
      <p:sp>
        <p:nvSpPr>
          <p:cNvPr id="65" name="Rectangle 135">
            <a:extLst>
              <a:ext uri="{FF2B5EF4-FFF2-40B4-BE49-F238E27FC236}">
                <a16:creationId xmlns:a16="http://schemas.microsoft.com/office/drawing/2014/main" id="{F68EE149-61F8-568D-5F85-90A16431CB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3910" y="1313520"/>
            <a:ext cx="2769553" cy="153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914332">
              <a:defRPr/>
            </a:pPr>
            <a:r>
              <a:rPr lang="en-US" sz="1000" b="1" kern="0" dirty="0">
                <a:solidFill>
                  <a:srgbClr val="000000"/>
                </a:solidFill>
                <a:latin typeface="Calibri"/>
                <a:cs typeface="Arial" charset="0"/>
              </a:rPr>
              <a:t>DSR 400G</a:t>
            </a:r>
            <a:r>
              <a:rPr lang="en-US" sz="1000" kern="0" dirty="0">
                <a:solidFill>
                  <a:srgbClr val="000000"/>
                </a:solidFill>
                <a:latin typeface="Calibri"/>
                <a:cs typeface="Arial" charset="0"/>
              </a:rPr>
              <a:t> Top Connection</a:t>
            </a:r>
            <a:endParaRPr lang="en-US" sz="1000" i="1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CC105B4E-827E-2955-F147-D8416BB72BEE}"/>
              </a:ext>
            </a:extLst>
          </p:cNvPr>
          <p:cNvCxnSpPr>
            <a:cxnSpLocks/>
            <a:stCxn id="61" idx="3"/>
            <a:endCxn id="70" idx="6"/>
          </p:cNvCxnSpPr>
          <p:nvPr/>
        </p:nvCxnSpPr>
        <p:spPr>
          <a:xfrm flipH="1">
            <a:off x="928804" y="1061405"/>
            <a:ext cx="1430986" cy="11421"/>
          </a:xfrm>
          <a:prstGeom prst="straightConnector1">
            <a:avLst/>
          </a:prstGeom>
          <a:solidFill>
            <a:schemeClr val="accent5">
              <a:lumMod val="20000"/>
              <a:lumOff val="80000"/>
            </a:schemeClr>
          </a:solidFill>
          <a:ln w="15875" cap="rnd" cmpd="sng">
            <a:solidFill>
              <a:srgbClr val="FFC000"/>
            </a:solidFill>
            <a:prstDash val="solid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Oval 69">
            <a:extLst>
              <a:ext uri="{FF2B5EF4-FFF2-40B4-BE49-F238E27FC236}">
                <a16:creationId xmlns:a16="http://schemas.microsoft.com/office/drawing/2014/main" id="{D72E11B8-CFDE-DCE4-21CB-0DA36701A691}"/>
              </a:ext>
            </a:extLst>
          </p:cNvPr>
          <p:cNvSpPr>
            <a:spLocks noChangeAspect="1"/>
          </p:cNvSpPr>
          <p:nvPr/>
        </p:nvSpPr>
        <p:spPr>
          <a:xfrm>
            <a:off x="469965" y="982884"/>
            <a:ext cx="458839" cy="179883"/>
          </a:xfrm>
          <a:prstGeom prst="ellipse">
            <a:avLst/>
          </a:prstGeom>
          <a:solidFill>
            <a:srgbClr val="99FF99"/>
          </a:solidFill>
          <a:ln w="9525" cap="flat" cmpd="sng" algn="ctr">
            <a:solidFill>
              <a:srgbClr val="DEC132">
                <a:lumMod val="60000"/>
                <a:lumOff val="4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lIns="0" rIns="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342891"/>
            <a:endParaRPr lang="en-US" sz="751" b="1">
              <a:solidFill>
                <a:srgbClr val="000000"/>
              </a:solidFill>
              <a:latin typeface="Arial"/>
              <a:ea typeface="Verdana"/>
            </a:endParaRPr>
          </a:p>
        </p:txBody>
      </p: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0015FBE9-03BA-5C88-250F-10AA7C6277F9}"/>
              </a:ext>
            </a:extLst>
          </p:cNvPr>
          <p:cNvCxnSpPr>
            <a:cxnSpLocks/>
            <a:stCxn id="70" idx="4"/>
            <a:endCxn id="501" idx="0"/>
          </p:cNvCxnSpPr>
          <p:nvPr/>
        </p:nvCxnSpPr>
        <p:spPr>
          <a:xfrm flipH="1">
            <a:off x="607071" y="1162767"/>
            <a:ext cx="92314" cy="901284"/>
          </a:xfrm>
          <a:prstGeom prst="straightConnector1">
            <a:avLst/>
          </a:prstGeom>
          <a:solidFill>
            <a:schemeClr val="accent5">
              <a:lumMod val="20000"/>
              <a:lumOff val="80000"/>
            </a:schemeClr>
          </a:solidFill>
          <a:ln w="15875" cap="rnd" cmpd="sng">
            <a:solidFill>
              <a:srgbClr val="FFC000"/>
            </a:solidFill>
            <a:prstDash val="solid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96C12EC5-FE36-8DC7-E569-9618FF5267B2}"/>
              </a:ext>
            </a:extLst>
          </p:cNvPr>
          <p:cNvCxnSpPr>
            <a:cxnSpLocks/>
            <a:stCxn id="64" idx="3"/>
            <a:endCxn id="43" idx="0"/>
          </p:cNvCxnSpPr>
          <p:nvPr/>
        </p:nvCxnSpPr>
        <p:spPr>
          <a:xfrm flipH="1">
            <a:off x="1682641" y="1415418"/>
            <a:ext cx="801187" cy="337486"/>
          </a:xfrm>
          <a:prstGeom prst="straightConnector1">
            <a:avLst/>
          </a:prstGeom>
          <a:solidFill>
            <a:schemeClr val="accent5">
              <a:lumMod val="20000"/>
              <a:lumOff val="80000"/>
            </a:schemeClr>
          </a:solidFill>
          <a:ln w="15875" cap="rnd" cmpd="sng">
            <a:solidFill>
              <a:schemeClr val="tx1">
                <a:lumMod val="60000"/>
                <a:lumOff val="40000"/>
              </a:schemeClr>
            </a:solidFill>
            <a:prstDash val="solid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BCF715E9-0AF9-FD93-80D8-886E6168B876}"/>
              </a:ext>
            </a:extLst>
          </p:cNvPr>
          <p:cNvCxnSpPr/>
          <p:nvPr/>
        </p:nvCxnSpPr>
        <p:spPr>
          <a:xfrm>
            <a:off x="2622459" y="1444389"/>
            <a:ext cx="0" cy="385443"/>
          </a:xfrm>
          <a:prstGeom prst="straightConnector1">
            <a:avLst/>
          </a:prstGeom>
          <a:ln w="3175" cap="rnd" cmpd="sng">
            <a:solidFill>
              <a:schemeClr val="tx1">
                <a:lumMod val="60000"/>
                <a:lumOff val="40000"/>
              </a:schemeClr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93EB5478-2EEB-76BE-D6A8-6B92CD54AD37}"/>
              </a:ext>
            </a:extLst>
          </p:cNvPr>
          <p:cNvCxnSpPr>
            <a:cxnSpLocks/>
          </p:cNvCxnSpPr>
          <p:nvPr/>
        </p:nvCxnSpPr>
        <p:spPr>
          <a:xfrm>
            <a:off x="2842617" y="1061405"/>
            <a:ext cx="0" cy="297100"/>
          </a:xfrm>
          <a:prstGeom prst="straightConnector1">
            <a:avLst/>
          </a:prstGeom>
          <a:ln w="3175" cap="rnd" cmpd="sng">
            <a:solidFill>
              <a:schemeClr val="tx1">
                <a:lumMod val="60000"/>
                <a:lumOff val="40000"/>
              </a:schemeClr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243D5C2C-C274-F65F-E4E1-53E9293567CE}"/>
              </a:ext>
            </a:extLst>
          </p:cNvPr>
          <p:cNvCxnSpPr>
            <a:cxnSpLocks/>
            <a:stCxn id="43" idx="2"/>
            <a:endCxn id="746" idx="0"/>
          </p:cNvCxnSpPr>
          <p:nvPr/>
        </p:nvCxnSpPr>
        <p:spPr>
          <a:xfrm>
            <a:off x="1682641" y="1923894"/>
            <a:ext cx="0" cy="110030"/>
          </a:xfrm>
          <a:prstGeom prst="straightConnector1">
            <a:avLst/>
          </a:prstGeom>
          <a:ln w="15875" cap="rnd" cmpd="sng">
            <a:solidFill>
              <a:schemeClr val="tx1">
                <a:lumMod val="60000"/>
                <a:lumOff val="40000"/>
              </a:schemeClr>
            </a:solidFill>
            <a:prstDash val="solid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88263100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Custom 71">
      <a:dk1>
        <a:srgbClr val="4B4B4B"/>
      </a:dk1>
      <a:lt1>
        <a:srgbClr val="FFFFFF"/>
      </a:lt1>
      <a:dk2>
        <a:srgbClr val="004B7D"/>
      </a:dk2>
      <a:lt2>
        <a:srgbClr val="00CCFF"/>
      </a:lt2>
      <a:accent1>
        <a:srgbClr val="4B87CC"/>
      </a:accent1>
      <a:accent2>
        <a:srgbClr val="AF3333"/>
      </a:accent2>
      <a:accent3>
        <a:srgbClr val="4B994B"/>
      </a:accent3>
      <a:accent4>
        <a:srgbClr val="664B97"/>
      </a:accent4>
      <a:accent5>
        <a:srgbClr val="FFAF00"/>
      </a:accent5>
      <a:accent6>
        <a:srgbClr val="971919"/>
      </a:accent6>
      <a:hlink>
        <a:srgbClr val="004B7D"/>
      </a:hlink>
      <a:folHlink>
        <a:srgbClr val="666666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25400" cap="rnd" cmpd="sng">
          <a:solidFill>
            <a:schemeClr val="tx1">
              <a:lumMod val="60000"/>
              <a:lumOff val="40000"/>
            </a:schemeClr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a7295cc1-d279-42ac-ab4d-3b0f4fece050}" enabled="1" method="Standard" siteId="{a19f121d-81e1-4858-a9d8-736e267fd4c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169</TotalTime>
  <Words>381</Words>
  <Application>Microsoft Office PowerPoint</Application>
  <PresentationFormat>Widescreen</PresentationFormat>
  <Paragraphs>72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5" baseType="lpstr">
      <vt:lpstr>Arial</vt:lpstr>
      <vt:lpstr>Calibri</vt:lpstr>
      <vt:lpstr>Corbel</vt:lpstr>
      <vt:lpstr>Open Sans Medium</vt:lpstr>
      <vt:lpstr>Roboto</vt:lpstr>
      <vt:lpstr>Roboto Slab Light</vt:lpstr>
      <vt:lpstr>Verdana</vt:lpstr>
      <vt:lpstr>Wingdings</vt:lpstr>
      <vt:lpstr>1_Office Theme</vt:lpstr>
      <vt:lpstr>TAPI modelling of ZR/ZR+</vt:lpstr>
      <vt:lpstr>OIF-400ZR 400GBASE-R</vt:lpstr>
      <vt:lpstr>Extract from TR-547 v3.3 and discussions</vt:lpstr>
      <vt:lpstr>If we retain this approach…</vt:lpstr>
      <vt:lpstr>4 x 100G multiplexed and carried over a ZR400 payload</vt:lpstr>
      <vt:lpstr>400G carried over a ZR400 payload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Joyce, Roshan</dc:creator>
  <cp:lastModifiedBy>Joyce, Roshan</cp:lastModifiedBy>
  <cp:revision>1</cp:revision>
  <dcterms:created xsi:type="dcterms:W3CDTF">2026-01-21T09:52:00Z</dcterms:created>
  <dcterms:modified xsi:type="dcterms:W3CDTF">2026-01-21T12:41:50Z</dcterms:modified>
</cp:coreProperties>
</file>