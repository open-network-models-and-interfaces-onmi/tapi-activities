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79" r:id="rId2"/>
    <p:sldId id="2882" r:id="rId3"/>
    <p:sldId id="2884" r:id="rId4"/>
    <p:sldId id="2883" r:id="rId5"/>
    <p:sldId id="2766" r:id="rId6"/>
    <p:sldId id="2880" r:id="rId7"/>
    <p:sldId id="2881" r:id="rId8"/>
    <p:sldId id="2877" r:id="rId9"/>
    <p:sldId id="28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8916A8-4600-44C3-8B2C-F3CBD2F60FC7}" v="28" dt="2026-06-02T14:50:23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, Roshan" userId="42de0764-d99f-4bc9-bb91-484b45138fac" providerId="ADAL" clId="{0B41308D-1E7A-4A1E-8051-7568DAC0FC05}"/>
    <pc:docChg chg="undo custSel addSld modSld">
      <pc:chgData name="Joyce, Roshan" userId="42de0764-d99f-4bc9-bb91-484b45138fac" providerId="ADAL" clId="{0B41308D-1E7A-4A1E-8051-7568DAC0FC05}" dt="2026-06-02T14:44:41.191" v="2096" actId="207"/>
      <pc:docMkLst>
        <pc:docMk/>
      </pc:docMkLst>
      <pc:sldChg chg="modSp mod">
        <pc:chgData name="Joyce, Roshan" userId="42de0764-d99f-4bc9-bb91-484b45138fac" providerId="ADAL" clId="{0B41308D-1E7A-4A1E-8051-7568DAC0FC05}" dt="2026-06-02T06:28:55.729" v="14" actId="20577"/>
        <pc:sldMkLst>
          <pc:docMk/>
          <pc:sldMk cId="2005947775" sldId="2879"/>
        </pc:sldMkLst>
        <pc:spChg chg="mod">
          <ac:chgData name="Joyce, Roshan" userId="42de0764-d99f-4bc9-bb91-484b45138fac" providerId="ADAL" clId="{0B41308D-1E7A-4A1E-8051-7568DAC0FC05}" dt="2026-06-02T06:28:55.729" v="14" actId="20577"/>
          <ac:spMkLst>
            <pc:docMk/>
            <pc:sldMk cId="2005947775" sldId="2879"/>
            <ac:spMk id="4" creationId="{583255BF-9D6F-3E12-8909-F2F16C5AD987}"/>
          </ac:spMkLst>
        </pc:spChg>
      </pc:sldChg>
      <pc:sldChg chg="addSp delSp modSp new mod modClrScheme chgLayout">
        <pc:chgData name="Joyce, Roshan" userId="42de0764-d99f-4bc9-bb91-484b45138fac" providerId="ADAL" clId="{0B41308D-1E7A-4A1E-8051-7568DAC0FC05}" dt="2026-06-02T12:58:01.993" v="1925" actId="6549"/>
        <pc:sldMkLst>
          <pc:docMk/>
          <pc:sldMk cId="2599162428" sldId="2882"/>
        </pc:sldMkLst>
        <pc:spChg chg="del mod ord">
          <ac:chgData name="Joyce, Roshan" userId="42de0764-d99f-4bc9-bb91-484b45138fac" providerId="ADAL" clId="{0B41308D-1E7A-4A1E-8051-7568DAC0FC05}" dt="2026-06-02T06:29:15.220" v="16" actId="700"/>
          <ac:spMkLst>
            <pc:docMk/>
            <pc:sldMk cId="2599162428" sldId="2882"/>
            <ac:spMk id="2" creationId="{997B9576-2C9A-592C-B575-C07C4C4719AC}"/>
          </ac:spMkLst>
        </pc:spChg>
        <pc:spChg chg="del">
          <ac:chgData name="Joyce, Roshan" userId="42de0764-d99f-4bc9-bb91-484b45138fac" providerId="ADAL" clId="{0B41308D-1E7A-4A1E-8051-7568DAC0FC05}" dt="2026-06-02T06:29:15.220" v="16" actId="700"/>
          <ac:spMkLst>
            <pc:docMk/>
            <pc:sldMk cId="2599162428" sldId="2882"/>
            <ac:spMk id="3" creationId="{72ED8D42-5C34-0A63-59D4-02E77C4B0041}"/>
          </ac:spMkLst>
        </pc:spChg>
        <pc:spChg chg="add del mod ord">
          <ac:chgData name="Joyce, Roshan" userId="42de0764-d99f-4bc9-bb91-484b45138fac" providerId="ADAL" clId="{0B41308D-1E7A-4A1E-8051-7568DAC0FC05}" dt="2026-06-02T06:30:16.523" v="20" actId="700"/>
          <ac:spMkLst>
            <pc:docMk/>
            <pc:sldMk cId="2599162428" sldId="2882"/>
            <ac:spMk id="4" creationId="{E445C413-BCC7-146E-478D-5632DF4703C2}"/>
          </ac:spMkLst>
        </pc:spChg>
        <pc:spChg chg="add mod ord">
          <ac:chgData name="Joyce, Roshan" userId="42de0764-d99f-4bc9-bb91-484b45138fac" providerId="ADAL" clId="{0B41308D-1E7A-4A1E-8051-7568DAC0FC05}" dt="2026-06-02T06:32:01.424" v="58" actId="20577"/>
          <ac:spMkLst>
            <pc:docMk/>
            <pc:sldMk cId="2599162428" sldId="2882"/>
            <ac:spMk id="7" creationId="{1FAA7FCE-1CF4-4D5E-63E2-C95A5CB31746}"/>
          </ac:spMkLst>
        </pc:spChg>
        <pc:spChg chg="add mod ord">
          <ac:chgData name="Joyce, Roshan" userId="42de0764-d99f-4bc9-bb91-484b45138fac" providerId="ADAL" clId="{0B41308D-1E7A-4A1E-8051-7568DAC0FC05}" dt="2026-06-02T12:58:01.993" v="1925" actId="6549"/>
          <ac:spMkLst>
            <pc:docMk/>
            <pc:sldMk cId="2599162428" sldId="2882"/>
            <ac:spMk id="8" creationId="{41306AF8-141F-2200-806A-805C6C875051}"/>
          </ac:spMkLst>
        </pc:spChg>
        <pc:spChg chg="add mod">
          <ac:chgData name="Joyce, Roshan" userId="42de0764-d99f-4bc9-bb91-484b45138fac" providerId="ADAL" clId="{0B41308D-1E7A-4A1E-8051-7568DAC0FC05}" dt="2026-06-02T06:31:43.724" v="34" actId="20577"/>
          <ac:spMkLst>
            <pc:docMk/>
            <pc:sldMk cId="2599162428" sldId="2882"/>
            <ac:spMk id="9" creationId="{4F0F2A52-BD36-1200-E0D3-F3E7A287CFBD}"/>
          </ac:spMkLst>
        </pc:spChg>
        <pc:picChg chg="add mod">
          <ac:chgData name="Joyce, Roshan" userId="42de0764-d99f-4bc9-bb91-484b45138fac" providerId="ADAL" clId="{0B41308D-1E7A-4A1E-8051-7568DAC0FC05}" dt="2026-06-02T06:29:53.273" v="19" actId="1076"/>
          <ac:picMkLst>
            <pc:docMk/>
            <pc:sldMk cId="2599162428" sldId="2882"/>
            <ac:picMk id="6" creationId="{7D0D8DFE-B6BF-4B02-86DF-2C69C76E85FA}"/>
          </ac:picMkLst>
        </pc:picChg>
      </pc:sldChg>
      <pc:sldChg chg="addSp delSp modSp add mod">
        <pc:chgData name="Joyce, Roshan" userId="42de0764-d99f-4bc9-bb91-484b45138fac" providerId="ADAL" clId="{0B41308D-1E7A-4A1E-8051-7568DAC0FC05}" dt="2026-06-02T14:44:41.191" v="2096" actId="207"/>
        <pc:sldMkLst>
          <pc:docMk/>
          <pc:sldMk cId="3706132268" sldId="2883"/>
        </pc:sldMkLst>
        <pc:spChg chg="add mod">
          <ac:chgData name="Joyce, Roshan" userId="42de0764-d99f-4bc9-bb91-484b45138fac" providerId="ADAL" clId="{0B41308D-1E7A-4A1E-8051-7568DAC0FC05}" dt="2026-06-02T14:43:29.492" v="2071" actId="20577"/>
          <ac:spMkLst>
            <pc:docMk/>
            <pc:sldMk cId="3706132268" sldId="2883"/>
            <ac:spMk id="2" creationId="{4695F922-9CC2-16BD-0AB9-D723187B0131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5" creationId="{23E98401-C3AB-DC18-2551-69C331A315D3}"/>
          </ac:spMkLst>
        </pc:spChg>
        <pc:spChg chg="mod">
          <ac:chgData name="Joyce, Roshan" userId="42de0764-d99f-4bc9-bb91-484b45138fac" providerId="ADAL" clId="{0B41308D-1E7A-4A1E-8051-7568DAC0FC05}" dt="2026-06-02T12:52:06.584" v="1765" actId="313"/>
          <ac:spMkLst>
            <pc:docMk/>
            <pc:sldMk cId="3706132268" sldId="2883"/>
            <ac:spMk id="7" creationId="{D483F32B-6EA2-5062-FEFE-92919950320D}"/>
          </ac:spMkLst>
        </pc:spChg>
        <pc:spChg chg="del mod">
          <ac:chgData name="Joyce, Roshan" userId="42de0764-d99f-4bc9-bb91-484b45138fac" providerId="ADAL" clId="{0B41308D-1E7A-4A1E-8051-7568DAC0FC05}" dt="2026-06-02T10:39:09.726" v="1519" actId="478"/>
          <ac:spMkLst>
            <pc:docMk/>
            <pc:sldMk cId="3706132268" sldId="2883"/>
            <ac:spMk id="8" creationId="{F9D50E00-A1CB-0BC1-32E7-A3B53C629891}"/>
          </ac:spMkLst>
        </pc:spChg>
        <pc:spChg chg="del">
          <ac:chgData name="Joyce, Roshan" userId="42de0764-d99f-4bc9-bb91-484b45138fac" providerId="ADAL" clId="{0B41308D-1E7A-4A1E-8051-7568DAC0FC05}" dt="2026-06-02T06:57:31.114" v="902" actId="478"/>
          <ac:spMkLst>
            <pc:docMk/>
            <pc:sldMk cId="3706132268" sldId="2883"/>
            <ac:spMk id="9" creationId="{FD0A3B4F-1BE3-7473-F167-DD2FC47F9E8F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10" creationId="{81139131-C2C7-FC6F-28F6-99C37B1B4E45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11" creationId="{40484E35-A60F-58CE-1E98-A0905DA67A35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35" creationId="{973AB0A5-7E11-8773-A768-3A5D186D01DF}"/>
          </ac:spMkLst>
        </pc:spChg>
        <pc:spChg chg="mod">
          <ac:chgData name="Joyce, Roshan" userId="42de0764-d99f-4bc9-bb91-484b45138fac" providerId="ADAL" clId="{0B41308D-1E7A-4A1E-8051-7568DAC0FC05}" dt="2026-06-02T10:52:25.030" v="1628" actId="207"/>
          <ac:spMkLst>
            <pc:docMk/>
            <pc:sldMk cId="3706132268" sldId="2883"/>
            <ac:spMk id="47" creationId="{E947078A-6BEB-6755-9DA7-5506B8E72A09}"/>
          </ac:spMkLst>
        </pc:spChg>
        <pc:spChg chg="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48" creationId="{C7BADDBA-27AB-F098-FAE4-071570EA2C7E}"/>
          </ac:spMkLst>
        </pc:spChg>
        <pc:spChg chg="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49" creationId="{3AB8AF35-E5B4-98C3-C2E5-2101D26990F2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50" creationId="{9512F355-0CB4-B70C-DFAA-ABACFC9C7AF9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51" creationId="{36285B69-9EB8-55E5-D6F7-ACC05123FA0A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52" creationId="{CF97ED30-C836-286E-1E3B-F0C705365293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57" creationId="{4F7712CF-E509-E048-2C57-2DCBE5339A9B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58" creationId="{78CF72E1-A66D-E577-0110-A24F3D27D29C}"/>
          </ac:spMkLst>
        </pc:spChg>
        <pc:spChg chg="mod">
          <ac:chgData name="Joyce, Roshan" userId="42de0764-d99f-4bc9-bb91-484b45138fac" providerId="ADAL" clId="{0B41308D-1E7A-4A1E-8051-7568DAC0FC05}" dt="2026-06-02T10:42:53.251" v="1561" actId="1076"/>
          <ac:spMkLst>
            <pc:docMk/>
            <pc:sldMk cId="3706132268" sldId="2883"/>
            <ac:spMk id="60" creationId="{9237C85C-B2B2-BE17-73E3-10300C72FE8A}"/>
          </ac:spMkLst>
        </pc:spChg>
        <pc:spChg chg="mod">
          <ac:chgData name="Joyce, Roshan" userId="42de0764-d99f-4bc9-bb91-484b45138fac" providerId="ADAL" clId="{0B41308D-1E7A-4A1E-8051-7568DAC0FC05}" dt="2026-06-02T10:43:11.132" v="1562" actId="1076"/>
          <ac:spMkLst>
            <pc:docMk/>
            <pc:sldMk cId="3706132268" sldId="2883"/>
            <ac:spMk id="61" creationId="{4F364FAE-D79F-4662-55E8-7358A34D0ACA}"/>
          </ac:spMkLst>
        </pc:spChg>
        <pc:spChg chg="mod">
          <ac:chgData name="Joyce, Roshan" userId="42de0764-d99f-4bc9-bb91-484b45138fac" providerId="ADAL" clId="{0B41308D-1E7A-4A1E-8051-7568DAC0FC05}" dt="2026-06-02T10:34:04.687" v="1487"/>
          <ac:spMkLst>
            <pc:docMk/>
            <pc:sldMk cId="3706132268" sldId="2883"/>
            <ac:spMk id="66" creationId="{9EBC02FC-8E9E-81EE-1B7C-B4B2BF9AEADD}"/>
          </ac:spMkLst>
        </pc:spChg>
        <pc:spChg chg="mod">
          <ac:chgData name="Joyce, Roshan" userId="42de0764-d99f-4bc9-bb91-484b45138fac" providerId="ADAL" clId="{0B41308D-1E7A-4A1E-8051-7568DAC0FC05}" dt="2026-06-02T10:52:33.924" v="1629" actId="207"/>
          <ac:spMkLst>
            <pc:docMk/>
            <pc:sldMk cId="3706132268" sldId="2883"/>
            <ac:spMk id="71" creationId="{6F45C083-08D7-B03F-5062-D488643ED21F}"/>
          </ac:spMkLst>
        </pc:spChg>
        <pc:spChg chg="mod">
          <ac:chgData name="Joyce, Roshan" userId="42de0764-d99f-4bc9-bb91-484b45138fac" providerId="ADAL" clId="{0B41308D-1E7A-4A1E-8051-7568DAC0FC05}" dt="2026-06-02T10:35:04.248" v="1501"/>
          <ac:spMkLst>
            <pc:docMk/>
            <pc:sldMk cId="3706132268" sldId="2883"/>
            <ac:spMk id="74" creationId="{9A6BBA93-D3C2-9AD2-CAFD-E06F6689A135}"/>
          </ac:spMkLst>
        </pc:spChg>
        <pc:spChg chg="mod">
          <ac:chgData name="Joyce, Roshan" userId="42de0764-d99f-4bc9-bb91-484b45138fac" providerId="ADAL" clId="{0B41308D-1E7A-4A1E-8051-7568DAC0FC05}" dt="2026-06-02T10:35:04.248" v="1501"/>
          <ac:spMkLst>
            <pc:docMk/>
            <pc:sldMk cId="3706132268" sldId="2883"/>
            <ac:spMk id="75" creationId="{ADFC6518-22AF-2976-D30A-45E45F6BD4D1}"/>
          </ac:spMkLst>
        </pc:spChg>
        <pc:spChg chg="mod">
          <ac:chgData name="Joyce, Roshan" userId="42de0764-d99f-4bc9-bb91-484b45138fac" providerId="ADAL" clId="{0B41308D-1E7A-4A1E-8051-7568DAC0FC05}" dt="2026-06-02T10:35:04.248" v="1501"/>
          <ac:spMkLst>
            <pc:docMk/>
            <pc:sldMk cId="3706132268" sldId="2883"/>
            <ac:spMk id="76" creationId="{9953B0F6-EBB1-576F-4CD1-748146D8EE74}"/>
          </ac:spMkLst>
        </pc:spChg>
        <pc:spChg chg="mod">
          <ac:chgData name="Joyce, Roshan" userId="42de0764-d99f-4bc9-bb91-484b45138fac" providerId="ADAL" clId="{0B41308D-1E7A-4A1E-8051-7568DAC0FC05}" dt="2026-06-02T10:35:04.248" v="1501"/>
          <ac:spMkLst>
            <pc:docMk/>
            <pc:sldMk cId="3706132268" sldId="2883"/>
            <ac:spMk id="77" creationId="{5EE0CDB3-008C-8B2C-D7C7-E2110E62DD50}"/>
          </ac:spMkLst>
        </pc:spChg>
        <pc:spChg chg="mod">
          <ac:chgData name="Joyce, Roshan" userId="42de0764-d99f-4bc9-bb91-484b45138fac" providerId="ADAL" clId="{0B41308D-1E7A-4A1E-8051-7568DAC0FC05}" dt="2026-06-02T10:35:28.026" v="1504"/>
          <ac:spMkLst>
            <pc:docMk/>
            <pc:sldMk cId="3706132268" sldId="2883"/>
            <ac:spMk id="81" creationId="{520784BD-FA31-C657-2B55-3EFBB67A83A9}"/>
          </ac:spMkLst>
        </pc:spChg>
        <pc:spChg chg="mod">
          <ac:chgData name="Joyce, Roshan" userId="42de0764-d99f-4bc9-bb91-484b45138fac" providerId="ADAL" clId="{0B41308D-1E7A-4A1E-8051-7568DAC0FC05}" dt="2026-06-02T10:35:28.026" v="1504"/>
          <ac:spMkLst>
            <pc:docMk/>
            <pc:sldMk cId="3706132268" sldId="2883"/>
            <ac:spMk id="82" creationId="{E8E2A464-B519-4CF3-8A55-AAD2C3932A2B}"/>
          </ac:spMkLst>
        </pc:spChg>
        <pc:spChg chg="mod">
          <ac:chgData name="Joyce, Roshan" userId="42de0764-d99f-4bc9-bb91-484b45138fac" providerId="ADAL" clId="{0B41308D-1E7A-4A1E-8051-7568DAC0FC05}" dt="2026-06-02T10:35:28.026" v="1504"/>
          <ac:spMkLst>
            <pc:docMk/>
            <pc:sldMk cId="3706132268" sldId="2883"/>
            <ac:spMk id="83" creationId="{6B375461-70B0-CCC2-7F2E-296D090D5E58}"/>
          </ac:spMkLst>
        </pc:spChg>
        <pc:spChg chg="mod">
          <ac:chgData name="Joyce, Roshan" userId="42de0764-d99f-4bc9-bb91-484b45138fac" providerId="ADAL" clId="{0B41308D-1E7A-4A1E-8051-7568DAC0FC05}" dt="2026-06-02T10:35:28.026" v="1504"/>
          <ac:spMkLst>
            <pc:docMk/>
            <pc:sldMk cId="3706132268" sldId="2883"/>
            <ac:spMk id="84" creationId="{87E5CC77-EDF9-0732-5A5E-6CAC2FD339A5}"/>
          </ac:spMkLst>
        </pc:spChg>
        <pc:spChg chg="mod">
          <ac:chgData name="Joyce, Roshan" userId="42de0764-d99f-4bc9-bb91-484b45138fac" providerId="ADAL" clId="{0B41308D-1E7A-4A1E-8051-7568DAC0FC05}" dt="2026-06-02T10:35:43.923" v="1507"/>
          <ac:spMkLst>
            <pc:docMk/>
            <pc:sldMk cId="3706132268" sldId="2883"/>
            <ac:spMk id="87" creationId="{3746F353-885B-3978-F2DE-326CB844FFB2}"/>
          </ac:spMkLst>
        </pc:spChg>
        <pc:spChg chg="mod">
          <ac:chgData name="Joyce, Roshan" userId="42de0764-d99f-4bc9-bb91-484b45138fac" providerId="ADAL" clId="{0B41308D-1E7A-4A1E-8051-7568DAC0FC05}" dt="2026-06-02T10:35:43.923" v="1507"/>
          <ac:spMkLst>
            <pc:docMk/>
            <pc:sldMk cId="3706132268" sldId="2883"/>
            <ac:spMk id="88" creationId="{C33045D2-8E71-172F-EFA9-E3EC1A798E0B}"/>
          </ac:spMkLst>
        </pc:spChg>
        <pc:spChg chg="mod">
          <ac:chgData name="Joyce, Roshan" userId="42de0764-d99f-4bc9-bb91-484b45138fac" providerId="ADAL" clId="{0B41308D-1E7A-4A1E-8051-7568DAC0FC05}" dt="2026-06-02T10:35:43.923" v="1507"/>
          <ac:spMkLst>
            <pc:docMk/>
            <pc:sldMk cId="3706132268" sldId="2883"/>
            <ac:spMk id="89" creationId="{9415BAD7-17D1-4D40-EC1B-B8BEC1BBEB59}"/>
          </ac:spMkLst>
        </pc:spChg>
        <pc:spChg chg="mod">
          <ac:chgData name="Joyce, Roshan" userId="42de0764-d99f-4bc9-bb91-484b45138fac" providerId="ADAL" clId="{0B41308D-1E7A-4A1E-8051-7568DAC0FC05}" dt="2026-06-02T10:35:43.923" v="1507"/>
          <ac:spMkLst>
            <pc:docMk/>
            <pc:sldMk cId="3706132268" sldId="2883"/>
            <ac:spMk id="90" creationId="{5D8FEE24-5265-BC1D-B3D5-77DC5629C2BE}"/>
          </ac:spMkLst>
        </pc:spChg>
        <pc:spChg chg="add mod">
          <ac:chgData name="Joyce, Roshan" userId="42de0764-d99f-4bc9-bb91-484b45138fac" providerId="ADAL" clId="{0B41308D-1E7A-4A1E-8051-7568DAC0FC05}" dt="2026-06-02T10:52:33.924" v="1629" actId="207"/>
          <ac:spMkLst>
            <pc:docMk/>
            <pc:sldMk cId="3706132268" sldId="2883"/>
            <ac:spMk id="91" creationId="{E8E20AC7-0183-A63D-AC83-8F07B6385207}"/>
          </ac:spMkLst>
        </pc:spChg>
        <pc:spChg chg="add del mod">
          <ac:chgData name="Joyce, Roshan" userId="42de0764-d99f-4bc9-bb91-484b45138fac" providerId="ADAL" clId="{0B41308D-1E7A-4A1E-8051-7568DAC0FC05}" dt="2026-06-02T10:39:39.196" v="1525" actId="478"/>
          <ac:spMkLst>
            <pc:docMk/>
            <pc:sldMk cId="3706132268" sldId="2883"/>
            <ac:spMk id="93" creationId="{1428A364-E186-51FF-C39B-FE0E7654177B}"/>
          </ac:spMkLst>
        </pc:spChg>
        <pc:spChg chg="add mod ord">
          <ac:chgData name="Joyce, Roshan" userId="42de0764-d99f-4bc9-bb91-484b45138fac" providerId="ADAL" clId="{0B41308D-1E7A-4A1E-8051-7568DAC0FC05}" dt="2026-06-02T10:52:33.924" v="1629" actId="207"/>
          <ac:spMkLst>
            <pc:docMk/>
            <pc:sldMk cId="3706132268" sldId="2883"/>
            <ac:spMk id="94" creationId="{042A1A59-A354-BBD8-F460-BAC160AFDB6E}"/>
          </ac:spMkLst>
        </pc:spChg>
        <pc:spChg chg="add mod">
          <ac:chgData name="Joyce, Roshan" userId="42de0764-d99f-4bc9-bb91-484b45138fac" providerId="ADAL" clId="{0B41308D-1E7A-4A1E-8051-7568DAC0FC05}" dt="2026-06-02T13:00:51.125" v="1932" actId="1076"/>
          <ac:spMkLst>
            <pc:docMk/>
            <pc:sldMk cId="3706132268" sldId="2883"/>
            <ac:spMk id="95" creationId="{2859B5CB-0EF2-4DDF-86F2-F8B1C79D4383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98" creationId="{B9CEECDE-ECE1-298C-DE01-F532FEFBF91C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99" creationId="{068E7C80-0F4A-6497-A7A9-6D282D21A321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01" creationId="{61537B57-3959-0EAE-94B5-40B9DD98DBA5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03" creationId="{8F603A9E-82B1-2656-1AE9-DBD63A011B80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09" creationId="{372C4F44-B22D-B497-E33D-4B297B93972F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11" creationId="{55A9C317-71BE-E406-B687-A7B4D002A7AB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19" creationId="{4B1ED879-9C4A-39B8-0E05-FA2B9B778E98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20" creationId="{61FC569D-ED59-4FF0-5C0C-977E4729FF4A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21" creationId="{83E3FC36-819B-096B-2C6D-6338C559D34C}"/>
          </ac:spMkLst>
        </pc:spChg>
        <pc:spChg chg="mod">
          <ac:chgData name="Joyce, Roshan" userId="42de0764-d99f-4bc9-bb91-484b45138fac" providerId="ADAL" clId="{0B41308D-1E7A-4A1E-8051-7568DAC0FC05}" dt="2026-06-02T10:40:29.500" v="1539"/>
          <ac:spMkLst>
            <pc:docMk/>
            <pc:sldMk cId="3706132268" sldId="2883"/>
            <ac:spMk id="123" creationId="{40F3E49E-3C98-C62E-5929-362C51D72F38}"/>
          </ac:spMkLst>
        </pc:spChg>
        <pc:spChg chg="add mod">
          <ac:chgData name="Joyce, Roshan" userId="42de0764-d99f-4bc9-bb91-484b45138fac" providerId="ADAL" clId="{0B41308D-1E7A-4A1E-8051-7568DAC0FC05}" dt="2026-06-02T10:42:22.989" v="1556" actId="1076"/>
          <ac:spMkLst>
            <pc:docMk/>
            <pc:sldMk cId="3706132268" sldId="2883"/>
            <ac:spMk id="128" creationId="{719BB909-625D-11E8-9170-3C28CD337022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129" creationId="{02415787-0B0F-9EBD-B5E8-EBDDD4616449}"/>
          </ac:spMkLst>
        </pc:spChg>
        <pc:spChg chg="add">
          <ac:chgData name="Joyce, Roshan" userId="42de0764-d99f-4bc9-bb91-484b45138fac" providerId="ADAL" clId="{0B41308D-1E7A-4A1E-8051-7568DAC0FC05}" dt="2026-06-02T10:43:22.950" v="1563" actId="11529"/>
          <ac:spMkLst>
            <pc:docMk/>
            <pc:sldMk cId="3706132268" sldId="2883"/>
            <ac:spMk id="137" creationId="{7702F2BF-99BC-DACD-D34B-9C4599B5BD52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138" creationId="{ED5432B1-C104-AB6E-9366-E8043A30A1C5}"/>
          </ac:spMkLst>
        </pc:spChg>
        <pc:spChg chg="add mod">
          <ac:chgData name="Joyce, Roshan" userId="42de0764-d99f-4bc9-bb91-484b45138fac" providerId="ADAL" clId="{0B41308D-1E7A-4A1E-8051-7568DAC0FC05}" dt="2026-06-02T10:45:51.240" v="1627" actId="1076"/>
          <ac:spMkLst>
            <pc:docMk/>
            <pc:sldMk cId="3706132268" sldId="2883"/>
            <ac:spMk id="139" creationId="{05BB7768-76ED-2B50-59D2-6D8E650650DF}"/>
          </ac:spMkLst>
        </pc:spChg>
        <pc:spChg chg="add mod">
          <ac:chgData name="Joyce, Roshan" userId="42de0764-d99f-4bc9-bb91-484b45138fac" providerId="ADAL" clId="{0B41308D-1E7A-4A1E-8051-7568DAC0FC05}" dt="2026-06-02T10:44:50.260" v="1626" actId="6549"/>
          <ac:spMkLst>
            <pc:docMk/>
            <pc:sldMk cId="3706132268" sldId="2883"/>
            <ac:spMk id="140" creationId="{8750F64C-448A-60F8-85B6-E34F1D10C5B6}"/>
          </ac:spMkLst>
        </pc:spChg>
        <pc:spChg chg="add mod">
          <ac:chgData name="Joyce, Roshan" userId="42de0764-d99f-4bc9-bb91-484b45138fac" providerId="ADAL" clId="{0B41308D-1E7A-4A1E-8051-7568DAC0FC05}" dt="2026-06-02T13:01:10.693" v="1934" actId="1076"/>
          <ac:spMkLst>
            <pc:docMk/>
            <pc:sldMk cId="3706132268" sldId="2883"/>
            <ac:spMk id="141" creationId="{39CCAD45-F289-4E7E-483A-2699BE631A1A}"/>
          </ac:spMkLst>
        </pc:spChg>
        <pc:spChg chg="add mod">
          <ac:chgData name="Joyce, Roshan" userId="42de0764-d99f-4bc9-bb91-484b45138fac" providerId="ADAL" clId="{0B41308D-1E7A-4A1E-8051-7568DAC0FC05}" dt="2026-06-02T14:44:41.191" v="2096" actId="207"/>
          <ac:spMkLst>
            <pc:docMk/>
            <pc:sldMk cId="3706132268" sldId="2883"/>
            <ac:spMk id="142" creationId="{3F5DC207-679E-2068-3A38-B78C83E7D72A}"/>
          </ac:spMkLst>
        </pc:spChg>
        <pc:grpChg chg="mod">
          <ac:chgData name="Joyce, Roshan" userId="42de0764-d99f-4bc9-bb91-484b45138fac" providerId="ADAL" clId="{0B41308D-1E7A-4A1E-8051-7568DAC0FC05}" dt="2026-06-02T10:34:08.554" v="1488" actId="1076"/>
          <ac:grpSpMkLst>
            <pc:docMk/>
            <pc:sldMk cId="3706132268" sldId="2883"/>
            <ac:grpSpMk id="21" creationId="{C21B079E-5BB1-6A30-A829-043C811C3FC5}"/>
          </ac:grpSpMkLst>
        </pc:grpChg>
        <pc:grpChg chg="mo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38" creationId="{9D97A6B8-1C75-CE44-FBD8-27CE3ABF0245}"/>
          </ac:grpSpMkLst>
        </pc:grpChg>
        <pc:grpChg chg="mo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54" creationId="{F67313A2-9DCD-4001-E4C0-1122D12BAC47}"/>
          </ac:grpSpMkLst>
        </pc:grpChg>
        <pc:grpChg chg="mo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63" creationId="{49B53A5C-DD0E-82CB-6D34-1E5D55BF20A4}"/>
          </ac:grpSpMkLst>
        </pc:grpChg>
        <pc:grpChg chg="add mo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72" creationId="{4908F784-97BF-3D2A-BE25-7ACFCE95CF77}"/>
          </ac:grpSpMkLst>
        </pc:grpChg>
        <pc:grpChg chg="mod">
          <ac:chgData name="Joyce, Roshan" userId="42de0764-d99f-4bc9-bb91-484b45138fac" providerId="ADAL" clId="{0B41308D-1E7A-4A1E-8051-7568DAC0FC05}" dt="2026-06-02T10:35:04.248" v="1501"/>
          <ac:grpSpMkLst>
            <pc:docMk/>
            <pc:sldMk cId="3706132268" sldId="2883"/>
            <ac:grpSpMk id="73" creationId="{36539DCB-D44D-1257-6CE9-AD2BCB94BE3B}"/>
          </ac:grpSpMkLst>
        </pc:grpChg>
        <pc:grpChg chg="add mod or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79" creationId="{5E782C05-3263-053D-49B4-D267CD0150DC}"/>
          </ac:grpSpMkLst>
        </pc:grpChg>
        <pc:grpChg chg="mod">
          <ac:chgData name="Joyce, Roshan" userId="42de0764-d99f-4bc9-bb91-484b45138fac" providerId="ADAL" clId="{0B41308D-1E7A-4A1E-8051-7568DAC0FC05}" dt="2026-06-02T10:35:28.026" v="1504"/>
          <ac:grpSpMkLst>
            <pc:docMk/>
            <pc:sldMk cId="3706132268" sldId="2883"/>
            <ac:grpSpMk id="80" creationId="{C74A12EC-4D93-C2EB-42D5-DA4B4998D6E0}"/>
          </ac:grpSpMkLst>
        </pc:grpChg>
        <pc:grpChg chg="add mod ord">
          <ac:chgData name="Joyce, Roshan" userId="42de0764-d99f-4bc9-bb91-484b45138fac" providerId="ADAL" clId="{0B41308D-1E7A-4A1E-8051-7568DAC0FC05}" dt="2026-06-02T10:41:10.912" v="1543" actId="1076"/>
          <ac:grpSpMkLst>
            <pc:docMk/>
            <pc:sldMk cId="3706132268" sldId="2883"/>
            <ac:grpSpMk id="85" creationId="{5519B67E-4F1A-69A0-B71F-53D7BD7551F9}"/>
          </ac:grpSpMkLst>
        </pc:grpChg>
        <pc:grpChg chg="mod">
          <ac:chgData name="Joyce, Roshan" userId="42de0764-d99f-4bc9-bb91-484b45138fac" providerId="ADAL" clId="{0B41308D-1E7A-4A1E-8051-7568DAC0FC05}" dt="2026-06-02T10:35:43.923" v="1507"/>
          <ac:grpSpMkLst>
            <pc:docMk/>
            <pc:sldMk cId="3706132268" sldId="2883"/>
            <ac:grpSpMk id="86" creationId="{FD16D546-2879-EB66-B1D6-6C78D6C94CE3}"/>
          </ac:grpSpMkLst>
        </pc:grpChg>
        <pc:grpChg chg="mod ord">
          <ac:chgData name="Joyce, Roshan" userId="42de0764-d99f-4bc9-bb91-484b45138fac" providerId="ADAL" clId="{0B41308D-1E7A-4A1E-8051-7568DAC0FC05}" dt="2026-06-02T10:40:59.526" v="1542" actId="166"/>
          <ac:grpSpMkLst>
            <pc:docMk/>
            <pc:sldMk cId="3706132268" sldId="2883"/>
            <ac:grpSpMk id="96" creationId="{2EF9B96F-221B-83BE-1637-CF9348849C6C}"/>
          </ac:grpSpMkLst>
        </pc:grpChg>
        <pc:grpChg chg="mod ord">
          <ac:chgData name="Joyce, Roshan" userId="42de0764-d99f-4bc9-bb91-484b45138fac" providerId="ADAL" clId="{0B41308D-1E7A-4A1E-8051-7568DAC0FC05}" dt="2026-06-02T10:40:59.526" v="1542" actId="166"/>
          <ac:grpSpMkLst>
            <pc:docMk/>
            <pc:sldMk cId="3706132268" sldId="2883"/>
            <ac:grpSpMk id="100" creationId="{9B2D3E0F-2627-0392-579B-4AA5BDB45C3E}"/>
          </ac:grpSpMkLst>
        </pc:grpChg>
        <pc:grpChg chg="mod ord">
          <ac:chgData name="Joyce, Roshan" userId="42de0764-d99f-4bc9-bb91-484b45138fac" providerId="ADAL" clId="{0B41308D-1E7A-4A1E-8051-7568DAC0FC05}" dt="2026-06-02T10:40:59.526" v="1542" actId="166"/>
          <ac:grpSpMkLst>
            <pc:docMk/>
            <pc:sldMk cId="3706132268" sldId="2883"/>
            <ac:grpSpMk id="108" creationId="{B5748FBC-76CA-95D4-E0AE-05E7406BCCB8}"/>
          </ac:grpSpMkLst>
        </pc:grpChg>
        <pc:grpChg chg="mod">
          <ac:chgData name="Joyce, Roshan" userId="42de0764-d99f-4bc9-bb91-484b45138fac" providerId="ADAL" clId="{0B41308D-1E7A-4A1E-8051-7568DAC0FC05}" dt="2026-06-02T10:40:35.083" v="1540" actId="1076"/>
          <ac:grpSpMkLst>
            <pc:docMk/>
            <pc:sldMk cId="3706132268" sldId="2883"/>
            <ac:grpSpMk id="117" creationId="{C1415FAB-91A0-E688-29B8-D56716231D2C}"/>
          </ac:grpSpMkLst>
        </pc:grpChg>
        <pc:picChg chg="del">
          <ac:chgData name="Joyce, Roshan" userId="42de0764-d99f-4bc9-bb91-484b45138fac" providerId="ADAL" clId="{0B41308D-1E7A-4A1E-8051-7568DAC0FC05}" dt="2026-06-02T06:57:30.043" v="901" actId="478"/>
          <ac:picMkLst>
            <pc:docMk/>
            <pc:sldMk cId="3706132268" sldId="2883"/>
            <ac:picMk id="6" creationId="{0C6794D6-75E4-69F7-26DF-AB2936F64B37}"/>
          </ac:picMkLst>
        </pc:picChg>
        <pc:cxnChg chg="mod">
          <ac:chgData name="Joyce, Roshan" userId="42de0764-d99f-4bc9-bb91-484b45138fac" providerId="ADAL" clId="{0B41308D-1E7A-4A1E-8051-7568DAC0FC05}" dt="2026-06-02T10:42:44.276" v="1560" actId="1076"/>
          <ac:cxnSpMkLst>
            <pc:docMk/>
            <pc:sldMk cId="3706132268" sldId="2883"/>
            <ac:cxnSpMk id="53" creationId="{E9E8E5EB-BC86-B2E6-3044-C078A4B9298F}"/>
          </ac:cxnSpMkLst>
        </pc:cxnChg>
        <pc:cxnChg chg="mod">
          <ac:chgData name="Joyce, Roshan" userId="42de0764-d99f-4bc9-bb91-484b45138fac" providerId="ADAL" clId="{0B41308D-1E7A-4A1E-8051-7568DAC0FC05}" dt="2026-06-02T10:35:13.695" v="1503" actId="14100"/>
          <ac:cxnSpMkLst>
            <pc:docMk/>
            <pc:sldMk cId="3706132268" sldId="2883"/>
            <ac:cxnSpMk id="62" creationId="{BCA7A99A-65C9-2D4E-0B8C-E8E77941315C}"/>
          </ac:cxnSpMkLst>
        </pc:cxnChg>
        <pc:cxnChg chg="mod">
          <ac:chgData name="Joyce, Roshan" userId="42de0764-d99f-4bc9-bb91-484b45138fac" providerId="ADAL" clId="{0B41308D-1E7A-4A1E-8051-7568DAC0FC05}" dt="2026-06-02T10:40:51.649" v="1541" actId="14100"/>
          <ac:cxnSpMkLst>
            <pc:docMk/>
            <pc:sldMk cId="3706132268" sldId="2883"/>
            <ac:cxnSpMk id="116" creationId="{B3A4092E-E153-46EB-110E-C736AC5492E9}"/>
          </ac:cxnSpMkLst>
        </pc:cxnChg>
        <pc:cxnChg chg="add mod">
          <ac:chgData name="Joyce, Roshan" userId="42de0764-d99f-4bc9-bb91-484b45138fac" providerId="ADAL" clId="{0B41308D-1E7A-4A1E-8051-7568DAC0FC05}" dt="2026-06-02T10:41:19.540" v="1546" actId="14100"/>
          <ac:cxnSpMkLst>
            <pc:docMk/>
            <pc:sldMk cId="3706132268" sldId="2883"/>
            <ac:cxnSpMk id="125" creationId="{2107180D-42DD-28B8-4632-DC98390A231B}"/>
          </ac:cxnSpMkLst>
        </pc:cxnChg>
        <pc:cxnChg chg="add mod">
          <ac:chgData name="Joyce, Roshan" userId="42de0764-d99f-4bc9-bb91-484b45138fac" providerId="ADAL" clId="{0B41308D-1E7A-4A1E-8051-7568DAC0FC05}" dt="2026-06-02T10:42:35.352" v="1559" actId="14100"/>
          <ac:cxnSpMkLst>
            <pc:docMk/>
            <pc:sldMk cId="3706132268" sldId="2883"/>
            <ac:cxnSpMk id="130" creationId="{41D50ACE-6C57-98F5-861D-249858454270}"/>
          </ac:cxnSpMkLst>
        </pc:cxnChg>
        <pc:cxnChg chg="add mod">
          <ac:chgData name="Joyce, Roshan" userId="42de0764-d99f-4bc9-bb91-484b45138fac" providerId="ADAL" clId="{0B41308D-1E7A-4A1E-8051-7568DAC0FC05}" dt="2026-06-02T14:44:29.744" v="2095" actId="14100"/>
          <ac:cxnSpMkLst>
            <pc:docMk/>
            <pc:sldMk cId="3706132268" sldId="2883"/>
            <ac:cxnSpMk id="144" creationId="{836065B7-018A-7173-2227-163321BFB013}"/>
          </ac:cxnSpMkLst>
        </pc:cxnChg>
      </pc:sldChg>
      <pc:sldChg chg="add">
        <pc:chgData name="Joyce, Roshan" userId="42de0764-d99f-4bc9-bb91-484b45138fac" providerId="ADAL" clId="{0B41308D-1E7A-4A1E-8051-7568DAC0FC05}" dt="2026-06-02T08:01:46.775" v="1332"/>
        <pc:sldMkLst>
          <pc:docMk/>
          <pc:sldMk cId="1228415209" sldId="28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0"/>
            <a:ext cx="11192891" cy="6408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Google Shape;67;p9">
            <a:extLst>
              <a:ext uri="{FF2B5EF4-FFF2-40B4-BE49-F238E27FC236}">
                <a16:creationId xmlns:a16="http://schemas.microsoft.com/office/drawing/2014/main" id="{99EA20D6-D00B-613C-670A-4889133282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4220A505-5C03-4EB0-F7D5-ECBB315F6C2F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03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34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2EF3DB-A4DA-1D25-85B5-512AD3B6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C214E2D6-49E6-779F-B77B-B4BB4F35ACF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67;p9">
            <a:extLst>
              <a:ext uri="{FF2B5EF4-FFF2-40B4-BE49-F238E27FC236}">
                <a16:creationId xmlns:a16="http://schemas.microsoft.com/office/drawing/2014/main" id="{F8A8CCF3-1672-6896-2590-CDB4875EB2A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4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39992310-2A65-5CC1-38BE-27702551CF41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C99595D1-66C4-7173-5A28-2E5B42F7E60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6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1"/>
            <a:ext cx="11301589" cy="656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391F44D2-3E7A-9664-F185-72D3B236B0D4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Google Shape;67;p9">
            <a:extLst>
              <a:ext uri="{FF2B5EF4-FFF2-40B4-BE49-F238E27FC236}">
                <a16:creationId xmlns:a16="http://schemas.microsoft.com/office/drawing/2014/main" id="{22A92A4E-5254-7342-1950-9CC5E47865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9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153E60C5-4855-5A77-4499-D57C2E436A4C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67;p9">
            <a:extLst>
              <a:ext uri="{FF2B5EF4-FFF2-40B4-BE49-F238E27FC236}">
                <a16:creationId xmlns:a16="http://schemas.microsoft.com/office/drawing/2014/main" id="{6C144D4C-47D8-4FF6-0A31-B54E805D671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48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239351" y="38400"/>
            <a:ext cx="11712000" cy="624000"/>
          </a:xfrm>
        </p:spPr>
        <p:txBody>
          <a:bodyPr tIns="4572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Enter the title.</a:t>
            </a:r>
            <a:endParaRPr kumimoji="1" lang="ja-JP" altLang="en-US"/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FDD6E18B-E8DE-ED2C-A26C-4236EFFE490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4CB9943C-C259-21C0-ABF9-2495085E2F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73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Pr>
        <a:solidFill>
          <a:srgbClr val="0037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575" y="1964266"/>
            <a:ext cx="6066869" cy="314090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56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270" y="4539766"/>
            <a:ext cx="11057772" cy="565409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28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7" name="Google Shape;41;p5">
            <a:extLst>
              <a:ext uri="{FF2B5EF4-FFF2-40B4-BE49-F238E27FC236}">
                <a16:creationId xmlns:a16="http://schemas.microsoft.com/office/drawing/2014/main" id="{F93F80E0-4B7E-F0D9-7D0B-35912E58B7ED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39;p5">
            <a:extLst>
              <a:ext uri="{FF2B5EF4-FFF2-40B4-BE49-F238E27FC236}">
                <a16:creationId xmlns:a16="http://schemas.microsoft.com/office/drawing/2014/main" id="{7F1C5F97-8C4F-CF3F-0BB0-99DED6C4DF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1083137" y="5735579"/>
            <a:ext cx="1126457" cy="11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3;p5">
            <a:extLst>
              <a:ext uri="{FF2B5EF4-FFF2-40B4-BE49-F238E27FC236}">
                <a16:creationId xmlns:a16="http://schemas.microsoft.com/office/drawing/2014/main" id="{871CCEFF-694B-7C7B-87F5-A493DDC69E7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84" y="5646707"/>
            <a:ext cx="1592899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CA166106-0296-EBFB-0356-033E279F0C9A}"/>
              </a:ext>
            </a:extLst>
          </p:cNvPr>
          <p:cNvSpPr/>
          <p:nvPr userDrawn="1"/>
        </p:nvSpPr>
        <p:spPr>
          <a:xfrm>
            <a:off x="1" y="-1486"/>
            <a:ext cx="10838404" cy="687979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87;p12">
            <a:extLst>
              <a:ext uri="{FF2B5EF4-FFF2-40B4-BE49-F238E27FC236}">
                <a16:creationId xmlns:a16="http://schemas.microsoft.com/office/drawing/2014/main" id="{583E688F-EA1A-FA54-4886-F2EB51710E2A}"/>
              </a:ext>
            </a:extLst>
          </p:cNvPr>
          <p:cNvSpPr/>
          <p:nvPr userDrawn="1"/>
        </p:nvSpPr>
        <p:spPr>
          <a:xfrm>
            <a:off x="10456433" y="6171507"/>
            <a:ext cx="630731" cy="662400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861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;p3">
            <a:extLst>
              <a:ext uri="{FF2B5EF4-FFF2-40B4-BE49-F238E27FC236}">
                <a16:creationId xmlns:a16="http://schemas.microsoft.com/office/drawing/2014/main" id="{934B0409-3319-3C34-6026-1461F1D134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2367" y="2608727"/>
            <a:ext cx="3679735" cy="12123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;p3">
            <a:extLst>
              <a:ext uri="{FF2B5EF4-FFF2-40B4-BE49-F238E27FC236}">
                <a16:creationId xmlns:a16="http://schemas.microsoft.com/office/drawing/2014/main" id="{DC0017B7-1E8D-CC7D-50E7-AD719C912E31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22;p3">
            <a:extLst>
              <a:ext uri="{FF2B5EF4-FFF2-40B4-BE49-F238E27FC236}">
                <a16:creationId xmlns:a16="http://schemas.microsoft.com/office/drawing/2014/main" id="{183559E2-F671-7F86-6062-8181C9FFE940}"/>
              </a:ext>
            </a:extLst>
          </p:cNvPr>
          <p:cNvSpPr/>
          <p:nvPr userDrawn="1"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3;p3">
            <a:extLst>
              <a:ext uri="{FF2B5EF4-FFF2-40B4-BE49-F238E27FC236}">
                <a16:creationId xmlns:a16="http://schemas.microsoft.com/office/drawing/2014/main" id="{7093F46D-57BC-555E-0373-B8E90B8FF330}"/>
              </a:ext>
            </a:extLst>
          </p:cNvPr>
          <p:cNvSpPr/>
          <p:nvPr userDrawn="1"/>
        </p:nvSpPr>
        <p:spPr>
          <a:xfrm rot="10800000">
            <a:off x="10836833" y="2707267"/>
            <a:ext cx="1356800" cy="1356800"/>
          </a:xfrm>
          <a:prstGeom prst="rtTriangle">
            <a:avLst/>
          </a:prstGeom>
          <a:solidFill>
            <a:srgbClr val="ACDE1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4;p3">
            <a:extLst>
              <a:ext uri="{FF2B5EF4-FFF2-40B4-BE49-F238E27FC236}">
                <a16:creationId xmlns:a16="http://schemas.microsoft.com/office/drawing/2014/main" id="{E5C61E81-5328-7383-0F81-E68A285269AD}"/>
              </a:ext>
            </a:extLst>
          </p:cNvPr>
          <p:cNvSpPr/>
          <p:nvPr userDrawn="1"/>
        </p:nvSpPr>
        <p:spPr>
          <a:xfrm>
            <a:off x="10140033" y="800"/>
            <a:ext cx="1352000" cy="135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5;p3">
            <a:extLst>
              <a:ext uri="{FF2B5EF4-FFF2-40B4-BE49-F238E27FC236}">
                <a16:creationId xmlns:a16="http://schemas.microsoft.com/office/drawing/2014/main" id="{798FB79A-1FB1-97BF-3846-ED7BA5923675}"/>
              </a:ext>
            </a:extLst>
          </p:cNvPr>
          <p:cNvSpPr/>
          <p:nvPr userDrawn="1"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rgbClr val="12E2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Google Shape;26;p3">
            <a:extLst>
              <a:ext uri="{FF2B5EF4-FFF2-40B4-BE49-F238E27FC236}">
                <a16:creationId xmlns:a16="http://schemas.microsoft.com/office/drawing/2014/main" id="{2EA45EB9-C657-5C13-A3BF-31E9EEF3C6F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7;p3">
            <a:extLst>
              <a:ext uri="{FF2B5EF4-FFF2-40B4-BE49-F238E27FC236}">
                <a16:creationId xmlns:a16="http://schemas.microsoft.com/office/drawing/2014/main" id="{195DADFE-CA01-CCC6-6D19-45ACD0D5782A}"/>
              </a:ext>
            </a:extLst>
          </p:cNvPr>
          <p:cNvSpPr/>
          <p:nvPr userDrawn="1"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87;p12">
            <a:extLst>
              <a:ext uri="{FF2B5EF4-FFF2-40B4-BE49-F238E27FC236}">
                <a16:creationId xmlns:a16="http://schemas.microsoft.com/office/drawing/2014/main" id="{B5E9C6D4-D062-72DE-A6D1-13015E007C49}"/>
              </a:ext>
            </a:extLst>
          </p:cNvPr>
          <p:cNvSpPr/>
          <p:nvPr userDrawn="1"/>
        </p:nvSpPr>
        <p:spPr>
          <a:xfrm>
            <a:off x="0" y="-4660"/>
            <a:ext cx="9480037" cy="68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87;p12">
            <a:extLst>
              <a:ext uri="{FF2B5EF4-FFF2-40B4-BE49-F238E27FC236}">
                <a16:creationId xmlns:a16="http://schemas.microsoft.com/office/drawing/2014/main" id="{6D12DD64-8963-EDD1-E11F-41DC9D699023}"/>
              </a:ext>
            </a:extLst>
          </p:cNvPr>
          <p:cNvSpPr/>
          <p:nvPr userDrawn="1"/>
        </p:nvSpPr>
        <p:spPr>
          <a:xfrm>
            <a:off x="10456433" y="6171507"/>
            <a:ext cx="1735567" cy="66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07BAD40-DEBD-BACC-5AF9-54404D56E45C}"/>
              </a:ext>
            </a:extLst>
          </p:cNvPr>
          <p:cNvSpPr>
            <a:spLocks noChangeAspect="1"/>
          </p:cNvSpPr>
          <p:nvPr userDrawn="1"/>
        </p:nvSpPr>
        <p:spPr>
          <a:xfrm>
            <a:off x="9481637" y="-5781"/>
            <a:ext cx="1055808" cy="1055808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168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250" y="247732"/>
            <a:ext cx="11712231" cy="704467"/>
          </a:xfrm>
          <a:ln>
            <a:noFill/>
          </a:ln>
        </p:spPr>
        <p:txBody>
          <a:bodyPr/>
          <a:lstStyle>
            <a:lvl1pPr>
              <a:defRPr>
                <a:solidFill>
                  <a:srgbClr val="274E9D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1251" y="1210574"/>
            <a:ext cx="11088925" cy="4781551"/>
          </a:xfrm>
        </p:spPr>
        <p:txBody>
          <a:bodyPr/>
          <a:lstStyle>
            <a:lvl1pPr>
              <a:buSzPct val="85000"/>
              <a:defRPr>
                <a:solidFill>
                  <a:srgbClr val="595959"/>
                </a:solidFill>
              </a:defRPr>
            </a:lvl1pPr>
            <a:lvl2pPr>
              <a:buSzPct val="85000"/>
              <a:defRPr>
                <a:solidFill>
                  <a:srgbClr val="595959"/>
                </a:solidFill>
              </a:defRPr>
            </a:lvl2pPr>
            <a:lvl3pPr>
              <a:buSzPct val="85000"/>
              <a:defRPr>
                <a:solidFill>
                  <a:srgbClr val="595959"/>
                </a:solidFill>
              </a:defRPr>
            </a:lvl3pPr>
            <a:lvl4pPr>
              <a:buSzPct val="85000"/>
              <a:defRPr>
                <a:solidFill>
                  <a:srgbClr val="595959"/>
                </a:solidFill>
              </a:defRPr>
            </a:lvl4pPr>
            <a:lvl5pPr>
              <a:buSzPct val="85000"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07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946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3040"/>
            <a:ext cx="11117344" cy="4548293"/>
          </a:xfrm>
        </p:spPr>
        <p:txBody>
          <a:bodyPr/>
          <a:lstStyle>
            <a:lvl3pPr>
              <a:buClr>
                <a:schemeClr val="bg2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4673600" y="646802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921E2DF-5279-024C-809C-CD16853F95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2721" y="716491"/>
            <a:ext cx="10897979" cy="57018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9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stlye</a:t>
            </a:r>
          </a:p>
        </p:txBody>
      </p:sp>
    </p:spTree>
    <p:extLst>
      <p:ext uri="{BB962C8B-B14F-4D97-AF65-F5344CB8AC3E}">
        <p14:creationId xmlns:p14="http://schemas.microsoft.com/office/powerpoint/2010/main" val="395055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800" y="7872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>
                <a:solidFill>
                  <a:schemeClr val="bg2"/>
                </a:solidFill>
                <a:latin typeface="+mj-lt"/>
              </a:defRPr>
            </a:lvl1pPr>
            <a:lvl2pPr>
              <a:defRPr sz="2667">
                <a:latin typeface="+mj-lt"/>
              </a:defRPr>
            </a:lvl2pPr>
            <a:lvl3pPr>
              <a:defRPr sz="2667">
                <a:latin typeface="+mj-lt"/>
              </a:defRPr>
            </a:lvl3pPr>
            <a:lvl4pPr>
              <a:defRPr sz="2667">
                <a:latin typeface="+mj-lt"/>
              </a:defRPr>
            </a:lvl4pPr>
            <a:lvl5pPr>
              <a:defRPr sz="2667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800" y="374400"/>
            <a:ext cx="11078400" cy="412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67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9659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707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40"/>
            <a:ext cx="9144000" cy="1655761"/>
          </a:xfrm>
        </p:spPr>
        <p:txBody>
          <a:bodyPr/>
          <a:lstStyle>
            <a:lvl1pPr marL="0" indent="0" algn="ctr">
              <a:buNone/>
              <a:defRPr sz="2283"/>
            </a:lvl1pPr>
            <a:lvl2pPr marL="434817" indent="0" algn="ctr">
              <a:buNone/>
              <a:defRPr sz="1903"/>
            </a:lvl2pPr>
            <a:lvl3pPr marL="869634" indent="0" algn="ctr">
              <a:buNone/>
              <a:defRPr sz="1712"/>
            </a:lvl3pPr>
            <a:lvl4pPr marL="1304451" indent="0" algn="ctr">
              <a:buNone/>
              <a:defRPr sz="1521"/>
            </a:lvl4pPr>
            <a:lvl5pPr marL="1739270" indent="0" algn="ctr">
              <a:buNone/>
              <a:defRPr sz="1521"/>
            </a:lvl5pPr>
            <a:lvl6pPr marL="2174087" indent="0" algn="ctr">
              <a:buNone/>
              <a:defRPr sz="1521"/>
            </a:lvl6pPr>
            <a:lvl7pPr marL="2608904" indent="0" algn="ctr">
              <a:buNone/>
              <a:defRPr sz="1521"/>
            </a:lvl7pPr>
            <a:lvl8pPr marL="3043721" indent="0" algn="ctr">
              <a:buNone/>
              <a:defRPr sz="1521"/>
            </a:lvl8pPr>
            <a:lvl9pPr marL="3478540" indent="0" algn="ctr">
              <a:buNone/>
              <a:defRPr sz="1521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F3F1-5DA2-4699-856E-26E7AA5562C8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B957-159B-4035-BC7E-F71205BB5C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87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503" y="-3311"/>
            <a:ext cx="11569525" cy="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0"/>
            <a:ext cx="11362267" cy="454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9585" marR="0" lvl="0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</a:pPr>
            <a:r>
              <a:rPr lang="en-US"/>
              <a:t>Click to edit Master text styles</a:t>
            </a:r>
          </a:p>
          <a:p>
            <a:pPr marL="1219170" marR="0" lvl="1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</a:pPr>
            <a:r>
              <a:rPr lang="en-US"/>
              <a:t>Second level</a:t>
            </a:r>
          </a:p>
          <a:p>
            <a:pPr marL="1828754" marR="0" lvl="2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</a:pPr>
            <a:r>
              <a:rPr lang="en-US"/>
              <a:t>Third level</a:t>
            </a:r>
          </a:p>
          <a:p>
            <a:pPr marL="2438339" marR="0" lvl="3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</a:pPr>
            <a:r>
              <a:rPr lang="en-US"/>
              <a:t>Fourth level</a:t>
            </a: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9D0A498-6D31-1843-3EF5-14C5F6CF58FC}"/>
              </a:ext>
            </a:extLst>
          </p:cNvPr>
          <p:cNvSpPr txBox="1">
            <a:spLocks/>
          </p:cNvSpPr>
          <p:nvPr userDrawn="1"/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457200" lvl="1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914400" lvl="2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371600" lvl="3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828800" lvl="4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286000" lvl="5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743200" lvl="6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200400" lvl="7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3657600" lvl="8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z="1333" smtClean="0"/>
              <a:pPr/>
              <a:t>‹#›</a:t>
            </a:fld>
            <a:endParaRPr lang="en" sz="1333"/>
          </a:p>
        </p:txBody>
      </p:sp>
      <p:pic>
        <p:nvPicPr>
          <p:cNvPr id="9" name="Google Shape;67;p9">
            <a:extLst>
              <a:ext uri="{FF2B5EF4-FFF2-40B4-BE49-F238E27FC236}">
                <a16:creationId xmlns:a16="http://schemas.microsoft.com/office/drawing/2014/main" id="{092BF42D-258B-2263-4DAE-BFDD22025689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0E78A252-016F-0950-A1BD-110416C502EE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00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609585" rtl="0" eaLnBrk="1" latinLnBrk="0" hangingPunct="1">
        <a:lnSpc>
          <a:spcPts val="4533"/>
        </a:lnSpc>
        <a:spcBef>
          <a:spcPct val="0"/>
        </a:spcBef>
        <a:buNone/>
        <a:defRPr lang="en-US" sz="3200" b="0" i="0" u="none" strike="noStrike" kern="1200" cap="none">
          <a:solidFill>
            <a:schemeClr val="bg1"/>
          </a:solidFill>
          <a:latin typeface="Roboto Slab Light"/>
          <a:ea typeface="Roboto Slab Light"/>
          <a:cs typeface="Roboto Slab Light"/>
          <a:sym typeface="Roboto Slab Light"/>
        </a:defRPr>
      </a:lvl1pPr>
    </p:titleStyle>
    <p:bodyStyle>
      <a:lvl1pPr marL="292601" indent="-292601" algn="l" defTabSz="609585" rtl="0" eaLnBrk="1" latinLnBrk="0" hangingPunct="1">
        <a:lnSpc>
          <a:spcPts val="40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1pPr>
      <a:lvl2pPr marL="548626" indent="-243834" algn="l" defTabSz="609585" rtl="0" eaLnBrk="1" latinLnBrk="0" hangingPunct="1">
        <a:lnSpc>
          <a:spcPts val="3467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2pPr>
      <a:lvl3pPr marL="816844" indent="-243834" algn="l" defTabSz="609585" rtl="0" eaLnBrk="1" latinLnBrk="0" hangingPunct="1">
        <a:lnSpc>
          <a:spcPts val="32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3pPr>
      <a:lvl4pPr marL="1024102" indent="-219451" algn="l" defTabSz="609585" rtl="0" eaLnBrk="1" latinLnBrk="0" hangingPunct="1">
        <a:lnSpc>
          <a:spcPts val="2933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4pPr>
      <a:lvl5pPr marL="1219170" indent="-182875" algn="l" defTabSz="609585" rtl="0" eaLnBrk="1" latinLnBrk="0" hangingPunct="1">
        <a:spcBef>
          <a:spcPts val="1067"/>
        </a:spcBef>
        <a:buClr>
          <a:schemeClr val="bg2"/>
        </a:buClr>
        <a:buSzPct val="85000"/>
        <a:buFont typeface="Arial"/>
        <a:buChar char="•"/>
        <a:defRPr sz="2400" kern="1200">
          <a:solidFill>
            <a:srgbClr val="595959"/>
          </a:solidFill>
          <a:latin typeface="Corbel"/>
          <a:ea typeface="+mn-ea"/>
          <a:cs typeface="Corbe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etf.org/archive/id/draft-ietf-ccamp-actn-wdm-pluggable-modelling-00.tx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6.RJ.003_optical-pluggable-attributes-v00.xlsx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3255BF-9D6F-3E12-8909-F2F16C5AD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TAPI modelling of ZR/ZR+ on line side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A03574-BB55-7532-1B25-4A49C376E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Roshan Joyce, 1FINITY INC</a:t>
            </a:r>
          </a:p>
        </p:txBody>
      </p:sp>
    </p:spTree>
    <p:extLst>
      <p:ext uri="{BB962C8B-B14F-4D97-AF65-F5344CB8AC3E}">
        <p14:creationId xmlns:p14="http://schemas.microsoft.com/office/powerpoint/2010/main" val="200594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AA7FCE-1CF4-4D5E-63E2-C95A5CB3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Optical Pluggable Module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306AF8-141F-2200-806A-805C6C875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350" y="892405"/>
            <a:ext cx="5814442" cy="511892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dirty="0"/>
              <a:t>On the media side: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Optical Channel (OTSi) is modelled in TAPI as OTSiMC layer-protocol-qualifier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Media Logical Channels can be modelled in TAPI using CEPs with DSR:GigE or OTN l-p-q’s, depending on the technology used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Side-note: as of now DSR:GigE layer-protocol-qualifiers are defined only up-to 400G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In TR547 v3.3, we introduced the use of OTSiMC</a:t>
            </a:r>
            <a:r>
              <a:rPr lang="en-IN" sz="1600" dirty="0">
                <a:solidFill>
                  <a:srgbClr val="FF0000"/>
                </a:solidFill>
              </a:rPr>
              <a:t>A</a:t>
            </a:r>
            <a:r>
              <a:rPr lang="en-IN" sz="1600" dirty="0"/>
              <a:t> as a generic l-p-q that can be used to represent a layer that “</a:t>
            </a:r>
            <a:r>
              <a:rPr lang="en-IN" sz="1600" dirty="0">
                <a:solidFill>
                  <a:srgbClr val="FF0000"/>
                </a:solidFill>
              </a:rPr>
              <a:t>assembles</a:t>
            </a:r>
            <a:r>
              <a:rPr lang="en-IN" sz="1600" dirty="0"/>
              <a:t>” one or more DSR or OTN clients into one or more OTSiMC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As of now (TR547 v3.3), this is what can be used to represent ZR/ZR+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See next slide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endParaRPr lang="en-IN" sz="1600" dirty="0"/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While retaining this, we could introduce more specific layer-protocol-qualifiers for ZR/ZR+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D8DFE-B6BF-4B02-86DF-2C69C76E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54" y="1825355"/>
            <a:ext cx="5496692" cy="38676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0F2A52-BD36-1200-E0D3-F3E7A287CFBD}"/>
              </a:ext>
            </a:extLst>
          </p:cNvPr>
          <p:cNvSpPr txBox="1"/>
          <p:nvPr/>
        </p:nvSpPr>
        <p:spPr>
          <a:xfrm>
            <a:off x="268903" y="1048442"/>
            <a:ext cx="5320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From:</a:t>
            </a:r>
          </a:p>
          <a:p>
            <a:r>
              <a:rPr lang="en-IN" dirty="0">
                <a:hlinkClick r:id="rId3"/>
              </a:rPr>
              <a:t>draft-ietf-ccamp-actn-wdm-pluggable-modelling-00.txt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16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87B7-BC6C-6AF0-B075-CD8994FE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6255E2-E8E4-7E3C-7A43-C3D177647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2" y="748298"/>
            <a:ext cx="5703122" cy="610970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7CB801C-F4E4-2258-D334-6D5C958E25A3}"/>
              </a:ext>
            </a:extLst>
          </p:cNvPr>
          <p:cNvSpPr/>
          <p:nvPr/>
        </p:nvSpPr>
        <p:spPr>
          <a:xfrm>
            <a:off x="1666568" y="4107426"/>
            <a:ext cx="626806" cy="103976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FD5268-9264-962A-B659-2AE856409339}"/>
              </a:ext>
            </a:extLst>
          </p:cNvPr>
          <p:cNvSpPr/>
          <p:nvPr/>
        </p:nvSpPr>
        <p:spPr>
          <a:xfrm>
            <a:off x="3089787" y="1386348"/>
            <a:ext cx="3355257" cy="117741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873B6EC-08E0-9340-6DF1-EB40F5F9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from TR-547 v3.3 and discussions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A3A177-F8BE-E9AD-4FC8-E6BF83F01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599" y="58993"/>
            <a:ext cx="245555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7C5AE7-862C-16B0-CA98-2176573EAC12}"/>
              </a:ext>
            </a:extLst>
          </p:cNvPr>
          <p:cNvSpPr txBox="1"/>
          <p:nvPr/>
        </p:nvSpPr>
        <p:spPr>
          <a:xfrm>
            <a:off x="6806380" y="2875002"/>
            <a:ext cx="2721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I remember there was a discussion about this with AM, ND, and RC and these diagrams were accepted in TR547 v3.3</a:t>
            </a:r>
          </a:p>
          <a:p>
            <a:endParaRPr lang="en-IN" sz="1000" dirty="0">
              <a:solidFill>
                <a:srgbClr val="C00000"/>
              </a:solidFill>
            </a:endParaRPr>
          </a:p>
          <a:p>
            <a:r>
              <a:rPr lang="en-IN" sz="1000" dirty="0">
                <a:solidFill>
                  <a:srgbClr val="C00000"/>
                </a:solidFill>
              </a:rPr>
              <a:t>The circled portion would be applicable to ZR/ZR+ modelling in TAPI</a:t>
            </a:r>
          </a:p>
        </p:txBody>
      </p:sp>
    </p:spTree>
    <p:extLst>
      <p:ext uri="{BB962C8B-B14F-4D97-AF65-F5344CB8AC3E}">
        <p14:creationId xmlns:p14="http://schemas.microsoft.com/office/powerpoint/2010/main" val="122841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9166-E026-9CCC-C710-8384630E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042A1A59-A354-BBD8-F460-BAC160AFDB6E}"/>
              </a:ext>
            </a:extLst>
          </p:cNvPr>
          <p:cNvSpPr/>
          <p:nvPr/>
        </p:nvSpPr>
        <p:spPr>
          <a:xfrm>
            <a:off x="8626159" y="1400325"/>
            <a:ext cx="1741487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519B67E-4F1A-69A0-B71F-53D7BD7551F9}"/>
              </a:ext>
            </a:extLst>
          </p:cNvPr>
          <p:cNvGrpSpPr/>
          <p:nvPr/>
        </p:nvGrpSpPr>
        <p:grpSpPr>
          <a:xfrm>
            <a:off x="9436339" y="2262225"/>
            <a:ext cx="304284" cy="192585"/>
            <a:chOff x="980945" y="1888766"/>
            <a:chExt cx="271916" cy="172099"/>
          </a:xfrm>
        </p:grpSpPr>
        <p:grpSp>
          <p:nvGrpSpPr>
            <p:cNvPr id="86" name="Group 898">
              <a:extLst>
                <a:ext uri="{FF2B5EF4-FFF2-40B4-BE49-F238E27FC236}">
                  <a16:creationId xmlns:a16="http://schemas.microsoft.com/office/drawing/2014/main" id="{FD16D546-2879-EB66-B1D6-6C78D6C94CE3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88" name="Rectangle 88">
                <a:extLst>
                  <a:ext uri="{FF2B5EF4-FFF2-40B4-BE49-F238E27FC236}">
                    <a16:creationId xmlns:a16="http://schemas.microsoft.com/office/drawing/2014/main" id="{C33045D2-8E71-172F-EFA9-E3EC1A798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9415BAD7-17D1-4D40-EC1B-B8BEC1BBEB59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90" name="Oval 341">
                <a:extLst>
                  <a:ext uri="{FF2B5EF4-FFF2-40B4-BE49-F238E27FC236}">
                    <a16:creationId xmlns:a16="http://schemas.microsoft.com/office/drawing/2014/main" id="{5D8FEE24-5265-BC1D-B3D5-77DC5629C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7" name="Trapezoid 86">
              <a:extLst>
                <a:ext uri="{FF2B5EF4-FFF2-40B4-BE49-F238E27FC236}">
                  <a16:creationId xmlns:a16="http://schemas.microsoft.com/office/drawing/2014/main" id="{3746F353-885B-3978-F2DE-326CB844FFB2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E782C05-3263-053D-49B4-D267CD0150DC}"/>
              </a:ext>
            </a:extLst>
          </p:cNvPr>
          <p:cNvGrpSpPr/>
          <p:nvPr/>
        </p:nvGrpSpPr>
        <p:grpSpPr>
          <a:xfrm>
            <a:off x="9385466" y="2325170"/>
            <a:ext cx="304284" cy="192585"/>
            <a:chOff x="980945" y="1888766"/>
            <a:chExt cx="271916" cy="172099"/>
          </a:xfrm>
        </p:grpSpPr>
        <p:grpSp>
          <p:nvGrpSpPr>
            <p:cNvPr id="80" name="Group 898">
              <a:extLst>
                <a:ext uri="{FF2B5EF4-FFF2-40B4-BE49-F238E27FC236}">
                  <a16:creationId xmlns:a16="http://schemas.microsoft.com/office/drawing/2014/main" id="{C74A12EC-4D93-C2EB-42D5-DA4B4998D6E0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82" name="Rectangle 88">
                <a:extLst>
                  <a:ext uri="{FF2B5EF4-FFF2-40B4-BE49-F238E27FC236}">
                    <a16:creationId xmlns:a16="http://schemas.microsoft.com/office/drawing/2014/main" id="{E8E2A464-B519-4CF3-8A55-AAD2C3932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6B375461-70B0-CCC2-7F2E-296D090D5E58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84" name="Oval 341">
                <a:extLst>
                  <a:ext uri="{FF2B5EF4-FFF2-40B4-BE49-F238E27FC236}">
                    <a16:creationId xmlns:a16="http://schemas.microsoft.com/office/drawing/2014/main" id="{87E5CC77-EDF9-0732-5A5E-6CAC2FD33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1" name="Trapezoid 80">
              <a:extLst>
                <a:ext uri="{FF2B5EF4-FFF2-40B4-BE49-F238E27FC236}">
                  <a16:creationId xmlns:a16="http://schemas.microsoft.com/office/drawing/2014/main" id="{520784BD-FA31-C657-2B55-3EFBB67A83A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D483F32B-6EA2-5062-FEFE-92919950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Modelling enhancements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695F922-9CC2-16BD-0AB9-D723187B0131}"/>
              </a:ext>
            </a:extLst>
          </p:cNvPr>
          <p:cNvSpPr txBox="1">
            <a:spLocks/>
          </p:cNvSpPr>
          <p:nvPr/>
        </p:nvSpPr>
        <p:spPr>
          <a:xfrm>
            <a:off x="160908" y="892405"/>
            <a:ext cx="5814442" cy="541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lvl1pPr marL="292601" indent="-292601" algn="l" defTabSz="609585" rtl="0" eaLnBrk="1" latinLnBrk="0" hangingPunct="1">
              <a:lnSpc>
                <a:spcPts val="4000"/>
              </a:lnSpc>
              <a:spcBef>
                <a:spcPts val="1067"/>
              </a:spcBef>
              <a:buClr>
                <a:schemeClr val="bg2"/>
              </a:buClr>
              <a:buSzPct val="85000"/>
              <a:buFont typeface="Arial"/>
              <a:buChar char="•"/>
              <a:defRPr lang="en-US" sz="1867" b="0" i="0" u="none" strike="noStrike" kern="1200" cap="none">
                <a:solidFill>
                  <a:schemeClr val="tx1"/>
                </a:solidFill>
                <a:latin typeface="Open Sans Medium"/>
                <a:ea typeface="Open Sans Medium"/>
                <a:cs typeface="Open Sans Medium"/>
                <a:sym typeface="Arial"/>
              </a:defRPr>
            </a:lvl1pPr>
            <a:lvl2pPr marL="548626" indent="-243834" algn="l" defTabSz="609585" rtl="0" eaLnBrk="1" latinLnBrk="0" hangingPunct="1">
              <a:lnSpc>
                <a:spcPts val="3467"/>
              </a:lnSpc>
              <a:spcBef>
                <a:spcPts val="1067"/>
              </a:spcBef>
              <a:buClr>
                <a:schemeClr val="accent5"/>
              </a:buClr>
              <a:buSzPct val="60000"/>
              <a:buFont typeface="Wingdings" charset="2"/>
              <a:buChar char="§"/>
              <a:defRPr lang="en-US" sz="1867" b="0" i="0" u="none" strike="noStrike" kern="1200" cap="none">
                <a:solidFill>
                  <a:schemeClr val="tx1"/>
                </a:solidFill>
                <a:latin typeface="Open Sans Medium"/>
                <a:ea typeface="Open Sans Medium"/>
                <a:cs typeface="Open Sans Medium"/>
                <a:sym typeface="Arial"/>
              </a:defRPr>
            </a:lvl2pPr>
            <a:lvl3pPr marL="816844" indent="-243834" algn="l" defTabSz="609585" rtl="0" eaLnBrk="1" latinLnBrk="0" hangingPunct="1">
              <a:lnSpc>
                <a:spcPts val="3200"/>
              </a:lnSpc>
              <a:spcBef>
                <a:spcPts val="1067"/>
              </a:spcBef>
              <a:buClr>
                <a:schemeClr val="bg2"/>
              </a:buClr>
              <a:buSzPct val="85000"/>
              <a:buFont typeface="Arial"/>
              <a:buChar char="•"/>
              <a:defRPr lang="en-US" sz="1867" b="0" i="0" u="none" strike="noStrike" kern="1200" cap="none">
                <a:solidFill>
                  <a:schemeClr val="tx1"/>
                </a:solidFill>
                <a:latin typeface="Open Sans Medium"/>
                <a:ea typeface="Open Sans Medium"/>
                <a:cs typeface="Open Sans Medium"/>
                <a:sym typeface="Arial"/>
              </a:defRPr>
            </a:lvl3pPr>
            <a:lvl4pPr marL="1024102" indent="-219451" algn="l" defTabSz="609585" rtl="0" eaLnBrk="1" latinLnBrk="0" hangingPunct="1">
              <a:lnSpc>
                <a:spcPts val="2933"/>
              </a:lnSpc>
              <a:spcBef>
                <a:spcPts val="1067"/>
              </a:spcBef>
              <a:buClr>
                <a:schemeClr val="accent5"/>
              </a:buClr>
              <a:buSzPct val="60000"/>
              <a:buFont typeface="Wingdings" charset="2"/>
              <a:buChar char="§"/>
              <a:defRPr lang="en-US" sz="1867" b="0" i="0" u="none" strike="noStrike" kern="1200" cap="none">
                <a:solidFill>
                  <a:schemeClr val="tx1"/>
                </a:solidFill>
                <a:latin typeface="Open Sans Medium"/>
                <a:ea typeface="Open Sans Medium"/>
                <a:cs typeface="Open Sans Medium"/>
                <a:sym typeface="Arial"/>
              </a:defRPr>
            </a:lvl4pPr>
            <a:lvl5pPr marL="1219170" indent="-182875" algn="l" defTabSz="609585" rtl="0" eaLnBrk="1" latinLnBrk="0" hangingPunct="1">
              <a:spcBef>
                <a:spcPts val="1067"/>
              </a:spcBef>
              <a:buClr>
                <a:schemeClr val="bg2"/>
              </a:buClr>
              <a:buSzPct val="85000"/>
              <a:buFont typeface="Arial"/>
              <a:buChar char="•"/>
              <a:defRPr sz="2400" kern="1200">
                <a:solidFill>
                  <a:srgbClr val="595959"/>
                </a:solidFill>
                <a:latin typeface="Corbel"/>
                <a:ea typeface="+mn-ea"/>
                <a:cs typeface="Corbe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For </a:t>
            </a:r>
            <a:r>
              <a:rPr lang="en-IN" sz="1600" dirty="0" err="1"/>
              <a:t>DSR:GigE</a:t>
            </a:r>
            <a:r>
              <a:rPr lang="en-IN" sz="1600" dirty="0"/>
              <a:t>, introduce the following identities for rates up to 3200GigE: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nb-NO" sz="1000" dirty="0">
                <a:latin typeface="Consolas" panose="020B0609020204030204" pitchFamily="49" charset="0"/>
              </a:rPr>
              <a:t>DIGITAL_SIGNAL_TYPE_</a:t>
            </a:r>
            <a:r>
              <a:rPr lang="nb-NO" sz="1000" dirty="0">
                <a:solidFill>
                  <a:srgbClr val="FF0000"/>
                </a:solidFill>
                <a:latin typeface="Consolas" panose="020B0609020204030204" pitchFamily="49" charset="0"/>
              </a:rPr>
              <a:t>&lt;n&gt;</a:t>
            </a:r>
            <a:r>
              <a:rPr lang="nb-NO" sz="1000" dirty="0">
                <a:latin typeface="Consolas" panose="020B0609020204030204" pitchFamily="49" charset="0"/>
              </a:rPr>
              <a:t>00_GigE where </a:t>
            </a:r>
            <a:r>
              <a:rPr lang="nb-NO" sz="1000" dirty="0">
                <a:solidFill>
                  <a:srgbClr val="FF0000"/>
                </a:solidFill>
                <a:latin typeface="Consolas" panose="020B0609020204030204" pitchFamily="49" charset="0"/>
              </a:rPr>
              <a:t>&lt;n&gt;</a:t>
            </a:r>
            <a:r>
              <a:rPr lang="nb-NO" sz="1000" dirty="0">
                <a:latin typeface="Consolas" panose="020B0609020204030204" pitchFamily="49" charset="0"/>
              </a:rPr>
              <a:t>=1,2,..32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nb-NO" sz="1000" dirty="0">
                <a:latin typeface="Consolas" panose="020B0609020204030204" pitchFamily="49" charset="0"/>
              </a:rPr>
              <a:t>* only 1,2, and 4 exists now</a:t>
            </a:r>
            <a:endParaRPr lang="en-IN" sz="10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1600" dirty="0"/>
              <a:t>Introduce a new base identity in tapi-</a:t>
            </a:r>
            <a:r>
              <a:rPr lang="en-IN" sz="1600" dirty="0" err="1"/>
              <a:t>dsr.yang</a:t>
            </a:r>
            <a:endParaRPr lang="en-IN" sz="1600" dirty="0"/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1000" dirty="0">
                <a:latin typeface="Consolas" panose="020B0609020204030204" pitchFamily="49" charset="0"/>
              </a:rPr>
              <a:t> identity DIGITAL_SIGNAL_TYPE_ZR {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1000" dirty="0">
                <a:latin typeface="Consolas" panose="020B0609020204030204" pitchFamily="49" charset="0"/>
              </a:rPr>
              <a:t>        base DIGITAL_SIGNAL_TYPE;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1000" dirty="0">
                <a:latin typeface="Consolas" panose="020B0609020204030204" pitchFamily="49" charset="0"/>
              </a:rPr>
              <a:t>        description “Base for ZR/ZR+ rates";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IN" sz="1000" dirty="0"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And introduce identities extending this for rates up to 3200ZR:</a:t>
            </a:r>
          </a:p>
          <a:p>
            <a:pPr marL="524243" lvl="2"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nb-NO" sz="1000" dirty="0">
                <a:latin typeface="Consolas" panose="020B0609020204030204" pitchFamily="49" charset="0"/>
              </a:rPr>
              <a:t>DIGITAL_SIGNAL_TYPE_</a:t>
            </a:r>
            <a:r>
              <a:rPr lang="nb-NO" sz="1000" dirty="0">
                <a:solidFill>
                  <a:srgbClr val="FF0000"/>
                </a:solidFill>
                <a:latin typeface="Consolas" panose="020B0609020204030204" pitchFamily="49" charset="0"/>
              </a:rPr>
              <a:t>&lt;n&gt;</a:t>
            </a:r>
            <a:r>
              <a:rPr lang="nb-NO" sz="1000" dirty="0">
                <a:latin typeface="Consolas" panose="020B0609020204030204" pitchFamily="49" charset="0"/>
              </a:rPr>
              <a:t>00_ZR where </a:t>
            </a:r>
            <a:r>
              <a:rPr lang="nb-NO" sz="1000" dirty="0">
                <a:solidFill>
                  <a:srgbClr val="FF0000"/>
                </a:solidFill>
                <a:latin typeface="Consolas" panose="020B0609020204030204" pitchFamily="49" charset="0"/>
              </a:rPr>
              <a:t>&lt;n&gt;</a:t>
            </a:r>
            <a:r>
              <a:rPr lang="nb-NO" sz="1000" dirty="0">
                <a:latin typeface="Consolas" panose="020B0609020204030204" pitchFamily="49" charset="0"/>
              </a:rPr>
              <a:t>=1,2,..32</a:t>
            </a:r>
            <a:endParaRPr lang="nb-NO" sz="1600" dirty="0"/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Not all of these will be useful now. Some may not be used at all.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We may also need: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DSR augments to layer-protocol-constraints of CSEPs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To specify DSR/ZR parameters while creating CS</a:t>
            </a:r>
          </a:p>
          <a:p>
            <a:pPr lvl="2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Right now, there are no augments to layer-protocol-constraints from tapi-dsr.yang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New PM and Alarm identities/enums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New DSR containers in tapi-oam: current/history data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New DSR attribute containers/fields for ZR CEPs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nb-NO" sz="1600" dirty="0"/>
              <a:t>Analysis in </a:t>
            </a:r>
            <a:r>
              <a:rPr lang="nb-NO" sz="1600" u="sng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optical-pluggable-attributes-v00.xlsx</a:t>
            </a:r>
            <a:endParaRPr lang="nb-NO" sz="1600" u="sng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endParaRPr lang="nb-NO" sz="16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DA1CA4-A530-CE6B-D94C-A813660AEF8F}"/>
              </a:ext>
            </a:extLst>
          </p:cNvPr>
          <p:cNvCxnSpPr>
            <a:cxnSpLocks/>
            <a:stCxn id="39" idx="2"/>
            <a:endCxn id="34" idx="0"/>
          </p:cNvCxnSpPr>
          <p:nvPr/>
        </p:nvCxnSpPr>
        <p:spPr>
          <a:xfrm>
            <a:off x="9502104" y="3697655"/>
            <a:ext cx="168760" cy="461813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4" name="Group 68">
            <a:extLst>
              <a:ext uri="{FF2B5EF4-FFF2-40B4-BE49-F238E27FC236}">
                <a16:creationId xmlns:a16="http://schemas.microsoft.com/office/drawing/2014/main" id="{7FA19FAD-DED8-0B25-9A26-E8FB0D44B88C}"/>
              </a:ext>
            </a:extLst>
          </p:cNvPr>
          <p:cNvGrpSpPr/>
          <p:nvPr/>
        </p:nvGrpSpPr>
        <p:grpSpPr>
          <a:xfrm>
            <a:off x="9541275" y="4813184"/>
            <a:ext cx="253003" cy="159097"/>
            <a:chOff x="3417120" y="2447661"/>
            <a:chExt cx="362556" cy="227988"/>
          </a:xfrm>
        </p:grpSpPr>
        <p:sp>
          <p:nvSpPr>
            <p:cNvPr id="5" name="Rectangle 88">
              <a:extLst>
                <a:ext uri="{FF2B5EF4-FFF2-40B4-BE49-F238E27FC236}">
                  <a16:creationId xmlns:a16="http://schemas.microsoft.com/office/drawing/2014/main" id="{23E98401-C3AB-DC18-2551-69C331A31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10" name="Oval 341">
              <a:extLst>
                <a:ext uri="{FF2B5EF4-FFF2-40B4-BE49-F238E27FC236}">
                  <a16:creationId xmlns:a16="http://schemas.microsoft.com/office/drawing/2014/main" id="{81139131-C2C7-FC6F-28F6-99C37B1B4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40484E35-A60F-58CE-1E98-A0905DA67A35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" name="Group 254">
            <a:extLst>
              <a:ext uri="{FF2B5EF4-FFF2-40B4-BE49-F238E27FC236}">
                <a16:creationId xmlns:a16="http://schemas.microsoft.com/office/drawing/2014/main" id="{6D47AE51-8B9C-8A25-ACEA-30D9E2829D6F}"/>
              </a:ext>
            </a:extLst>
          </p:cNvPr>
          <p:cNvGrpSpPr>
            <a:grpSpLocks noChangeAspect="1"/>
          </p:cNvGrpSpPr>
          <p:nvPr/>
        </p:nvGrpSpPr>
        <p:grpSpPr>
          <a:xfrm>
            <a:off x="9537213" y="5056795"/>
            <a:ext cx="256616" cy="147672"/>
            <a:chOff x="8421872" y="1904968"/>
            <a:chExt cx="347879" cy="255571"/>
          </a:xfrm>
        </p:grpSpPr>
        <p:sp>
          <p:nvSpPr>
            <p:cNvPr id="13" name="Rectangle 60">
              <a:extLst>
                <a:ext uri="{FF2B5EF4-FFF2-40B4-BE49-F238E27FC236}">
                  <a16:creationId xmlns:a16="http://schemas.microsoft.com/office/drawing/2014/main" id="{8555010C-DB7C-9B3F-6C98-9FB568088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4" name="Group 719">
              <a:extLst>
                <a:ext uri="{FF2B5EF4-FFF2-40B4-BE49-F238E27FC236}">
                  <a16:creationId xmlns:a16="http://schemas.microsoft.com/office/drawing/2014/main" id="{7A2184F7-A091-4E92-4E64-FE52083964DD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E675B72-3ADB-D7CA-9229-033AA1FE58A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F72E115-5A63-ACA1-B672-349513FCC0A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89F9B74-813F-0E16-828E-C575CD9A857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4CDF695-934A-56EE-CCC1-F378B20EA2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C268034C-2FE1-2E03-0E8E-9B46CA716F9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F0CF6-FD20-FDBB-FBF2-7A0C1A600AEA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9665522" y="497228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1" name="Group 254">
            <a:extLst>
              <a:ext uri="{FF2B5EF4-FFF2-40B4-BE49-F238E27FC236}">
                <a16:creationId xmlns:a16="http://schemas.microsoft.com/office/drawing/2014/main" id="{C21B079E-5BB1-6A30-A829-043C811C3FC5}"/>
              </a:ext>
            </a:extLst>
          </p:cNvPr>
          <p:cNvGrpSpPr>
            <a:grpSpLocks noChangeAspect="1"/>
          </p:cNvGrpSpPr>
          <p:nvPr/>
        </p:nvGrpSpPr>
        <p:grpSpPr>
          <a:xfrm>
            <a:off x="9544924" y="4534647"/>
            <a:ext cx="256616" cy="147672"/>
            <a:chOff x="8421872" y="1904968"/>
            <a:chExt cx="347879" cy="255571"/>
          </a:xfrm>
        </p:grpSpPr>
        <p:sp>
          <p:nvSpPr>
            <p:cNvPr id="22" name="Rectangle 60">
              <a:extLst>
                <a:ext uri="{FF2B5EF4-FFF2-40B4-BE49-F238E27FC236}">
                  <a16:creationId xmlns:a16="http://schemas.microsoft.com/office/drawing/2014/main" id="{6DC9FC67-B0D9-3AE7-6FD4-60B66789F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3" name="Group 719">
              <a:extLst>
                <a:ext uri="{FF2B5EF4-FFF2-40B4-BE49-F238E27FC236}">
                  <a16:creationId xmlns:a16="http://schemas.microsoft.com/office/drawing/2014/main" id="{B2A4FE16-9165-6698-E6C7-EC0A97788A55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7A4141C-FF25-46DC-2B20-521B055D2691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8F4D632-E27F-3EC4-4A36-5F3ED22F8BB4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07A4BF5-3823-16D8-71D5-F3B178AE8F2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BDB5101-DB5A-380F-3F1D-BAAC2EE9818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" name="Trapezoid 23">
              <a:extLst>
                <a:ext uri="{FF2B5EF4-FFF2-40B4-BE49-F238E27FC236}">
                  <a16:creationId xmlns:a16="http://schemas.microsoft.com/office/drawing/2014/main" id="{9E895745-BD2C-061B-D818-652F47FCA7DF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CFC379-F7E1-794F-8800-B0D5E4ADF361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 flipH="1">
            <a:off x="9667776" y="468231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F140FF5-CD85-7504-C77D-E336B3BC9299}"/>
              </a:ext>
            </a:extLst>
          </p:cNvPr>
          <p:cNvCxnSpPr>
            <a:cxnSpLocks/>
            <a:stCxn id="33" idx="0"/>
            <a:endCxn id="22" idx="0"/>
          </p:cNvCxnSpPr>
          <p:nvPr/>
        </p:nvCxnSpPr>
        <p:spPr>
          <a:xfrm>
            <a:off x="9672690" y="434496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DDD47C4-DDAE-B566-A212-F4BDE91AFC74}"/>
              </a:ext>
            </a:extLst>
          </p:cNvPr>
          <p:cNvGrpSpPr/>
          <p:nvPr/>
        </p:nvGrpSpPr>
        <p:grpSpPr>
          <a:xfrm>
            <a:off x="9524298" y="4159468"/>
            <a:ext cx="294292" cy="185501"/>
            <a:chOff x="980948" y="1888785"/>
            <a:chExt cx="272994" cy="172080"/>
          </a:xfrm>
        </p:grpSpPr>
        <p:grpSp>
          <p:nvGrpSpPr>
            <p:cNvPr id="32" name="Group 898">
              <a:extLst>
                <a:ext uri="{FF2B5EF4-FFF2-40B4-BE49-F238E27FC236}">
                  <a16:creationId xmlns:a16="http://schemas.microsoft.com/office/drawing/2014/main" id="{F0F0828D-5B25-E414-991B-2ECB10592104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34" name="Rectangle 88">
                <a:extLst>
                  <a:ext uri="{FF2B5EF4-FFF2-40B4-BE49-F238E27FC236}">
                    <a16:creationId xmlns:a16="http://schemas.microsoft.com/office/drawing/2014/main" id="{D7ABAF7E-BFF4-25BD-F740-C5CC7AB8A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73AB0A5-7E11-8773-A768-3A5D186D0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77EA8DAD-B331-5F1C-A24E-F5C2B1820C4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7" name="Oval 341">
                <a:extLst>
                  <a:ext uri="{FF2B5EF4-FFF2-40B4-BE49-F238E27FC236}">
                    <a16:creationId xmlns:a16="http://schemas.microsoft.com/office/drawing/2014/main" id="{9C3776D2-C545-7612-A62F-FAC8E8C3D6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3" name="Trapezoid 32">
              <a:extLst>
                <a:ext uri="{FF2B5EF4-FFF2-40B4-BE49-F238E27FC236}">
                  <a16:creationId xmlns:a16="http://schemas.microsoft.com/office/drawing/2014/main" id="{1F3832D7-9BEE-99BF-6D4A-8D3827FBAAFF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38" name="Group 254">
            <a:extLst>
              <a:ext uri="{FF2B5EF4-FFF2-40B4-BE49-F238E27FC236}">
                <a16:creationId xmlns:a16="http://schemas.microsoft.com/office/drawing/2014/main" id="{9D97A6B8-1C75-CE44-FBD8-27CE3ABF0245}"/>
              </a:ext>
            </a:extLst>
          </p:cNvPr>
          <p:cNvGrpSpPr>
            <a:grpSpLocks noChangeAspect="1"/>
          </p:cNvGrpSpPr>
          <p:nvPr/>
        </p:nvGrpSpPr>
        <p:grpSpPr>
          <a:xfrm>
            <a:off x="9373796" y="3549983"/>
            <a:ext cx="256616" cy="147672"/>
            <a:chOff x="8421872" y="1904968"/>
            <a:chExt cx="347879" cy="255571"/>
          </a:xfrm>
        </p:grpSpPr>
        <p:sp>
          <p:nvSpPr>
            <p:cNvPr id="39" name="Rectangle 60">
              <a:extLst>
                <a:ext uri="{FF2B5EF4-FFF2-40B4-BE49-F238E27FC236}">
                  <a16:creationId xmlns:a16="http://schemas.microsoft.com/office/drawing/2014/main" id="{7E39B498-A89B-7DBF-BBBB-64FEDE029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40" name="Group 719">
              <a:extLst>
                <a:ext uri="{FF2B5EF4-FFF2-40B4-BE49-F238E27FC236}">
                  <a16:creationId xmlns:a16="http://schemas.microsoft.com/office/drawing/2014/main" id="{8BBF16A6-3CED-0ED1-8B83-E8B7A565A37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45E2CC9F-D822-E819-05E6-E1D08082FE9E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8DB1B41-2E0C-0EC5-268C-A0E47E41A16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7B7C45-F6E7-0B96-96D6-9147D885720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C73E971-7A3C-052B-16AC-D1B97E9B9B57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41" name="Trapezoid 40">
              <a:extLst>
                <a:ext uri="{FF2B5EF4-FFF2-40B4-BE49-F238E27FC236}">
                  <a16:creationId xmlns:a16="http://schemas.microsoft.com/office/drawing/2014/main" id="{C1B14AE0-3170-09FE-0C64-924BF632ABD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A47C213-1B12-F4A7-257C-B8E2298839DA}"/>
              </a:ext>
            </a:extLst>
          </p:cNvPr>
          <p:cNvCxnSpPr>
            <a:cxnSpLocks/>
            <a:stCxn id="56" idx="2"/>
            <a:endCxn id="39" idx="0"/>
          </p:cNvCxnSpPr>
          <p:nvPr/>
        </p:nvCxnSpPr>
        <p:spPr>
          <a:xfrm>
            <a:off x="9501368" y="3312764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47" name="Rectangle 135">
            <a:extLst>
              <a:ext uri="{FF2B5EF4-FFF2-40B4-BE49-F238E27FC236}">
                <a16:creationId xmlns:a16="http://schemas.microsoft.com/office/drawing/2014/main" id="{E947078A-6BEB-6755-9DA7-5506B8E72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0107" y="3563386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BADDBA-27AB-F098-FAE4-071570EA2C7E}"/>
              </a:ext>
            </a:extLst>
          </p:cNvPr>
          <p:cNvSpPr/>
          <p:nvPr/>
        </p:nvSpPr>
        <p:spPr>
          <a:xfrm>
            <a:off x="9661213" y="455069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49" name="Rectangle 135">
            <a:extLst>
              <a:ext uri="{FF2B5EF4-FFF2-40B4-BE49-F238E27FC236}">
                <a16:creationId xmlns:a16="http://schemas.microsoft.com/office/drawing/2014/main" id="{3AB8AF35-E5B4-98C3-C2E5-2101D269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0742" y="483449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50" name="Rectangle 135">
            <a:extLst>
              <a:ext uri="{FF2B5EF4-FFF2-40B4-BE49-F238E27FC236}">
                <a16:creationId xmlns:a16="http://schemas.microsoft.com/office/drawing/2014/main" id="{9512F355-0CB4-B70C-DFAA-ABACFC9C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267" y="522364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6285B69-9EB8-55E5-D6F7-ACC05123FA0A}"/>
              </a:ext>
            </a:extLst>
          </p:cNvPr>
          <p:cNvSpPr/>
          <p:nvPr/>
        </p:nvSpPr>
        <p:spPr>
          <a:xfrm>
            <a:off x="10557840" y="5028795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97ED30-C836-286E-1E3B-F0C705365293}"/>
              </a:ext>
            </a:extLst>
          </p:cNvPr>
          <p:cNvSpPr txBox="1"/>
          <p:nvPr/>
        </p:nvSpPr>
        <p:spPr>
          <a:xfrm>
            <a:off x="10457854" y="515354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E8E5EB-BC86-B2E6-3044-C078A4B9298F}"/>
              </a:ext>
            </a:extLst>
          </p:cNvPr>
          <p:cNvCxnSpPr>
            <a:cxnSpLocks/>
            <a:stCxn id="51" idx="2"/>
            <a:endCxn id="13" idx="3"/>
          </p:cNvCxnSpPr>
          <p:nvPr/>
        </p:nvCxnSpPr>
        <p:spPr>
          <a:xfrm flipH="1">
            <a:off x="9793829" y="5116631"/>
            <a:ext cx="764011" cy="1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67313A2-9DCD-4001-E4C0-1122D12BAC47}"/>
              </a:ext>
            </a:extLst>
          </p:cNvPr>
          <p:cNvGrpSpPr/>
          <p:nvPr/>
        </p:nvGrpSpPr>
        <p:grpSpPr>
          <a:xfrm>
            <a:off x="9347326" y="3163063"/>
            <a:ext cx="304284" cy="192585"/>
            <a:chOff x="980945" y="1888766"/>
            <a:chExt cx="271916" cy="172099"/>
          </a:xfrm>
        </p:grpSpPr>
        <p:grpSp>
          <p:nvGrpSpPr>
            <p:cNvPr id="55" name="Group 898">
              <a:extLst>
                <a:ext uri="{FF2B5EF4-FFF2-40B4-BE49-F238E27FC236}">
                  <a16:creationId xmlns:a16="http://schemas.microsoft.com/office/drawing/2014/main" id="{4FF2F142-BD84-F844-3A35-ABDFEA00A428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57" name="Rectangle 88">
                <a:extLst>
                  <a:ext uri="{FF2B5EF4-FFF2-40B4-BE49-F238E27FC236}">
                    <a16:creationId xmlns:a16="http://schemas.microsoft.com/office/drawing/2014/main" id="{4F7712CF-E509-E048-2C57-2DCBE5339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78CF72E1-A66D-E577-0110-A24F3D27D29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59" name="Oval 341">
                <a:extLst>
                  <a:ext uri="{FF2B5EF4-FFF2-40B4-BE49-F238E27FC236}">
                    <a16:creationId xmlns:a16="http://schemas.microsoft.com/office/drawing/2014/main" id="{160CB79F-28F2-CD69-EBF2-EAA89B93B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56" name="Trapezoid 55">
              <a:extLst>
                <a:ext uri="{FF2B5EF4-FFF2-40B4-BE49-F238E27FC236}">
                  <a16:creationId xmlns:a16="http://schemas.microsoft.com/office/drawing/2014/main" id="{344E5113-DDCC-F232-5305-07CACC96AAA9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60" name="Rectangle 135">
            <a:extLst>
              <a:ext uri="{FF2B5EF4-FFF2-40B4-BE49-F238E27FC236}">
                <a16:creationId xmlns:a16="http://schemas.microsoft.com/office/drawing/2014/main" id="{9237C85C-B2B2-BE17-73E3-10300C72F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817" y="3199266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&lt;n&gt;00_ZR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364FAE-D79F-4662-55E8-7358A34D0ACA}"/>
              </a:ext>
            </a:extLst>
          </p:cNvPr>
          <p:cNvSpPr/>
          <p:nvPr/>
        </p:nvSpPr>
        <p:spPr>
          <a:xfrm>
            <a:off x="9763158" y="420256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A7A99A-65C9-2D4E-0B8C-E8E77941315C}"/>
              </a:ext>
            </a:extLst>
          </p:cNvPr>
          <p:cNvCxnSpPr>
            <a:cxnSpLocks/>
            <a:stCxn id="74" idx="0"/>
            <a:endCxn id="57" idx="0"/>
          </p:cNvCxnSpPr>
          <p:nvPr/>
        </p:nvCxnSpPr>
        <p:spPr>
          <a:xfrm>
            <a:off x="9495580" y="2574280"/>
            <a:ext cx="3888" cy="588783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63" name="Group 254">
            <a:extLst>
              <a:ext uri="{FF2B5EF4-FFF2-40B4-BE49-F238E27FC236}">
                <a16:creationId xmlns:a16="http://schemas.microsoft.com/office/drawing/2014/main" id="{49B53A5C-DD0E-82CB-6D34-1E5D55BF20A4}"/>
              </a:ext>
            </a:extLst>
          </p:cNvPr>
          <p:cNvGrpSpPr>
            <a:grpSpLocks noChangeAspect="1"/>
          </p:cNvGrpSpPr>
          <p:nvPr/>
        </p:nvGrpSpPr>
        <p:grpSpPr>
          <a:xfrm>
            <a:off x="9365372" y="2861388"/>
            <a:ext cx="256616" cy="147672"/>
            <a:chOff x="8421872" y="1904968"/>
            <a:chExt cx="347879" cy="255571"/>
          </a:xfrm>
        </p:grpSpPr>
        <p:sp>
          <p:nvSpPr>
            <p:cNvPr id="64" name="Rectangle 60">
              <a:extLst>
                <a:ext uri="{FF2B5EF4-FFF2-40B4-BE49-F238E27FC236}">
                  <a16:creationId xmlns:a16="http://schemas.microsoft.com/office/drawing/2014/main" id="{4EBE86D0-2A05-0FDC-3EAF-80D71C8A7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65" name="Group 719">
              <a:extLst>
                <a:ext uri="{FF2B5EF4-FFF2-40B4-BE49-F238E27FC236}">
                  <a16:creationId xmlns:a16="http://schemas.microsoft.com/office/drawing/2014/main" id="{AB33D938-52B5-4F43-8CA6-3375436EDD88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FD6C152-594A-D8CA-9077-E525C0C7019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9370393D-BBD5-BAB6-6271-900E24A4225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8CDEDFA-11BF-887B-05BB-9F55A3F152E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1A3F96D-BE79-A83C-FF47-50107EC3E100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6" name="Trapezoid 65">
              <a:extLst>
                <a:ext uri="{FF2B5EF4-FFF2-40B4-BE49-F238E27FC236}">
                  <a16:creationId xmlns:a16="http://schemas.microsoft.com/office/drawing/2014/main" id="{9EBC02FC-8E9E-81EE-1B7C-B4B2BF9AEADD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71" name="Rectangle 135">
            <a:extLst>
              <a:ext uri="{FF2B5EF4-FFF2-40B4-BE49-F238E27FC236}">
                <a16:creationId xmlns:a16="http://schemas.microsoft.com/office/drawing/2014/main" id="{6F45C083-08D7-B03F-5062-D488643ED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175" y="2854999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DSR</a:t>
            </a:r>
            <a:endParaRPr lang="en-GB" sz="800" kern="0" dirty="0"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908F784-97BF-3D2A-BE25-7ACFCE95CF77}"/>
              </a:ext>
            </a:extLst>
          </p:cNvPr>
          <p:cNvGrpSpPr/>
          <p:nvPr/>
        </p:nvGrpSpPr>
        <p:grpSpPr>
          <a:xfrm>
            <a:off x="9341538" y="2381695"/>
            <a:ext cx="304284" cy="192585"/>
            <a:chOff x="980945" y="1888766"/>
            <a:chExt cx="271916" cy="172099"/>
          </a:xfrm>
        </p:grpSpPr>
        <p:grpSp>
          <p:nvGrpSpPr>
            <p:cNvPr id="73" name="Group 898">
              <a:extLst>
                <a:ext uri="{FF2B5EF4-FFF2-40B4-BE49-F238E27FC236}">
                  <a16:creationId xmlns:a16="http://schemas.microsoft.com/office/drawing/2014/main" id="{36539DCB-D44D-1257-6CE9-AD2BCB94BE3B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5" name="Rectangle 88">
                <a:extLst>
                  <a:ext uri="{FF2B5EF4-FFF2-40B4-BE49-F238E27FC236}">
                    <a16:creationId xmlns:a16="http://schemas.microsoft.com/office/drawing/2014/main" id="{ADFC6518-22AF-2976-D30A-45E45F6BD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9953B0F6-EBB1-576F-4CD1-748146D8EE7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7" name="Oval 341">
                <a:extLst>
                  <a:ext uri="{FF2B5EF4-FFF2-40B4-BE49-F238E27FC236}">
                    <a16:creationId xmlns:a16="http://schemas.microsoft.com/office/drawing/2014/main" id="{5EE0CDB3-008C-8B2C-D7C7-E2110E62D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4" name="Trapezoid 73">
              <a:extLst>
                <a:ext uri="{FF2B5EF4-FFF2-40B4-BE49-F238E27FC236}">
                  <a16:creationId xmlns:a16="http://schemas.microsoft.com/office/drawing/2014/main" id="{9A6BBA93-D3C2-9AD2-CAFD-E06F6689A13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91" name="Rectangle 135">
            <a:extLst>
              <a:ext uri="{FF2B5EF4-FFF2-40B4-BE49-F238E27FC236}">
                <a16:creationId xmlns:a16="http://schemas.microsoft.com/office/drawing/2014/main" id="{E8E20AC7-0183-A63D-AC83-8F07B638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375" y="2373201"/>
            <a:ext cx="658918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&lt;m&gt;00_GigE</a:t>
            </a:r>
            <a:endParaRPr lang="en-GB" sz="800" kern="0" dirty="0"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59B5CB-0EF2-4DDF-86F2-F8B1C79D4383}"/>
              </a:ext>
            </a:extLst>
          </p:cNvPr>
          <p:cNvSpPr txBox="1"/>
          <p:nvPr/>
        </p:nvSpPr>
        <p:spPr>
          <a:xfrm>
            <a:off x="8853813" y="5442698"/>
            <a:ext cx="1248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Line-side stack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3A4092E-E153-46EB-110E-C736AC5492E9}"/>
              </a:ext>
            </a:extLst>
          </p:cNvPr>
          <p:cNvCxnSpPr>
            <a:cxnSpLocks/>
            <a:stCxn id="119" idx="0"/>
            <a:endCxn id="101" idx="0"/>
          </p:cNvCxnSpPr>
          <p:nvPr/>
        </p:nvCxnSpPr>
        <p:spPr>
          <a:xfrm flipH="1">
            <a:off x="9234117" y="4344969"/>
            <a:ext cx="7170" cy="71182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1415FAB-91A0-E688-29B8-D56716231D2C}"/>
              </a:ext>
            </a:extLst>
          </p:cNvPr>
          <p:cNvGrpSpPr/>
          <p:nvPr/>
        </p:nvGrpSpPr>
        <p:grpSpPr>
          <a:xfrm>
            <a:off x="9092894" y="4159468"/>
            <a:ext cx="294292" cy="185501"/>
            <a:chOff x="980948" y="1888785"/>
            <a:chExt cx="272994" cy="172080"/>
          </a:xfrm>
        </p:grpSpPr>
        <p:grpSp>
          <p:nvGrpSpPr>
            <p:cNvPr id="118" name="Group 898">
              <a:extLst>
                <a:ext uri="{FF2B5EF4-FFF2-40B4-BE49-F238E27FC236}">
                  <a16:creationId xmlns:a16="http://schemas.microsoft.com/office/drawing/2014/main" id="{5C10CF80-3DED-B6A5-A8BB-907E2B29204E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120" name="Rectangle 88">
                <a:extLst>
                  <a:ext uri="{FF2B5EF4-FFF2-40B4-BE49-F238E27FC236}">
                    <a16:creationId xmlns:a16="http://schemas.microsoft.com/office/drawing/2014/main" id="{61FC569D-ED59-4FF0-5C0C-977E4729F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3E3FC36-819B-096B-2C6D-6338C559D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2" name="Isosceles Triangle 121">
                <a:extLst>
                  <a:ext uri="{FF2B5EF4-FFF2-40B4-BE49-F238E27FC236}">
                    <a16:creationId xmlns:a16="http://schemas.microsoft.com/office/drawing/2014/main" id="{143E6AA4-C516-E8C7-844A-DA8F8450794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3" name="Oval 341">
                <a:extLst>
                  <a:ext uri="{FF2B5EF4-FFF2-40B4-BE49-F238E27FC236}">
                    <a16:creationId xmlns:a16="http://schemas.microsoft.com/office/drawing/2014/main" id="{40F3E49E-3C98-C62E-5929-362C51D72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4B1ED879-9C4A-39B8-0E05-FA2B9B778E9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96" name="Group 68">
            <a:extLst>
              <a:ext uri="{FF2B5EF4-FFF2-40B4-BE49-F238E27FC236}">
                <a16:creationId xmlns:a16="http://schemas.microsoft.com/office/drawing/2014/main" id="{2EF9B96F-221B-83BE-1637-CF9348849C6C}"/>
              </a:ext>
            </a:extLst>
          </p:cNvPr>
          <p:cNvGrpSpPr/>
          <p:nvPr/>
        </p:nvGrpSpPr>
        <p:grpSpPr>
          <a:xfrm>
            <a:off x="9109871" y="4813184"/>
            <a:ext cx="253003" cy="159097"/>
            <a:chOff x="3417120" y="2447661"/>
            <a:chExt cx="362556" cy="227988"/>
          </a:xfrm>
        </p:grpSpPr>
        <p:sp>
          <p:nvSpPr>
            <p:cNvPr id="97" name="Rectangle 88">
              <a:extLst>
                <a:ext uri="{FF2B5EF4-FFF2-40B4-BE49-F238E27FC236}">
                  <a16:creationId xmlns:a16="http://schemas.microsoft.com/office/drawing/2014/main" id="{2DAEE5B0-63AA-BAE5-C752-C6F6DCFD9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98" name="Oval 341">
              <a:extLst>
                <a:ext uri="{FF2B5EF4-FFF2-40B4-BE49-F238E27FC236}">
                  <a16:creationId xmlns:a16="http://schemas.microsoft.com/office/drawing/2014/main" id="{B9CEECDE-ECE1-298C-DE01-F532FEFB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" name="Trapezoid 98">
              <a:extLst>
                <a:ext uri="{FF2B5EF4-FFF2-40B4-BE49-F238E27FC236}">
                  <a16:creationId xmlns:a16="http://schemas.microsoft.com/office/drawing/2014/main" id="{068E7C80-0F4A-6497-A7A9-6D282D21A321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0" name="Group 254">
            <a:extLst>
              <a:ext uri="{FF2B5EF4-FFF2-40B4-BE49-F238E27FC236}">
                <a16:creationId xmlns:a16="http://schemas.microsoft.com/office/drawing/2014/main" id="{9B2D3E0F-2627-0392-579B-4AA5BDB45C3E}"/>
              </a:ext>
            </a:extLst>
          </p:cNvPr>
          <p:cNvGrpSpPr>
            <a:grpSpLocks noChangeAspect="1"/>
          </p:cNvGrpSpPr>
          <p:nvPr/>
        </p:nvGrpSpPr>
        <p:grpSpPr>
          <a:xfrm>
            <a:off x="9105809" y="5056795"/>
            <a:ext cx="256616" cy="147672"/>
            <a:chOff x="8421872" y="1904968"/>
            <a:chExt cx="347879" cy="255571"/>
          </a:xfrm>
        </p:grpSpPr>
        <p:sp>
          <p:nvSpPr>
            <p:cNvPr id="101" name="Rectangle 60">
              <a:extLst>
                <a:ext uri="{FF2B5EF4-FFF2-40B4-BE49-F238E27FC236}">
                  <a16:creationId xmlns:a16="http://schemas.microsoft.com/office/drawing/2014/main" id="{61537B57-3959-0EAE-94B5-40B9DD98D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02" name="Group 719">
              <a:extLst>
                <a:ext uri="{FF2B5EF4-FFF2-40B4-BE49-F238E27FC236}">
                  <a16:creationId xmlns:a16="http://schemas.microsoft.com/office/drawing/2014/main" id="{89FF3DA0-D0D5-06C3-F25E-36F351497FC6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B36F56A-890D-BC79-43B8-3906220593A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AFE375CD-1175-BDB0-BC36-90DF05A6998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167B01B-5EF2-F226-8166-4F7DF60CF656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B1355BA-77AE-D262-D4D5-7EC7D30F2E3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03" name="Trapezoid 102">
              <a:extLst>
                <a:ext uri="{FF2B5EF4-FFF2-40B4-BE49-F238E27FC236}">
                  <a16:creationId xmlns:a16="http://schemas.microsoft.com/office/drawing/2014/main" id="{8F603A9E-82B1-2656-1AE9-DBD63A011B80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8" name="Group 254">
            <a:extLst>
              <a:ext uri="{FF2B5EF4-FFF2-40B4-BE49-F238E27FC236}">
                <a16:creationId xmlns:a16="http://schemas.microsoft.com/office/drawing/2014/main" id="{B5748FBC-76CA-95D4-E0AE-05E7406BCCB8}"/>
              </a:ext>
            </a:extLst>
          </p:cNvPr>
          <p:cNvGrpSpPr>
            <a:grpSpLocks noChangeAspect="1"/>
          </p:cNvGrpSpPr>
          <p:nvPr/>
        </p:nvGrpSpPr>
        <p:grpSpPr>
          <a:xfrm>
            <a:off x="9113520" y="4534647"/>
            <a:ext cx="256616" cy="147672"/>
            <a:chOff x="8421872" y="1904968"/>
            <a:chExt cx="347879" cy="255571"/>
          </a:xfrm>
        </p:grpSpPr>
        <p:sp>
          <p:nvSpPr>
            <p:cNvPr id="109" name="Rectangle 60">
              <a:extLst>
                <a:ext uri="{FF2B5EF4-FFF2-40B4-BE49-F238E27FC236}">
                  <a16:creationId xmlns:a16="http://schemas.microsoft.com/office/drawing/2014/main" id="{372C4F44-B22D-B497-E33D-4B297B939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10" name="Group 719">
              <a:extLst>
                <a:ext uri="{FF2B5EF4-FFF2-40B4-BE49-F238E27FC236}">
                  <a16:creationId xmlns:a16="http://schemas.microsoft.com/office/drawing/2014/main" id="{53FD6C3F-C2F4-9C3D-3F69-93EED429C307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49625AB-4C09-894C-2633-5B7A76625F3C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C568560-62DA-034C-D93C-6D7E0888739A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FD43E75-D2A4-9905-EA41-372115F2D0D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12A052D4-E3BF-E18D-EBA6-55FCCCBEFDD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11" name="Trapezoid 110">
              <a:extLst>
                <a:ext uri="{FF2B5EF4-FFF2-40B4-BE49-F238E27FC236}">
                  <a16:creationId xmlns:a16="http://schemas.microsoft.com/office/drawing/2014/main" id="{55A9C317-71BE-E406-B687-A7B4D002A7AB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107180D-42DD-28B8-4632-DC98390A231B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9239460" y="3703858"/>
            <a:ext cx="262644" cy="45561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719BB909-625D-11E8-9170-3C28CD337022}"/>
              </a:ext>
            </a:extLst>
          </p:cNvPr>
          <p:cNvSpPr/>
          <p:nvPr/>
        </p:nvSpPr>
        <p:spPr>
          <a:xfrm>
            <a:off x="8007371" y="5047974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2415787-0B0F-9EBD-B5E8-EBDDD4616449}"/>
              </a:ext>
            </a:extLst>
          </p:cNvPr>
          <p:cNvSpPr txBox="1"/>
          <p:nvPr/>
        </p:nvSpPr>
        <p:spPr>
          <a:xfrm>
            <a:off x="7879659" y="5239292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1D50ACE-6C57-98F5-861D-249858454270}"/>
              </a:ext>
            </a:extLst>
          </p:cNvPr>
          <p:cNvCxnSpPr>
            <a:cxnSpLocks/>
            <a:stCxn id="128" idx="6"/>
            <a:endCxn id="101" idx="1"/>
          </p:cNvCxnSpPr>
          <p:nvPr/>
        </p:nvCxnSpPr>
        <p:spPr>
          <a:xfrm flipV="1">
            <a:off x="8484594" y="5130631"/>
            <a:ext cx="621215" cy="5179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7" name="Right Brace 136">
            <a:extLst>
              <a:ext uri="{FF2B5EF4-FFF2-40B4-BE49-F238E27FC236}">
                <a16:creationId xmlns:a16="http://schemas.microsoft.com/office/drawing/2014/main" id="{7702F2BF-99BC-DACD-D34B-9C4599B5BD52}"/>
              </a:ext>
            </a:extLst>
          </p:cNvPr>
          <p:cNvSpPr/>
          <p:nvPr/>
        </p:nvSpPr>
        <p:spPr>
          <a:xfrm>
            <a:off x="10502900" y="2165350"/>
            <a:ext cx="127390" cy="1645800"/>
          </a:xfrm>
          <a:prstGeom prst="rightBrac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D5432B1-C104-AB6E-9366-E8043A30A1C5}"/>
              </a:ext>
            </a:extLst>
          </p:cNvPr>
          <p:cNvSpPr txBox="1"/>
          <p:nvPr/>
        </p:nvSpPr>
        <p:spPr>
          <a:xfrm>
            <a:off x="10702512" y="2747277"/>
            <a:ext cx="117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media-side</a:t>
            </a:r>
          </a:p>
          <a:p>
            <a:r>
              <a:rPr lang="en-IN" sz="1200" dirty="0"/>
              <a:t>logical channels</a:t>
            </a:r>
          </a:p>
        </p:txBody>
      </p: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05BB7768-76ED-2B50-59D2-6D8E650650DF}"/>
              </a:ext>
            </a:extLst>
          </p:cNvPr>
          <p:cNvSpPr/>
          <p:nvPr/>
        </p:nvSpPr>
        <p:spPr>
          <a:xfrm>
            <a:off x="10502900" y="4082336"/>
            <a:ext cx="114988" cy="626861"/>
          </a:xfrm>
          <a:prstGeom prst="rightBrac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750F64C-448A-60F8-85B6-E34F1D10C5B6}"/>
              </a:ext>
            </a:extLst>
          </p:cNvPr>
          <p:cNvSpPr txBox="1"/>
          <p:nvPr/>
        </p:nvSpPr>
        <p:spPr>
          <a:xfrm>
            <a:off x="10670200" y="4189140"/>
            <a:ext cx="1144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optical-channel</a:t>
            </a:r>
          </a:p>
        </p:txBody>
      </p:sp>
      <p:sp>
        <p:nvSpPr>
          <p:cNvPr id="141" name="Rectangle 135">
            <a:extLst>
              <a:ext uri="{FF2B5EF4-FFF2-40B4-BE49-F238E27FC236}">
                <a16:creationId xmlns:a16="http://schemas.microsoft.com/office/drawing/2014/main" id="{39CCAD45-F289-4E7E-483A-2699BE63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6050" y="522364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F5DC207-679E-2068-3A38-B78C83E7D72A}"/>
              </a:ext>
            </a:extLst>
          </p:cNvPr>
          <p:cNvSpPr txBox="1"/>
          <p:nvPr/>
        </p:nvSpPr>
        <p:spPr>
          <a:xfrm>
            <a:off x="7131832" y="3044347"/>
            <a:ext cx="90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</a:rPr>
              <a:t>OR, generic</a:t>
            </a:r>
            <a:br>
              <a:rPr lang="en-IN" sz="1200" dirty="0">
                <a:solidFill>
                  <a:srgbClr val="FF0000"/>
                </a:solidFill>
              </a:rPr>
            </a:br>
            <a:r>
              <a:rPr lang="en-IN" sz="1200" dirty="0">
                <a:solidFill>
                  <a:srgbClr val="FF0000"/>
                </a:solidFill>
              </a:rPr>
              <a:t>OTSiMCA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36065B7-018A-7173-2227-163321BFB013}"/>
              </a:ext>
            </a:extLst>
          </p:cNvPr>
          <p:cNvCxnSpPr>
            <a:cxnSpLocks/>
            <a:stCxn id="142" idx="3"/>
          </p:cNvCxnSpPr>
          <p:nvPr/>
        </p:nvCxnSpPr>
        <p:spPr>
          <a:xfrm flipV="1">
            <a:off x="8034964" y="3255776"/>
            <a:ext cx="749670" cy="19404"/>
          </a:xfrm>
          <a:prstGeom prst="straightConnector1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13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A10D-53B8-DDD0-3FCE-65C3003C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Rectangle 636">
            <a:extLst>
              <a:ext uri="{FF2B5EF4-FFF2-40B4-BE49-F238E27FC236}">
                <a16:creationId xmlns:a16="http://schemas.microsoft.com/office/drawing/2014/main" id="{22910EF2-18C1-5FB5-946D-DA3BC4B3532B}"/>
              </a:ext>
            </a:extLst>
          </p:cNvPr>
          <p:cNvSpPr/>
          <p:nvPr/>
        </p:nvSpPr>
        <p:spPr>
          <a:xfrm>
            <a:off x="3439219" y="1257986"/>
            <a:ext cx="2502508" cy="4484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BC21813B-F6A6-7620-D611-FA2E52122FC4}"/>
              </a:ext>
            </a:extLst>
          </p:cNvPr>
          <p:cNvSpPr/>
          <p:nvPr/>
        </p:nvSpPr>
        <p:spPr>
          <a:xfrm>
            <a:off x="3439217" y="1257986"/>
            <a:ext cx="2502511" cy="606863"/>
          </a:xfrm>
          <a:prstGeom prst="rect">
            <a:avLst/>
          </a:prstGeom>
          <a:solidFill>
            <a:srgbClr val="FFCC00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F5E0B-48F0-5E67-12A0-0FE6E274A1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/>
          <a:p>
            <a:r>
              <a:rPr lang="en-US" sz="2667" dirty="0">
                <a:solidFill>
                  <a:srgbClr val="66FF33"/>
                </a:solidFill>
              </a:rPr>
              <a:t>OIF-400ZR 400GBASE-R</a:t>
            </a:r>
            <a:endParaRPr lang="en-US" sz="2667" i="1" u="sng" dirty="0">
              <a:solidFill>
                <a:srgbClr val="66FF33"/>
              </a:solidFill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E928F55-3F52-3465-F883-CA6D4AB3DFC3}"/>
              </a:ext>
            </a:extLst>
          </p:cNvPr>
          <p:cNvCxnSpPr>
            <a:cxnSpLocks/>
            <a:stCxn id="299" idx="2"/>
            <a:endCxn id="289" idx="0"/>
          </p:cNvCxnSpPr>
          <p:nvPr/>
        </p:nvCxnSpPr>
        <p:spPr>
          <a:xfrm>
            <a:off x="4840548" y="3716161"/>
            <a:ext cx="4315" cy="475057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36" name="Group 68">
            <a:extLst>
              <a:ext uri="{FF2B5EF4-FFF2-40B4-BE49-F238E27FC236}">
                <a16:creationId xmlns:a16="http://schemas.microsoft.com/office/drawing/2014/main" id="{2C88A5CA-79BF-A97C-2438-A5292809452F}"/>
              </a:ext>
            </a:extLst>
          </p:cNvPr>
          <p:cNvGrpSpPr/>
          <p:nvPr/>
        </p:nvGrpSpPr>
        <p:grpSpPr>
          <a:xfrm>
            <a:off x="4715275" y="4844934"/>
            <a:ext cx="253003" cy="159097"/>
            <a:chOff x="3417120" y="2447661"/>
            <a:chExt cx="362556" cy="227988"/>
          </a:xfrm>
        </p:grpSpPr>
        <p:sp>
          <p:nvSpPr>
            <p:cNvPr id="237" name="Rectangle 88">
              <a:extLst>
                <a:ext uri="{FF2B5EF4-FFF2-40B4-BE49-F238E27FC236}">
                  <a16:creationId xmlns:a16="http://schemas.microsoft.com/office/drawing/2014/main" id="{79C23F3E-408E-BBED-0797-B3C06D0B7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120" y="2447661"/>
              <a:ext cx="362556" cy="227988"/>
            </a:xfrm>
            <a:prstGeom prst="rect">
              <a:avLst/>
            </a:prstGeom>
            <a:solidFill>
              <a:srgbClr val="FFFF00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914377">
                <a:defRPr/>
              </a:pPr>
              <a:endParaRPr lang="en-US" altLang="en-US" sz="533" kern="0">
                <a:solidFill>
                  <a:sysClr val="windowText" lastClr="000000"/>
                </a:solidFill>
                <a:latin typeface="Calibri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99FE383C-6761-DC17-BAD2-121BB305F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452" y="2504408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Trapezoid 238">
              <a:extLst>
                <a:ext uri="{FF2B5EF4-FFF2-40B4-BE49-F238E27FC236}">
                  <a16:creationId xmlns:a16="http://schemas.microsoft.com/office/drawing/2014/main" id="{90F0200D-E22F-C5EA-B0CB-DB75768FDC6F}"/>
                </a:ext>
              </a:extLst>
            </p:cNvPr>
            <p:cNvSpPr/>
            <p:nvPr/>
          </p:nvSpPr>
          <p:spPr>
            <a:xfrm rot="10800000">
              <a:off x="3464118" y="2579573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0" name="Group 254">
            <a:extLst>
              <a:ext uri="{FF2B5EF4-FFF2-40B4-BE49-F238E27FC236}">
                <a16:creationId xmlns:a16="http://schemas.microsoft.com/office/drawing/2014/main" id="{023CB6DB-A7D2-337F-5273-4ED18BFFD3CA}"/>
              </a:ext>
            </a:extLst>
          </p:cNvPr>
          <p:cNvGrpSpPr>
            <a:grpSpLocks noChangeAspect="1"/>
          </p:cNvGrpSpPr>
          <p:nvPr/>
        </p:nvGrpSpPr>
        <p:grpSpPr>
          <a:xfrm>
            <a:off x="4711213" y="5088545"/>
            <a:ext cx="256616" cy="147672"/>
            <a:chOff x="8421872" y="1904968"/>
            <a:chExt cx="347879" cy="255571"/>
          </a:xfrm>
        </p:grpSpPr>
        <p:sp>
          <p:nvSpPr>
            <p:cNvPr id="242" name="Rectangle 60">
              <a:extLst>
                <a:ext uri="{FF2B5EF4-FFF2-40B4-BE49-F238E27FC236}">
                  <a16:creationId xmlns:a16="http://schemas.microsoft.com/office/drawing/2014/main" id="{EABDB9FF-D9AE-049F-A7D3-8A7213B21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43" name="Group 719">
              <a:extLst>
                <a:ext uri="{FF2B5EF4-FFF2-40B4-BE49-F238E27FC236}">
                  <a16:creationId xmlns:a16="http://schemas.microsoft.com/office/drawing/2014/main" id="{F5DF8631-9409-7D5C-AE39-EDD9030BBF49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B612FCF9-66AA-775C-220E-28B3A4EEE5C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F944F51D-E844-93BF-F789-8D0BDE3D3771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4382B236-E5D9-0C5A-29AD-36FE8131610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C9FEDF9C-1DC6-A6F2-63D7-49CBD912CAD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44" name="Trapezoid 243">
              <a:extLst>
                <a:ext uri="{FF2B5EF4-FFF2-40B4-BE49-F238E27FC236}">
                  <a16:creationId xmlns:a16="http://schemas.microsoft.com/office/drawing/2014/main" id="{F669CA05-EADA-9668-9A85-9A8D24626312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5A334E6-13FC-B4D6-91D4-FCB01FE61CEA}"/>
              </a:ext>
            </a:extLst>
          </p:cNvPr>
          <p:cNvCxnSpPr>
            <a:cxnSpLocks/>
            <a:stCxn id="237" idx="2"/>
            <a:endCxn id="242" idx="0"/>
          </p:cNvCxnSpPr>
          <p:nvPr/>
        </p:nvCxnSpPr>
        <p:spPr>
          <a:xfrm flipH="1">
            <a:off x="4839522" y="5004031"/>
            <a:ext cx="2255" cy="84515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56" name="Group 254">
            <a:extLst>
              <a:ext uri="{FF2B5EF4-FFF2-40B4-BE49-F238E27FC236}">
                <a16:creationId xmlns:a16="http://schemas.microsoft.com/office/drawing/2014/main" id="{B7EFFA40-BB0E-EBCA-6591-8206F0FECFA7}"/>
              </a:ext>
            </a:extLst>
          </p:cNvPr>
          <p:cNvGrpSpPr>
            <a:grpSpLocks noChangeAspect="1"/>
          </p:cNvGrpSpPr>
          <p:nvPr/>
        </p:nvGrpSpPr>
        <p:grpSpPr>
          <a:xfrm>
            <a:off x="4718924" y="4566397"/>
            <a:ext cx="256616" cy="147672"/>
            <a:chOff x="8421872" y="1904968"/>
            <a:chExt cx="347879" cy="255571"/>
          </a:xfrm>
        </p:grpSpPr>
        <p:sp>
          <p:nvSpPr>
            <p:cNvPr id="257" name="Rectangle 60">
              <a:extLst>
                <a:ext uri="{FF2B5EF4-FFF2-40B4-BE49-F238E27FC236}">
                  <a16:creationId xmlns:a16="http://schemas.microsoft.com/office/drawing/2014/main" id="{5CF1524A-B79F-C8CC-20FB-3E98F6B0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89">
                <a:defRPr/>
              </a:pPr>
              <a:endParaRPr lang="en-US" sz="1467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258" name="Group 719">
              <a:extLst>
                <a:ext uri="{FF2B5EF4-FFF2-40B4-BE49-F238E27FC236}">
                  <a16:creationId xmlns:a16="http://schemas.microsoft.com/office/drawing/2014/main" id="{5A523F9D-1F88-7393-C9F2-526ED41336EA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CD167E33-954B-4EE8-EFB1-172161DE42A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64E7F44F-93DC-64EB-1208-F98511CD9F5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FC6A8DDB-C758-CDE1-A682-632A1833863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4343FD4A-8139-1097-6D9B-74B46944FCC6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261" name="Trapezoid 260">
              <a:extLst>
                <a:ext uri="{FF2B5EF4-FFF2-40B4-BE49-F238E27FC236}">
                  <a16:creationId xmlns:a16="http://schemas.microsoft.com/office/drawing/2014/main" id="{E19C0C35-9DA7-2687-CE7B-6723640B126C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>
                <a:defRPr/>
              </a:pPr>
              <a:endParaRPr lang="en-US" sz="1467" kern="0">
                <a:solidFill>
                  <a:srgbClr val="FFFFFF"/>
                </a:solidFill>
                <a:latin typeface="Arial"/>
              </a:endParaRPr>
            </a:p>
          </p:txBody>
        </p:sp>
      </p:grp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784B808-8BB1-5320-8483-2EBB9BFE3A5C}"/>
              </a:ext>
            </a:extLst>
          </p:cNvPr>
          <p:cNvCxnSpPr>
            <a:cxnSpLocks/>
            <a:stCxn id="257" idx="2"/>
            <a:endCxn id="237" idx="0"/>
          </p:cNvCxnSpPr>
          <p:nvPr/>
        </p:nvCxnSpPr>
        <p:spPr>
          <a:xfrm flipH="1">
            <a:off x="4841776" y="4714069"/>
            <a:ext cx="5456" cy="1308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252B0149-C046-6396-D96C-F1ECF05B5176}"/>
              </a:ext>
            </a:extLst>
          </p:cNvPr>
          <p:cNvCxnSpPr>
            <a:cxnSpLocks/>
            <a:stCxn id="286" idx="0"/>
            <a:endCxn id="257" idx="0"/>
          </p:cNvCxnSpPr>
          <p:nvPr/>
        </p:nvCxnSpPr>
        <p:spPr>
          <a:xfrm>
            <a:off x="4846690" y="4376719"/>
            <a:ext cx="543" cy="189679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94902BD-80BE-9F8D-2967-C51444EB293F}"/>
              </a:ext>
            </a:extLst>
          </p:cNvPr>
          <p:cNvGrpSpPr/>
          <p:nvPr/>
        </p:nvGrpSpPr>
        <p:grpSpPr>
          <a:xfrm>
            <a:off x="4698298" y="4191218"/>
            <a:ext cx="294292" cy="185501"/>
            <a:chOff x="980948" y="1888785"/>
            <a:chExt cx="272994" cy="172080"/>
          </a:xfrm>
        </p:grpSpPr>
        <p:grpSp>
          <p:nvGrpSpPr>
            <p:cNvPr id="283" name="Group 898">
              <a:extLst>
                <a:ext uri="{FF2B5EF4-FFF2-40B4-BE49-F238E27FC236}">
                  <a16:creationId xmlns:a16="http://schemas.microsoft.com/office/drawing/2014/main" id="{A7058FFF-526F-7035-79FE-EA310C12656B}"/>
                </a:ext>
              </a:extLst>
            </p:cNvPr>
            <p:cNvGrpSpPr/>
            <p:nvPr/>
          </p:nvGrpSpPr>
          <p:grpSpPr>
            <a:xfrm>
              <a:off x="980948" y="1888785"/>
              <a:ext cx="272994" cy="170991"/>
              <a:chOff x="957800" y="1944318"/>
              <a:chExt cx="272993" cy="170990"/>
            </a:xfrm>
          </p:grpSpPr>
          <p:sp>
            <p:nvSpPr>
              <p:cNvPr id="289" name="Rectangle 88">
                <a:extLst>
                  <a:ext uri="{FF2B5EF4-FFF2-40B4-BE49-F238E27FC236}">
                    <a16:creationId xmlns:a16="http://schemas.microsoft.com/office/drawing/2014/main" id="{E20E41C4-9472-0D38-D830-03ADF94F6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8C56BA05-7975-10CF-F8B0-170B8FAD3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023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DBBB5741-58FD-B766-11D5-0F6AF75DFBA5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297" name="Oval 341">
                <a:extLst>
                  <a:ext uri="{FF2B5EF4-FFF2-40B4-BE49-F238E27FC236}">
                    <a16:creationId xmlns:a16="http://schemas.microsoft.com/office/drawing/2014/main" id="{77323D31-4A13-76C8-B040-9F559762E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286" name="Trapezoid 285">
              <a:extLst>
                <a:ext uri="{FF2B5EF4-FFF2-40B4-BE49-F238E27FC236}">
                  <a16:creationId xmlns:a16="http://schemas.microsoft.com/office/drawing/2014/main" id="{E37AA56E-B6BE-3A0F-7FC6-D36658EC533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9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298" name="Group 254">
            <a:extLst>
              <a:ext uri="{FF2B5EF4-FFF2-40B4-BE49-F238E27FC236}">
                <a16:creationId xmlns:a16="http://schemas.microsoft.com/office/drawing/2014/main" id="{BC782661-2D27-44C8-2B52-89022FEFE1D8}"/>
              </a:ext>
            </a:extLst>
          </p:cNvPr>
          <p:cNvGrpSpPr>
            <a:grpSpLocks noChangeAspect="1"/>
          </p:cNvGrpSpPr>
          <p:nvPr/>
        </p:nvGrpSpPr>
        <p:grpSpPr>
          <a:xfrm>
            <a:off x="4712240" y="3568488"/>
            <a:ext cx="256616" cy="147672"/>
            <a:chOff x="8421872" y="1904968"/>
            <a:chExt cx="347879" cy="255571"/>
          </a:xfrm>
        </p:grpSpPr>
        <p:sp>
          <p:nvSpPr>
            <p:cNvPr id="299" name="Rectangle 60">
              <a:extLst>
                <a:ext uri="{FF2B5EF4-FFF2-40B4-BE49-F238E27FC236}">
                  <a16:creationId xmlns:a16="http://schemas.microsoft.com/office/drawing/2014/main" id="{6C8DA225-B836-ADF3-F198-86016CE5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01" name="Group 719">
              <a:extLst>
                <a:ext uri="{FF2B5EF4-FFF2-40B4-BE49-F238E27FC236}">
                  <a16:creationId xmlns:a16="http://schemas.microsoft.com/office/drawing/2014/main" id="{6D544E3B-A8C5-CABC-1CEA-07A3F0ECAB9C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7960B7E7-7C3D-BDF0-1A36-1E3A6287370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928F512-C147-F41A-AC75-9519F129E705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844D77D7-C2C5-CD32-C029-3FDF4024043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A476C9EF-32A7-A78C-DEEB-665F455F257B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02" name="Trapezoid 301">
              <a:extLst>
                <a:ext uri="{FF2B5EF4-FFF2-40B4-BE49-F238E27FC236}">
                  <a16:creationId xmlns:a16="http://schemas.microsoft.com/office/drawing/2014/main" id="{E5816945-67E3-4535-21B2-D6A207B93881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2826BA4D-C105-BE4F-821B-1CD800970F47}"/>
              </a:ext>
            </a:extLst>
          </p:cNvPr>
          <p:cNvCxnSpPr>
            <a:cxnSpLocks/>
            <a:stCxn id="321" idx="2"/>
            <a:endCxn id="299" idx="0"/>
          </p:cNvCxnSpPr>
          <p:nvPr/>
        </p:nvCxnSpPr>
        <p:spPr>
          <a:xfrm>
            <a:off x="4839812" y="3331269"/>
            <a:ext cx="737" cy="237220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10" name="Rectangle 135">
            <a:extLst>
              <a:ext uri="{FF2B5EF4-FFF2-40B4-BE49-F238E27FC236}">
                <a16:creationId xmlns:a16="http://schemas.microsoft.com/office/drawing/2014/main" id="{BA1425FA-08B6-3A0B-4D52-1ED2E0435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551" y="3581891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65E6F25-CDBA-AB73-63C1-411D4F4D0815}"/>
              </a:ext>
            </a:extLst>
          </p:cNvPr>
          <p:cNvSpPr/>
          <p:nvPr/>
        </p:nvSpPr>
        <p:spPr>
          <a:xfrm>
            <a:off x="4835213" y="4582444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PHOT</a:t>
            </a:r>
          </a:p>
        </p:txBody>
      </p:sp>
      <p:sp>
        <p:nvSpPr>
          <p:cNvPr id="313" name="Rectangle 135">
            <a:extLst>
              <a:ext uri="{FF2B5EF4-FFF2-40B4-BE49-F238E27FC236}">
                <a16:creationId xmlns:a16="http://schemas.microsoft.com/office/drawing/2014/main" id="{D7611A8F-0B71-7374-ED3C-E610F09A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742" y="4866241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>
              <a:defRPr/>
            </a:pPr>
            <a:r>
              <a:rPr lang="en-US" sz="800" kern="0" dirty="0">
                <a:solidFill>
                  <a:srgbClr val="000000"/>
                </a:solidFill>
                <a:cs typeface="Arial" charset="0"/>
              </a:rPr>
              <a:t> OTS_MEDIA</a:t>
            </a:r>
            <a:endParaRPr lang="en-GB" sz="800" kern="0" dirty="0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314" name="Rectangle 135">
            <a:extLst>
              <a:ext uri="{FF2B5EF4-FFF2-40B4-BE49-F238E27FC236}">
                <a16:creationId xmlns:a16="http://schemas.microsoft.com/office/drawing/2014/main" id="{12CD2EE0-FCF3-BF48-9982-D426788F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267" y="5255396"/>
            <a:ext cx="61551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 PHOT</a:t>
            </a:r>
            <a:endParaRPr lang="en-GB" sz="800" kern="0" dirty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  <a:cs typeface="Arial" charset="0"/>
            </a:endParaRP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8431DF8F-3019-BFEA-196F-BB09DD41CEE8}"/>
              </a:ext>
            </a:extLst>
          </p:cNvPr>
          <p:cNvSpPr/>
          <p:nvPr/>
        </p:nvSpPr>
        <p:spPr>
          <a:xfrm>
            <a:off x="6215761" y="5046000"/>
            <a:ext cx="477223" cy="175672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dirty="0">
                <a:solidFill>
                  <a:srgbClr val="000000"/>
                </a:solidFill>
                <a:ea typeface="Verdana"/>
              </a:rPr>
              <a:t>V1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7542050-4448-6B4A-8A86-D2C8F994D145}"/>
              </a:ext>
            </a:extLst>
          </p:cNvPr>
          <p:cNvSpPr txBox="1"/>
          <p:nvPr/>
        </p:nvSpPr>
        <p:spPr>
          <a:xfrm>
            <a:off x="6115775" y="5170747"/>
            <a:ext cx="7018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85">
              <a:defRPr/>
            </a:pPr>
            <a:r>
              <a:rPr lang="en-US" sz="933" b="1" kern="0" dirty="0">
                <a:solidFill>
                  <a:srgbClr val="141313"/>
                </a:solidFill>
              </a:rPr>
              <a:t>PHOT</a:t>
            </a:r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F7D325F-756C-0BB0-A011-96DD889A0196}"/>
              </a:ext>
            </a:extLst>
          </p:cNvPr>
          <p:cNvCxnSpPr>
            <a:cxnSpLocks/>
            <a:stCxn id="315" idx="2"/>
            <a:endCxn id="242" idx="3"/>
          </p:cNvCxnSpPr>
          <p:nvPr/>
        </p:nvCxnSpPr>
        <p:spPr>
          <a:xfrm flipH="1">
            <a:off x="4967829" y="5133837"/>
            <a:ext cx="1247931" cy="2854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2EB8136-525C-9923-6B4C-ABFBF7FF3D12}"/>
              </a:ext>
            </a:extLst>
          </p:cNvPr>
          <p:cNvGrpSpPr/>
          <p:nvPr/>
        </p:nvGrpSpPr>
        <p:grpSpPr>
          <a:xfrm>
            <a:off x="4685770" y="3181568"/>
            <a:ext cx="304284" cy="192585"/>
            <a:chOff x="980945" y="1888766"/>
            <a:chExt cx="271916" cy="172099"/>
          </a:xfrm>
        </p:grpSpPr>
        <p:grpSp>
          <p:nvGrpSpPr>
            <p:cNvPr id="320" name="Group 898">
              <a:extLst>
                <a:ext uri="{FF2B5EF4-FFF2-40B4-BE49-F238E27FC236}">
                  <a16:creationId xmlns:a16="http://schemas.microsoft.com/office/drawing/2014/main" id="{B4DC839D-216D-186F-4C3C-F830A9DBA48E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322" name="Rectangle 88">
                <a:extLst>
                  <a:ext uri="{FF2B5EF4-FFF2-40B4-BE49-F238E27FC236}">
                    <a16:creationId xmlns:a16="http://schemas.microsoft.com/office/drawing/2014/main" id="{9BC5553F-7FAA-A41F-CA42-F34E57C6F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933EBFF-CCC1-4A04-2041-0171ED9F547F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324" name="Oval 341">
                <a:extLst>
                  <a:ext uri="{FF2B5EF4-FFF2-40B4-BE49-F238E27FC236}">
                    <a16:creationId xmlns:a16="http://schemas.microsoft.com/office/drawing/2014/main" id="{EA89E8C9-B70C-33A4-AED0-57DAFA04B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321" name="Trapezoid 320">
              <a:extLst>
                <a:ext uri="{FF2B5EF4-FFF2-40B4-BE49-F238E27FC236}">
                  <a16:creationId xmlns:a16="http://schemas.microsoft.com/office/drawing/2014/main" id="{1C7AFB58-A784-4795-B715-C2D181971DAC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sp>
        <p:nvSpPr>
          <p:cNvPr id="325" name="Rectangle 135">
            <a:extLst>
              <a:ext uri="{FF2B5EF4-FFF2-40B4-BE49-F238E27FC236}">
                <a16:creationId xmlns:a16="http://schemas.microsoft.com/office/drawing/2014/main" id="{BC27F7B7-8EEA-986E-A8FD-890E1322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261" y="3217771"/>
            <a:ext cx="55455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OTSiMCA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962241C-3961-736C-FB90-025FD75F0487}"/>
              </a:ext>
            </a:extLst>
          </p:cNvPr>
          <p:cNvSpPr/>
          <p:nvPr/>
        </p:nvSpPr>
        <p:spPr>
          <a:xfrm>
            <a:off x="4937158" y="4234312"/>
            <a:ext cx="63067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</a:rPr>
              <a:t>OTSiMC</a:t>
            </a: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31605A73-55FE-A8C3-4FFA-E7B929C35127}"/>
              </a:ext>
            </a:extLst>
          </p:cNvPr>
          <p:cNvCxnSpPr>
            <a:cxnSpLocks/>
            <a:stCxn id="395" idx="2"/>
            <a:endCxn id="322" idx="0"/>
          </p:cNvCxnSpPr>
          <p:nvPr/>
        </p:nvCxnSpPr>
        <p:spPr>
          <a:xfrm>
            <a:off x="4832125" y="3027566"/>
            <a:ext cx="5788" cy="154001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grpSp>
        <p:nvGrpSpPr>
          <p:cNvPr id="394" name="Group 254">
            <a:extLst>
              <a:ext uri="{FF2B5EF4-FFF2-40B4-BE49-F238E27FC236}">
                <a16:creationId xmlns:a16="http://schemas.microsoft.com/office/drawing/2014/main" id="{43915A86-FC88-92D6-A31D-3BB122F7194C}"/>
              </a:ext>
            </a:extLst>
          </p:cNvPr>
          <p:cNvGrpSpPr>
            <a:grpSpLocks noChangeAspect="1"/>
          </p:cNvGrpSpPr>
          <p:nvPr/>
        </p:nvGrpSpPr>
        <p:grpSpPr>
          <a:xfrm>
            <a:off x="4703816" y="2879893"/>
            <a:ext cx="256616" cy="147672"/>
            <a:chOff x="8421872" y="1904968"/>
            <a:chExt cx="347879" cy="255571"/>
          </a:xfrm>
        </p:grpSpPr>
        <p:sp>
          <p:nvSpPr>
            <p:cNvPr id="395" name="Rectangle 60">
              <a:extLst>
                <a:ext uri="{FF2B5EF4-FFF2-40B4-BE49-F238E27FC236}">
                  <a16:creationId xmlns:a16="http://schemas.microsoft.com/office/drawing/2014/main" id="{3FAB6E53-AFD7-83D2-1A11-AD432A60D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872" y="1904968"/>
              <a:ext cx="347879" cy="255571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141313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endParaRPr>
            </a:p>
          </p:txBody>
        </p:sp>
        <p:grpSp>
          <p:nvGrpSpPr>
            <p:cNvPr id="396" name="Group 719">
              <a:extLst>
                <a:ext uri="{FF2B5EF4-FFF2-40B4-BE49-F238E27FC236}">
                  <a16:creationId xmlns:a16="http://schemas.microsoft.com/office/drawing/2014/main" id="{D0515AFD-255E-9A8D-2355-59126C31AE81}"/>
                </a:ext>
              </a:extLst>
            </p:cNvPr>
            <p:cNvGrpSpPr/>
            <p:nvPr/>
          </p:nvGrpSpPr>
          <p:grpSpPr>
            <a:xfrm>
              <a:off x="8487821" y="1907043"/>
              <a:ext cx="216025" cy="108850"/>
              <a:chOff x="8553742" y="2601251"/>
              <a:chExt cx="216024" cy="108852"/>
            </a:xfrm>
          </p:grpSpPr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5577C94F-0979-F8C6-E4A6-519179E36CA9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835530CA-2372-6F9D-937C-AE5A91468B0E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6088E678-A789-D04F-4700-215C1D37103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21FC0E99-4076-5FFB-4929-071498E96D69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7F5F3639-3CD3-DD55-6BD3-B25110E01794}"/>
                </a:ext>
              </a:extLst>
            </p:cNvPr>
            <p:cNvSpPr/>
            <p:nvPr/>
          </p:nvSpPr>
          <p:spPr>
            <a:xfrm rot="10800000">
              <a:off x="8464779" y="2015928"/>
              <a:ext cx="262095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8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E2CB7EF0-2A4F-5C4C-1340-DEC54F8993B3}"/>
              </a:ext>
            </a:extLst>
          </p:cNvPr>
          <p:cNvCxnSpPr>
            <a:cxnSpLocks/>
            <a:stCxn id="116" idx="0"/>
            <a:endCxn id="395" idx="0"/>
          </p:cNvCxnSpPr>
          <p:nvPr/>
        </p:nvCxnSpPr>
        <p:spPr>
          <a:xfrm>
            <a:off x="4831758" y="2608429"/>
            <a:ext cx="367" cy="271464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404" name="Rectangle 135">
            <a:extLst>
              <a:ext uri="{FF2B5EF4-FFF2-40B4-BE49-F238E27FC236}">
                <a16:creationId xmlns:a16="http://schemas.microsoft.com/office/drawing/2014/main" id="{83100324-30F7-6490-74D9-AC71F495B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619" y="2873504"/>
            <a:ext cx="34535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DSR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641" name="Rectangle 135">
            <a:extLst>
              <a:ext uri="{FF2B5EF4-FFF2-40B4-BE49-F238E27FC236}">
                <a16:creationId xmlns:a16="http://schemas.microsoft.com/office/drawing/2014/main" id="{39B2C059-90D2-BE2C-3CE1-B2FD4D47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546" y="1563678"/>
            <a:ext cx="88883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 / ROUTER</a:t>
            </a:r>
            <a:endParaRPr lang="en-GB" sz="800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F43DE-DA7F-F99B-E9AE-F98CCE343D43}"/>
              </a:ext>
            </a:extLst>
          </p:cNvPr>
          <p:cNvSpPr txBox="1"/>
          <p:nvPr/>
        </p:nvSpPr>
        <p:spPr>
          <a:xfrm>
            <a:off x="6264945" y="1682731"/>
            <a:ext cx="46717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OIF-400ZR-02.0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400GBASE-R, FlexO-4-DSH, and 400ZR frames have similar structures. The 400ZR frame OH area is the same as the FlexO-4-DSH, however, fewer OH fields are defined as required for 400ZR than for FlexO-4-DSH. Bonding across multiple PHYs is not supported by the 400ZR frame structure. 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400GBASE-R is asynchronously mapped into a 400ZR container using GMP.</a:t>
            </a:r>
          </a:p>
          <a:p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The chapter “</a:t>
            </a:r>
            <a:r>
              <a:rPr lang="en-US" sz="1200" i="1">
                <a:solidFill>
                  <a:srgbClr val="000000"/>
                </a:solidFill>
                <a:latin typeface="Calibri" panose="020F0502020204030204" pitchFamily="34" charset="0"/>
              </a:rPr>
              <a:t>8.9 400ZR Error Detection and Signaling</a:t>
            </a:r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</a:rPr>
              <a:t>” lists the alarms </a:t>
            </a:r>
            <a:endParaRPr lang="en-US" sz="1200"/>
          </a:p>
        </p:txBody>
      </p:sp>
      <p:sp>
        <p:nvSpPr>
          <p:cNvPr id="75" name="Rectangle 135">
            <a:extLst>
              <a:ext uri="{FF2B5EF4-FFF2-40B4-BE49-F238E27FC236}">
                <a16:creationId xmlns:a16="http://schemas.microsoft.com/office/drawing/2014/main" id="{3AB61D77-719A-A693-1C68-4043D5C8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3657" y="2210794"/>
            <a:ext cx="4385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5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HOST</a:t>
            </a:r>
            <a:r>
              <a:rPr lang="en-US" sz="800" kern="0" dirty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 </a:t>
            </a:r>
            <a:r>
              <a:rPr lang="en-US" sz="800" i="1" kern="0" dirty="0">
                <a:solidFill>
                  <a:srgbClr val="FF0000"/>
                </a:solidFill>
                <a:latin typeface="Arial" panose="020B0604020202020204" pitchFamily="34" charset="0"/>
                <a:ea typeface="ヒラギノ角ゴ ProN W3" charset="-128"/>
                <a:cs typeface="Arial" charset="0"/>
                <a:sym typeface="Gill Sans" charset="0"/>
              </a:rPr>
              <a:t>LANES</a:t>
            </a:r>
            <a:endParaRPr lang="en-GB" sz="800" i="1" kern="0" dirty="0">
              <a:solidFill>
                <a:srgbClr val="FF0000"/>
              </a:solidFill>
              <a:latin typeface="Arial" panose="020B0604020202020204" pitchFamily="34" charset="0"/>
              <a:ea typeface="ヒラギノ角ゴ ProN W3" charset="-128"/>
              <a:cs typeface="Arial" charset="0"/>
              <a:sym typeface="Gill Sans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45AC0E6-795E-29C9-15C8-C184219C5720}"/>
              </a:ext>
            </a:extLst>
          </p:cNvPr>
          <p:cNvSpPr/>
          <p:nvPr/>
        </p:nvSpPr>
        <p:spPr>
          <a:xfrm flipV="1">
            <a:off x="4151834" y="2065504"/>
            <a:ext cx="1359847" cy="542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FC299C1-DF79-074E-E9A9-D17EB6BE8299}"/>
              </a:ext>
            </a:extLst>
          </p:cNvPr>
          <p:cNvGrpSpPr/>
          <p:nvPr/>
        </p:nvGrpSpPr>
        <p:grpSpPr>
          <a:xfrm>
            <a:off x="4270099" y="2185345"/>
            <a:ext cx="211053" cy="133563"/>
            <a:chOff x="980943" y="1888785"/>
            <a:chExt cx="271916" cy="172080"/>
          </a:xfrm>
        </p:grpSpPr>
        <p:grpSp>
          <p:nvGrpSpPr>
            <p:cNvPr id="118" name="Group 898">
              <a:extLst>
                <a:ext uri="{FF2B5EF4-FFF2-40B4-BE49-F238E27FC236}">
                  <a16:creationId xmlns:a16="http://schemas.microsoft.com/office/drawing/2014/main" id="{9A25463E-4ACE-3BB3-FBDE-AE53988C23C9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0" name="Rectangle 88">
                <a:extLst>
                  <a:ext uri="{FF2B5EF4-FFF2-40B4-BE49-F238E27FC236}">
                    <a16:creationId xmlns:a16="http://schemas.microsoft.com/office/drawing/2014/main" id="{7BC39E0C-11DD-A9AD-3ACF-CEE3D1275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1" name="Isosceles Triangle 120">
                <a:extLst>
                  <a:ext uri="{FF2B5EF4-FFF2-40B4-BE49-F238E27FC236}">
                    <a16:creationId xmlns:a16="http://schemas.microsoft.com/office/drawing/2014/main" id="{E41BC59A-A415-22D9-2A3A-E3057FF2ADC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22" name="Oval 341">
                <a:extLst>
                  <a:ext uri="{FF2B5EF4-FFF2-40B4-BE49-F238E27FC236}">
                    <a16:creationId xmlns:a16="http://schemas.microsoft.com/office/drawing/2014/main" id="{879A37FF-6F2F-7FB5-6DA6-229476B86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E3ECD212-D2EB-1142-5786-26BC55CED168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0ACDEF9-DD60-CCA2-371E-B694E7E355F0}"/>
              </a:ext>
            </a:extLst>
          </p:cNvPr>
          <p:cNvGrpSpPr/>
          <p:nvPr/>
        </p:nvGrpSpPr>
        <p:grpSpPr>
          <a:xfrm>
            <a:off x="4392806" y="2216548"/>
            <a:ext cx="211053" cy="133563"/>
            <a:chOff x="980943" y="1888785"/>
            <a:chExt cx="271916" cy="172080"/>
          </a:xfrm>
        </p:grpSpPr>
        <p:grpSp>
          <p:nvGrpSpPr>
            <p:cNvPr id="124" name="Group 898">
              <a:extLst>
                <a:ext uri="{FF2B5EF4-FFF2-40B4-BE49-F238E27FC236}">
                  <a16:creationId xmlns:a16="http://schemas.microsoft.com/office/drawing/2014/main" id="{84EE3EF9-4306-DDFF-094A-76EDED7C12CB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26" name="Rectangle 88">
                <a:extLst>
                  <a:ext uri="{FF2B5EF4-FFF2-40B4-BE49-F238E27FC236}">
                    <a16:creationId xmlns:a16="http://schemas.microsoft.com/office/drawing/2014/main" id="{7F6A2F8C-B60E-5FAF-EE28-0DF63A4C8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2" name="Isosceles Triangle 131">
                <a:extLst>
                  <a:ext uri="{FF2B5EF4-FFF2-40B4-BE49-F238E27FC236}">
                    <a16:creationId xmlns:a16="http://schemas.microsoft.com/office/drawing/2014/main" id="{1D1AB887-638B-B2CE-986C-93AD2D7CDCF0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3" name="Oval 341">
                <a:extLst>
                  <a:ext uri="{FF2B5EF4-FFF2-40B4-BE49-F238E27FC236}">
                    <a16:creationId xmlns:a16="http://schemas.microsoft.com/office/drawing/2014/main" id="{7DDCF49C-AEC2-E2C0-B979-CFCD09408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25" name="Trapezoid 124">
              <a:extLst>
                <a:ext uri="{FF2B5EF4-FFF2-40B4-BE49-F238E27FC236}">
                  <a16:creationId xmlns:a16="http://schemas.microsoft.com/office/drawing/2014/main" id="{295F2965-B8D6-0042-987A-4D9BC23BA5CE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77AB960-13F4-9B37-080C-960543DEA9B7}"/>
              </a:ext>
            </a:extLst>
          </p:cNvPr>
          <p:cNvGrpSpPr/>
          <p:nvPr/>
        </p:nvGrpSpPr>
        <p:grpSpPr>
          <a:xfrm>
            <a:off x="4524011" y="2248700"/>
            <a:ext cx="211053" cy="133563"/>
            <a:chOff x="980943" y="1888785"/>
            <a:chExt cx="271916" cy="172080"/>
          </a:xfrm>
        </p:grpSpPr>
        <p:grpSp>
          <p:nvGrpSpPr>
            <p:cNvPr id="135" name="Group 898">
              <a:extLst>
                <a:ext uri="{FF2B5EF4-FFF2-40B4-BE49-F238E27FC236}">
                  <a16:creationId xmlns:a16="http://schemas.microsoft.com/office/drawing/2014/main" id="{E31959EC-67A2-BBD0-070D-FD7CF3E87615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37" name="Rectangle 88">
                <a:extLst>
                  <a:ext uri="{FF2B5EF4-FFF2-40B4-BE49-F238E27FC236}">
                    <a16:creationId xmlns:a16="http://schemas.microsoft.com/office/drawing/2014/main" id="{75CFEF35-45E5-3F13-8FF8-5B6D4D3AB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8" name="Isosceles Triangle 137">
                <a:extLst>
                  <a:ext uri="{FF2B5EF4-FFF2-40B4-BE49-F238E27FC236}">
                    <a16:creationId xmlns:a16="http://schemas.microsoft.com/office/drawing/2014/main" id="{285673F6-4293-843A-BE9D-EB3F3288069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39" name="Oval 341">
                <a:extLst>
                  <a:ext uri="{FF2B5EF4-FFF2-40B4-BE49-F238E27FC236}">
                    <a16:creationId xmlns:a16="http://schemas.microsoft.com/office/drawing/2014/main" id="{C2609EFA-BCB6-EB8C-08E7-30510F3AA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36" name="Trapezoid 135">
              <a:extLst>
                <a:ext uri="{FF2B5EF4-FFF2-40B4-BE49-F238E27FC236}">
                  <a16:creationId xmlns:a16="http://schemas.microsoft.com/office/drawing/2014/main" id="{FF1908D6-D042-3B9D-B4AC-742B2944354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B86A1E7-7AAA-5880-D8B8-FEA598FB9DF5}"/>
              </a:ext>
            </a:extLst>
          </p:cNvPr>
          <p:cNvGrpSpPr/>
          <p:nvPr/>
        </p:nvGrpSpPr>
        <p:grpSpPr>
          <a:xfrm>
            <a:off x="4653067" y="2283076"/>
            <a:ext cx="211053" cy="133563"/>
            <a:chOff x="980943" y="1888785"/>
            <a:chExt cx="271916" cy="172080"/>
          </a:xfrm>
        </p:grpSpPr>
        <p:grpSp>
          <p:nvGrpSpPr>
            <p:cNvPr id="141" name="Group 898">
              <a:extLst>
                <a:ext uri="{FF2B5EF4-FFF2-40B4-BE49-F238E27FC236}">
                  <a16:creationId xmlns:a16="http://schemas.microsoft.com/office/drawing/2014/main" id="{1B9AAB49-8A2F-3D6F-B92D-16780A4A9E88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43" name="Rectangle 88">
                <a:extLst>
                  <a:ext uri="{FF2B5EF4-FFF2-40B4-BE49-F238E27FC236}">
                    <a16:creationId xmlns:a16="http://schemas.microsoft.com/office/drawing/2014/main" id="{FF09FBE0-47AE-5619-93F0-A5AFFD955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4" name="Isosceles Triangle 143">
                <a:extLst>
                  <a:ext uri="{FF2B5EF4-FFF2-40B4-BE49-F238E27FC236}">
                    <a16:creationId xmlns:a16="http://schemas.microsoft.com/office/drawing/2014/main" id="{3F5255BC-651B-E631-6718-FAAE10138D0B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45" name="Oval 341">
                <a:extLst>
                  <a:ext uri="{FF2B5EF4-FFF2-40B4-BE49-F238E27FC236}">
                    <a16:creationId xmlns:a16="http://schemas.microsoft.com/office/drawing/2014/main" id="{9188DA9D-6A1D-1946-46BE-978A2DA38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42" name="Trapezoid 141">
              <a:extLst>
                <a:ext uri="{FF2B5EF4-FFF2-40B4-BE49-F238E27FC236}">
                  <a16:creationId xmlns:a16="http://schemas.microsoft.com/office/drawing/2014/main" id="{E6E2741A-7548-33C5-754D-16DF872B3135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4446E61-FE98-B972-070C-E770FD64FCF1}"/>
              </a:ext>
            </a:extLst>
          </p:cNvPr>
          <p:cNvGrpSpPr/>
          <p:nvPr/>
        </p:nvGrpSpPr>
        <p:grpSpPr>
          <a:xfrm>
            <a:off x="4778796" y="2316607"/>
            <a:ext cx="211053" cy="133563"/>
            <a:chOff x="980943" y="1888785"/>
            <a:chExt cx="271916" cy="172080"/>
          </a:xfrm>
        </p:grpSpPr>
        <p:grpSp>
          <p:nvGrpSpPr>
            <p:cNvPr id="149" name="Group 898">
              <a:extLst>
                <a:ext uri="{FF2B5EF4-FFF2-40B4-BE49-F238E27FC236}">
                  <a16:creationId xmlns:a16="http://schemas.microsoft.com/office/drawing/2014/main" id="{D50A392C-DEEB-B955-25CA-1E8C6A021E9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1" name="Rectangle 88">
                <a:extLst>
                  <a:ext uri="{FF2B5EF4-FFF2-40B4-BE49-F238E27FC236}">
                    <a16:creationId xmlns:a16="http://schemas.microsoft.com/office/drawing/2014/main" id="{668CA5F0-7F06-7C1C-511C-EB5B2EF3F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2" name="Isosceles Triangle 151">
                <a:extLst>
                  <a:ext uri="{FF2B5EF4-FFF2-40B4-BE49-F238E27FC236}">
                    <a16:creationId xmlns:a16="http://schemas.microsoft.com/office/drawing/2014/main" id="{F1765748-292D-62FC-9061-0DED1D315CB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53" name="Oval 341">
                <a:extLst>
                  <a:ext uri="{FF2B5EF4-FFF2-40B4-BE49-F238E27FC236}">
                    <a16:creationId xmlns:a16="http://schemas.microsoft.com/office/drawing/2014/main" id="{AA33A5BC-DEA8-CFAE-D094-A11AABF87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0" name="Trapezoid 149">
              <a:extLst>
                <a:ext uri="{FF2B5EF4-FFF2-40B4-BE49-F238E27FC236}">
                  <a16:creationId xmlns:a16="http://schemas.microsoft.com/office/drawing/2014/main" id="{8B79A689-398B-3B76-D681-FD7D97A04E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D84AFD1-E3C5-12CB-A0F0-87B209FDAFCD}"/>
              </a:ext>
            </a:extLst>
          </p:cNvPr>
          <p:cNvGrpSpPr/>
          <p:nvPr/>
        </p:nvGrpSpPr>
        <p:grpSpPr>
          <a:xfrm>
            <a:off x="4901503" y="2347809"/>
            <a:ext cx="211053" cy="133563"/>
            <a:chOff x="980943" y="1888785"/>
            <a:chExt cx="271916" cy="172080"/>
          </a:xfrm>
        </p:grpSpPr>
        <p:grpSp>
          <p:nvGrpSpPr>
            <p:cNvPr id="157" name="Group 898">
              <a:extLst>
                <a:ext uri="{FF2B5EF4-FFF2-40B4-BE49-F238E27FC236}">
                  <a16:creationId xmlns:a16="http://schemas.microsoft.com/office/drawing/2014/main" id="{D0D5B761-14F2-6526-7163-DE394FE75423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59" name="Rectangle 88">
                <a:extLst>
                  <a:ext uri="{FF2B5EF4-FFF2-40B4-BE49-F238E27FC236}">
                    <a16:creationId xmlns:a16="http://schemas.microsoft.com/office/drawing/2014/main" id="{4186FEE2-A3CC-62E5-2EA2-33127C7B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0" name="Isosceles Triangle 159">
                <a:extLst>
                  <a:ext uri="{FF2B5EF4-FFF2-40B4-BE49-F238E27FC236}">
                    <a16:creationId xmlns:a16="http://schemas.microsoft.com/office/drawing/2014/main" id="{257FA0F5-2EB1-C32D-2753-147AEFD3EDBA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2" name="Oval 341">
                <a:extLst>
                  <a:ext uri="{FF2B5EF4-FFF2-40B4-BE49-F238E27FC236}">
                    <a16:creationId xmlns:a16="http://schemas.microsoft.com/office/drawing/2014/main" id="{5392DF40-DC7D-862B-DD74-9FB43D1E8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58" name="Trapezoid 157">
              <a:extLst>
                <a:ext uri="{FF2B5EF4-FFF2-40B4-BE49-F238E27FC236}">
                  <a16:creationId xmlns:a16="http://schemas.microsoft.com/office/drawing/2014/main" id="{1F67113F-82C9-53B4-CB43-E6057B4E1B9A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361F708-C028-43C4-FF6E-8BA90A9CF0C7}"/>
              </a:ext>
            </a:extLst>
          </p:cNvPr>
          <p:cNvGrpSpPr/>
          <p:nvPr/>
        </p:nvGrpSpPr>
        <p:grpSpPr>
          <a:xfrm>
            <a:off x="5032708" y="2379961"/>
            <a:ext cx="211053" cy="133563"/>
            <a:chOff x="980943" y="1888785"/>
            <a:chExt cx="271916" cy="172080"/>
          </a:xfrm>
        </p:grpSpPr>
        <p:grpSp>
          <p:nvGrpSpPr>
            <p:cNvPr id="164" name="Group 898">
              <a:extLst>
                <a:ext uri="{FF2B5EF4-FFF2-40B4-BE49-F238E27FC236}">
                  <a16:creationId xmlns:a16="http://schemas.microsoft.com/office/drawing/2014/main" id="{70337050-DE02-45DA-513D-85A173E1A840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66" name="Rectangle 88">
                <a:extLst>
                  <a:ext uri="{FF2B5EF4-FFF2-40B4-BE49-F238E27FC236}">
                    <a16:creationId xmlns:a16="http://schemas.microsoft.com/office/drawing/2014/main" id="{DAD155DB-8BE8-C657-83FC-153EA9D42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65A4097A-8FBF-ACE1-53DA-6D1B23A8364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0" name="Oval 341">
                <a:extLst>
                  <a:ext uri="{FF2B5EF4-FFF2-40B4-BE49-F238E27FC236}">
                    <a16:creationId xmlns:a16="http://schemas.microsoft.com/office/drawing/2014/main" id="{943BB2E9-BEC6-9BB5-E5DB-6E51279E1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65" name="Trapezoid 164">
              <a:extLst>
                <a:ext uri="{FF2B5EF4-FFF2-40B4-BE49-F238E27FC236}">
                  <a16:creationId xmlns:a16="http://schemas.microsoft.com/office/drawing/2014/main" id="{529AEABF-0F47-B278-5A77-D993CCA5C631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B6CA664-90B6-33D8-E17E-AA19131B4DB9}"/>
              </a:ext>
            </a:extLst>
          </p:cNvPr>
          <p:cNvGrpSpPr/>
          <p:nvPr/>
        </p:nvGrpSpPr>
        <p:grpSpPr>
          <a:xfrm>
            <a:off x="5161764" y="2414337"/>
            <a:ext cx="211053" cy="133563"/>
            <a:chOff x="980943" y="1888785"/>
            <a:chExt cx="271916" cy="172080"/>
          </a:xfrm>
        </p:grpSpPr>
        <p:grpSp>
          <p:nvGrpSpPr>
            <p:cNvPr id="175" name="Group 898">
              <a:extLst>
                <a:ext uri="{FF2B5EF4-FFF2-40B4-BE49-F238E27FC236}">
                  <a16:creationId xmlns:a16="http://schemas.microsoft.com/office/drawing/2014/main" id="{683FC934-72BB-8A51-9178-76739B1CB9C2}"/>
                </a:ext>
              </a:extLst>
            </p:cNvPr>
            <p:cNvGrpSpPr/>
            <p:nvPr/>
          </p:nvGrpSpPr>
          <p:grpSpPr>
            <a:xfrm>
              <a:off x="980943" y="1888785"/>
              <a:ext cx="271916" cy="170991"/>
              <a:chOff x="957800" y="1944318"/>
              <a:chExt cx="271916" cy="170990"/>
            </a:xfrm>
          </p:grpSpPr>
          <p:sp>
            <p:nvSpPr>
              <p:cNvPr id="177" name="Rectangle 88">
                <a:extLst>
                  <a:ext uri="{FF2B5EF4-FFF2-40B4-BE49-F238E27FC236}">
                    <a16:creationId xmlns:a16="http://schemas.microsoft.com/office/drawing/2014/main" id="{61F22BCC-FED5-DB92-12FC-42BCBE5E2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533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79" name="Isosceles Triangle 178">
                <a:extLst>
                  <a:ext uri="{FF2B5EF4-FFF2-40B4-BE49-F238E27FC236}">
                    <a16:creationId xmlns:a16="http://schemas.microsoft.com/office/drawing/2014/main" id="{829F320D-A171-7186-0E59-9EABA72DA12D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180" name="Oval 341">
                <a:extLst>
                  <a:ext uri="{FF2B5EF4-FFF2-40B4-BE49-F238E27FC236}">
                    <a16:creationId xmlns:a16="http://schemas.microsoft.com/office/drawing/2014/main" id="{D2BB8548-DA32-97E0-ECBF-35DB0A926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377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67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176" name="Trapezoid 175">
              <a:extLst>
                <a:ext uri="{FF2B5EF4-FFF2-40B4-BE49-F238E27FC236}">
                  <a16:creationId xmlns:a16="http://schemas.microsoft.com/office/drawing/2014/main" id="{AD84AFF9-8867-D6CA-D27D-46279E3B713D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7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67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96D4445A-1674-8679-4547-831AFCEBA5C7}"/>
              </a:ext>
            </a:extLst>
          </p:cNvPr>
          <p:cNvCxnSpPr>
            <a:cxnSpLocks/>
            <a:endCxn id="116" idx="2"/>
          </p:cNvCxnSpPr>
          <p:nvPr/>
        </p:nvCxnSpPr>
        <p:spPr>
          <a:xfrm>
            <a:off x="4831757" y="1864848"/>
            <a:ext cx="0" cy="200656"/>
          </a:xfrm>
          <a:prstGeom prst="line">
            <a:avLst/>
          </a:prstGeom>
          <a:noFill/>
          <a:ln w="6350" cap="flat" cmpd="sng" algn="ctr">
            <a:solidFill>
              <a:srgbClr val="141313"/>
            </a:solidFill>
            <a:prstDash val="solid"/>
          </a:ln>
          <a:effectLst/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FF4DA-34AF-6E2C-6DF9-4FBEFD1FB39B}"/>
              </a:ext>
            </a:extLst>
          </p:cNvPr>
          <p:cNvSpPr/>
          <p:nvPr/>
        </p:nvSpPr>
        <p:spPr>
          <a:xfrm rot="19637063">
            <a:off x="5689057" y="794975"/>
            <a:ext cx="2564942" cy="615021"/>
          </a:xfrm>
          <a:prstGeom prst="round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OLD SLIDE BY ANDREA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332A4-503C-09AE-4088-5A3A053C04C2}"/>
              </a:ext>
            </a:extLst>
          </p:cNvPr>
          <p:cNvSpPr txBox="1"/>
          <p:nvPr/>
        </p:nvSpPr>
        <p:spPr>
          <a:xfrm>
            <a:off x="332018" y="3104566"/>
            <a:ext cx="2957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Note the use of </a:t>
            </a:r>
            <a:r>
              <a:rPr lang="en-IN" sz="1200" dirty="0" err="1">
                <a:solidFill>
                  <a:srgbClr val="C00000"/>
                </a:solidFill>
              </a:rPr>
              <a:t>PHOT:OTSiMCA</a:t>
            </a:r>
            <a:r>
              <a:rPr lang="en-IN" sz="1200" dirty="0">
                <a:solidFill>
                  <a:srgbClr val="C00000"/>
                </a:solidFill>
              </a:rPr>
              <a:t> l-p-q as a CEP contained by a DSR NEP</a:t>
            </a:r>
          </a:p>
        </p:txBody>
      </p:sp>
    </p:spTree>
    <p:extLst>
      <p:ext uri="{BB962C8B-B14F-4D97-AF65-F5344CB8AC3E}">
        <p14:creationId xmlns:p14="http://schemas.microsoft.com/office/powerpoint/2010/main" val="339192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A865FB-AD31-C7E5-9CBE-76341C1F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2" y="748298"/>
            <a:ext cx="5703122" cy="610970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9020EA4-4F19-D600-FD2C-BDB79938DEC1}"/>
              </a:ext>
            </a:extLst>
          </p:cNvPr>
          <p:cNvSpPr/>
          <p:nvPr/>
        </p:nvSpPr>
        <p:spPr>
          <a:xfrm>
            <a:off x="1666568" y="4107426"/>
            <a:ext cx="626806" cy="103976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E7E65-DEA8-C0B2-26BC-F0BA0C420D25}"/>
              </a:ext>
            </a:extLst>
          </p:cNvPr>
          <p:cNvSpPr/>
          <p:nvPr/>
        </p:nvSpPr>
        <p:spPr>
          <a:xfrm>
            <a:off x="3089787" y="1386348"/>
            <a:ext cx="3355257" cy="1177413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735610-840A-1710-1D7D-354BACDB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from TR-547 v3.3 and discussions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EB3E6B-37EE-D24E-7EB9-2A3A2F08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599" y="58993"/>
            <a:ext cx="245555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A7C26D-9834-8189-4ECD-D1D75B0E0827}"/>
              </a:ext>
            </a:extLst>
          </p:cNvPr>
          <p:cNvSpPr txBox="1"/>
          <p:nvPr/>
        </p:nvSpPr>
        <p:spPr>
          <a:xfrm>
            <a:off x="6806380" y="2875002"/>
            <a:ext cx="27210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I remember there was a discussion about this with AM, ND, and RC and these diagrams were accepted in TR547 v3.3</a:t>
            </a:r>
          </a:p>
          <a:p>
            <a:endParaRPr lang="en-IN" sz="1000" dirty="0">
              <a:solidFill>
                <a:srgbClr val="C00000"/>
              </a:solidFill>
            </a:endParaRPr>
          </a:p>
          <a:p>
            <a:r>
              <a:rPr lang="en-IN" sz="1000" dirty="0">
                <a:solidFill>
                  <a:srgbClr val="C00000"/>
                </a:solidFill>
              </a:rPr>
              <a:t>The circled portion would be applicable to ZR/ZR+ modelling in TAPI</a:t>
            </a:r>
          </a:p>
        </p:txBody>
      </p:sp>
    </p:spTree>
    <p:extLst>
      <p:ext uri="{BB962C8B-B14F-4D97-AF65-F5344CB8AC3E}">
        <p14:creationId xmlns:p14="http://schemas.microsoft.com/office/powerpoint/2010/main" val="311781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4C8ED7-1F46-8003-1BC1-C1E17468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we retain this approach…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C90D4-BA36-3C19-6BE2-B8B0D3C8C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would be quite close to what Brian was trying to describe in the 01/20/2026 meeting (I believe)</a:t>
            </a:r>
          </a:p>
          <a:p>
            <a:r>
              <a:rPr lang="en-IN" dirty="0"/>
              <a:t>My attempt to use this approach to represent (a) 4x100G into ZR400 and (b) 400G transponder using ZR400 are in the following two slides</a:t>
            </a:r>
          </a:p>
        </p:txBody>
      </p:sp>
    </p:spTree>
    <p:extLst>
      <p:ext uri="{BB962C8B-B14F-4D97-AF65-F5344CB8AC3E}">
        <p14:creationId xmlns:p14="http://schemas.microsoft.com/office/powerpoint/2010/main" val="85800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E302-8611-61A5-B5E7-422C623C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97708069-F1EC-D072-1A3B-91D7DAB8DCE1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236" name="Group 1040">
            <a:extLst>
              <a:ext uri="{FF2B5EF4-FFF2-40B4-BE49-F238E27FC236}">
                <a16:creationId xmlns:a16="http://schemas.microsoft.com/office/drawing/2014/main" id="{1FAC89B1-2DCF-57DD-2D97-7D3DB98DF5A6}"/>
              </a:ext>
            </a:extLst>
          </p:cNvPr>
          <p:cNvGrpSpPr/>
          <p:nvPr/>
        </p:nvGrpSpPr>
        <p:grpSpPr>
          <a:xfrm>
            <a:off x="2622459" y="1696941"/>
            <a:ext cx="271916" cy="98118"/>
            <a:chOff x="1230061" y="3045781"/>
            <a:chExt cx="435339" cy="14240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5878703-B632-F779-9AB8-459DA9CDC7B0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8" name="Oval 341">
              <a:extLst>
                <a:ext uri="{FF2B5EF4-FFF2-40B4-BE49-F238E27FC236}">
                  <a16:creationId xmlns:a16="http://schemas.microsoft.com/office/drawing/2014/main" id="{ABEC4B24-CEDE-D26D-F6D1-EF2A5F79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9" name="Oval 341">
              <a:extLst>
                <a:ext uri="{FF2B5EF4-FFF2-40B4-BE49-F238E27FC236}">
                  <a16:creationId xmlns:a16="http://schemas.microsoft.com/office/drawing/2014/main" id="{9A1FDA0E-1C3E-69B6-C25F-3B53288EF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32" name="Group 1040">
            <a:extLst>
              <a:ext uri="{FF2B5EF4-FFF2-40B4-BE49-F238E27FC236}">
                <a16:creationId xmlns:a16="http://schemas.microsoft.com/office/drawing/2014/main" id="{155A9349-B106-2090-FC89-53C85ADCAD33}"/>
              </a:ext>
            </a:extLst>
          </p:cNvPr>
          <p:cNvGrpSpPr/>
          <p:nvPr/>
        </p:nvGrpSpPr>
        <p:grpSpPr>
          <a:xfrm>
            <a:off x="2570701" y="1742670"/>
            <a:ext cx="271916" cy="98118"/>
            <a:chOff x="1230061" y="3045781"/>
            <a:chExt cx="435339" cy="142407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7CA92F9-03F3-D6FC-3A65-BA2D297635F3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4" name="Oval 341">
              <a:extLst>
                <a:ext uri="{FF2B5EF4-FFF2-40B4-BE49-F238E27FC236}">
                  <a16:creationId xmlns:a16="http://schemas.microsoft.com/office/drawing/2014/main" id="{132DEB18-5C81-3556-B2BC-72A2E6244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35" name="Oval 341">
              <a:extLst>
                <a:ext uri="{FF2B5EF4-FFF2-40B4-BE49-F238E27FC236}">
                  <a16:creationId xmlns:a16="http://schemas.microsoft.com/office/drawing/2014/main" id="{8AEE7152-7E00-5BF1-0B9A-18AF86CD0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5" name="Group 1040">
            <a:extLst>
              <a:ext uri="{FF2B5EF4-FFF2-40B4-BE49-F238E27FC236}">
                <a16:creationId xmlns:a16="http://schemas.microsoft.com/office/drawing/2014/main" id="{CB668349-9C25-0D17-BAA0-BA5631FAD4E6}"/>
              </a:ext>
            </a:extLst>
          </p:cNvPr>
          <p:cNvGrpSpPr/>
          <p:nvPr/>
        </p:nvGrpSpPr>
        <p:grpSpPr>
          <a:xfrm>
            <a:off x="2531283" y="1795059"/>
            <a:ext cx="271916" cy="98118"/>
            <a:chOff x="1230061" y="3045781"/>
            <a:chExt cx="435339" cy="142407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A0D1278-AAA8-AB23-035F-E5E6FCD40FBD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7" name="Oval 341">
              <a:extLst>
                <a:ext uri="{FF2B5EF4-FFF2-40B4-BE49-F238E27FC236}">
                  <a16:creationId xmlns:a16="http://schemas.microsoft.com/office/drawing/2014/main" id="{F1A00D08-9842-EC98-A5FF-07B3D7E1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8" name="Oval 341">
              <a:extLst>
                <a:ext uri="{FF2B5EF4-FFF2-40B4-BE49-F238E27FC236}">
                  <a16:creationId xmlns:a16="http://schemas.microsoft.com/office/drawing/2014/main" id="{79618A8F-77B7-54A7-8297-044547FCC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11" name="Group 11">
            <a:extLst>
              <a:ext uri="{FF2B5EF4-FFF2-40B4-BE49-F238E27FC236}">
                <a16:creationId xmlns:a16="http://schemas.microsoft.com/office/drawing/2014/main" id="{3A721965-8F0E-5EF4-C3F8-7AB95F072E2D}"/>
              </a:ext>
            </a:extLst>
          </p:cNvPr>
          <p:cNvGrpSpPr/>
          <p:nvPr/>
        </p:nvGrpSpPr>
        <p:grpSpPr>
          <a:xfrm>
            <a:off x="3611840" y="1645583"/>
            <a:ext cx="271916" cy="170990"/>
            <a:chOff x="4487593" y="2873065"/>
            <a:chExt cx="362554" cy="227985"/>
          </a:xfrm>
        </p:grpSpPr>
        <p:sp>
          <p:nvSpPr>
            <p:cNvPr id="212" name="Rectangle 88">
              <a:extLst>
                <a:ext uri="{FF2B5EF4-FFF2-40B4-BE49-F238E27FC236}">
                  <a16:creationId xmlns:a16="http://schemas.microsoft.com/office/drawing/2014/main" id="{F2CAEF69-9E8F-56E9-E7EB-AB928F58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3" name="Trapezoid 212">
              <a:extLst>
                <a:ext uri="{FF2B5EF4-FFF2-40B4-BE49-F238E27FC236}">
                  <a16:creationId xmlns:a16="http://schemas.microsoft.com/office/drawing/2014/main" id="{FEA85DC2-DA5E-771C-9938-0E66BE591900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4" name="Oval 341">
              <a:extLst>
                <a:ext uri="{FF2B5EF4-FFF2-40B4-BE49-F238E27FC236}">
                  <a16:creationId xmlns:a16="http://schemas.microsoft.com/office/drawing/2014/main" id="{40BBCF40-29B5-5CB8-8F27-509BB65BF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7" name="Group 11">
            <a:extLst>
              <a:ext uri="{FF2B5EF4-FFF2-40B4-BE49-F238E27FC236}">
                <a16:creationId xmlns:a16="http://schemas.microsoft.com/office/drawing/2014/main" id="{A23BE6BB-C1C2-8BA5-BA81-3356A5721E42}"/>
              </a:ext>
            </a:extLst>
          </p:cNvPr>
          <p:cNvGrpSpPr/>
          <p:nvPr/>
        </p:nvGrpSpPr>
        <p:grpSpPr>
          <a:xfrm>
            <a:off x="3558378" y="1715738"/>
            <a:ext cx="271916" cy="170990"/>
            <a:chOff x="4487593" y="2873065"/>
            <a:chExt cx="362554" cy="227985"/>
          </a:xfrm>
        </p:grpSpPr>
        <p:sp>
          <p:nvSpPr>
            <p:cNvPr id="208" name="Rectangle 88">
              <a:extLst>
                <a:ext uri="{FF2B5EF4-FFF2-40B4-BE49-F238E27FC236}">
                  <a16:creationId xmlns:a16="http://schemas.microsoft.com/office/drawing/2014/main" id="{44FAAA34-2164-E0D0-D691-F59A0DAD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9" name="Trapezoid 208">
              <a:extLst>
                <a:ext uri="{FF2B5EF4-FFF2-40B4-BE49-F238E27FC236}">
                  <a16:creationId xmlns:a16="http://schemas.microsoft.com/office/drawing/2014/main" id="{CE1EC266-3E75-6AD0-62E6-FD71CB20242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10" name="Oval 341">
              <a:extLst>
                <a:ext uri="{FF2B5EF4-FFF2-40B4-BE49-F238E27FC236}">
                  <a16:creationId xmlns:a16="http://schemas.microsoft.com/office/drawing/2014/main" id="{A0D74059-BE71-B0EF-3961-0B1C2FD0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203" name="Group 11">
            <a:extLst>
              <a:ext uri="{FF2B5EF4-FFF2-40B4-BE49-F238E27FC236}">
                <a16:creationId xmlns:a16="http://schemas.microsoft.com/office/drawing/2014/main" id="{FE0113F8-2F3C-029C-189F-439E2D226352}"/>
              </a:ext>
            </a:extLst>
          </p:cNvPr>
          <p:cNvGrpSpPr/>
          <p:nvPr/>
        </p:nvGrpSpPr>
        <p:grpSpPr>
          <a:xfrm>
            <a:off x="3507292" y="1775380"/>
            <a:ext cx="271916" cy="170990"/>
            <a:chOff x="4487593" y="2873065"/>
            <a:chExt cx="362554" cy="227985"/>
          </a:xfrm>
        </p:grpSpPr>
        <p:sp>
          <p:nvSpPr>
            <p:cNvPr id="204" name="Rectangle 88">
              <a:extLst>
                <a:ext uri="{FF2B5EF4-FFF2-40B4-BE49-F238E27FC236}">
                  <a16:creationId xmlns:a16="http://schemas.microsoft.com/office/drawing/2014/main" id="{66B84419-5D95-FCDF-7785-966BC67EF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5" name="Trapezoid 204">
              <a:extLst>
                <a:ext uri="{FF2B5EF4-FFF2-40B4-BE49-F238E27FC236}">
                  <a16:creationId xmlns:a16="http://schemas.microsoft.com/office/drawing/2014/main" id="{ED260C56-84EA-C133-4F45-52080EF3457E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206" name="Oval 341">
              <a:extLst>
                <a:ext uri="{FF2B5EF4-FFF2-40B4-BE49-F238E27FC236}">
                  <a16:creationId xmlns:a16="http://schemas.microsoft.com/office/drawing/2014/main" id="{7384C2FD-749C-1AC6-2882-6832B45F5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A54EFF90-228B-1E90-6BAF-79A2929D501F}"/>
              </a:ext>
            </a:extLst>
          </p:cNvPr>
          <p:cNvGrpSpPr/>
          <p:nvPr/>
        </p:nvGrpSpPr>
        <p:grpSpPr>
          <a:xfrm>
            <a:off x="2581043" y="728243"/>
            <a:ext cx="7303179" cy="153888"/>
            <a:chOff x="3694336" y="2122694"/>
            <a:chExt cx="7303179" cy="153888"/>
          </a:xfrm>
        </p:grpSpPr>
        <p:sp>
          <p:nvSpPr>
            <p:cNvPr id="199" name="Rectangle 127">
              <a:extLst>
                <a:ext uri="{FF2B5EF4-FFF2-40B4-BE49-F238E27FC236}">
                  <a16:creationId xmlns:a16="http://schemas.microsoft.com/office/drawing/2014/main" id="{759C86BC-E5B2-4BA7-A5A6-E423D6B48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200" name="Rectangle 135">
              <a:extLst>
                <a:ext uri="{FF2B5EF4-FFF2-40B4-BE49-F238E27FC236}">
                  <a16:creationId xmlns:a16="http://schemas.microsoft.com/office/drawing/2014/main" id="{9EC0AD36-394E-BCBD-206D-A578D34FB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ADB0734-770A-3988-5F21-CD0E5C044A47}"/>
              </a:ext>
            </a:extLst>
          </p:cNvPr>
          <p:cNvGrpSpPr/>
          <p:nvPr/>
        </p:nvGrpSpPr>
        <p:grpSpPr>
          <a:xfrm>
            <a:off x="2510471" y="798248"/>
            <a:ext cx="7303179" cy="153888"/>
            <a:chOff x="3694336" y="2122694"/>
            <a:chExt cx="7303179" cy="153888"/>
          </a:xfrm>
        </p:grpSpPr>
        <p:sp>
          <p:nvSpPr>
            <p:cNvPr id="196" name="Rectangle 127">
              <a:extLst>
                <a:ext uri="{FF2B5EF4-FFF2-40B4-BE49-F238E27FC236}">
                  <a16:creationId xmlns:a16="http://schemas.microsoft.com/office/drawing/2014/main" id="{40D18FA2-2E77-F2DA-D31C-0BD9335B8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7" name="Rectangle 135">
              <a:extLst>
                <a:ext uri="{FF2B5EF4-FFF2-40B4-BE49-F238E27FC236}">
                  <a16:creationId xmlns:a16="http://schemas.microsoft.com/office/drawing/2014/main" id="{3D8C34B3-7DC7-0526-4A7F-EB5D24A68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A9E9FE9-E079-C578-A2F7-673D05413711}"/>
              </a:ext>
            </a:extLst>
          </p:cNvPr>
          <p:cNvGrpSpPr/>
          <p:nvPr/>
        </p:nvGrpSpPr>
        <p:grpSpPr>
          <a:xfrm>
            <a:off x="2421052" y="866422"/>
            <a:ext cx="7303179" cy="153888"/>
            <a:chOff x="3694336" y="2122694"/>
            <a:chExt cx="7303179" cy="153888"/>
          </a:xfrm>
        </p:grpSpPr>
        <p:sp>
          <p:nvSpPr>
            <p:cNvPr id="193" name="Rectangle 127">
              <a:extLst>
                <a:ext uri="{FF2B5EF4-FFF2-40B4-BE49-F238E27FC236}">
                  <a16:creationId xmlns:a16="http://schemas.microsoft.com/office/drawing/2014/main" id="{1BF89CDD-9201-1B80-52C5-81B39B125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194" name="Rectangle 135">
              <a:extLst>
                <a:ext uri="{FF2B5EF4-FFF2-40B4-BE49-F238E27FC236}">
                  <a16:creationId xmlns:a16="http://schemas.microsoft.com/office/drawing/2014/main" id="{CADB090E-9F3B-12EB-0380-D51E105F9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3012CDC-1CF0-F395-51FE-69D2D3B0116A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DFE05085-0FF5-D44F-4532-CDDEED2F8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A07BC6D9-0AD8-B4B6-B84D-A32CC00AE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100G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189" name="Rectangle 25">
            <a:extLst>
              <a:ext uri="{FF2B5EF4-FFF2-40B4-BE49-F238E27FC236}">
                <a16:creationId xmlns:a16="http://schemas.microsoft.com/office/drawing/2014/main" id="{578A9C94-7A5C-AF36-5633-7E1CA98C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895" y="1204079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8" name="Rectangle 25">
            <a:extLst>
              <a:ext uri="{FF2B5EF4-FFF2-40B4-BE49-F238E27FC236}">
                <a16:creationId xmlns:a16="http://schemas.microsoft.com/office/drawing/2014/main" id="{8676882D-756D-EB8B-E614-9DF2F6D9C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726" y="1227268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7" name="Rectangle 25">
            <a:extLst>
              <a:ext uri="{FF2B5EF4-FFF2-40B4-BE49-F238E27FC236}">
                <a16:creationId xmlns:a16="http://schemas.microsoft.com/office/drawing/2014/main" id="{5D6CA166-229D-9248-32BD-471CF870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274162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58944A-CC3B-587F-FB49-555E095D275E}"/>
              </a:ext>
            </a:extLst>
          </p:cNvPr>
          <p:cNvSpPr>
            <a:spLocks noChangeAspect="1"/>
          </p:cNvSpPr>
          <p:nvPr/>
        </p:nvSpPr>
        <p:spPr>
          <a:xfrm>
            <a:off x="681983" y="731868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8801F9-3F01-E9FA-0451-B5037244BF0A}"/>
              </a:ext>
            </a:extLst>
          </p:cNvPr>
          <p:cNvSpPr>
            <a:spLocks noChangeAspect="1"/>
          </p:cNvSpPr>
          <p:nvPr/>
        </p:nvSpPr>
        <p:spPr>
          <a:xfrm>
            <a:off x="596901" y="81495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F1A8A7-CB7E-086A-FDF7-DAF82642C24D}"/>
              </a:ext>
            </a:extLst>
          </p:cNvPr>
          <p:cNvSpPr>
            <a:spLocks noChangeAspect="1"/>
          </p:cNvSpPr>
          <p:nvPr/>
        </p:nvSpPr>
        <p:spPr>
          <a:xfrm>
            <a:off x="534360" y="904896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grpSp>
        <p:nvGrpSpPr>
          <p:cNvPr id="103" name="Group 11">
            <a:extLst>
              <a:ext uri="{FF2B5EF4-FFF2-40B4-BE49-F238E27FC236}">
                <a16:creationId xmlns:a16="http://schemas.microsoft.com/office/drawing/2014/main" id="{8E3E78E3-BA20-3CF4-52E6-B89BCA2956DF}"/>
              </a:ext>
            </a:extLst>
          </p:cNvPr>
          <p:cNvGrpSpPr/>
          <p:nvPr/>
        </p:nvGrpSpPr>
        <p:grpSpPr>
          <a:xfrm>
            <a:off x="1695957" y="1598101"/>
            <a:ext cx="271916" cy="170990"/>
            <a:chOff x="4487593" y="2873065"/>
            <a:chExt cx="362554" cy="227985"/>
          </a:xfrm>
        </p:grpSpPr>
        <p:sp>
          <p:nvSpPr>
            <p:cNvPr id="104" name="Rectangle 88">
              <a:extLst>
                <a:ext uri="{FF2B5EF4-FFF2-40B4-BE49-F238E27FC236}">
                  <a16:creationId xmlns:a16="http://schemas.microsoft.com/office/drawing/2014/main" id="{98683B20-F51D-BEA3-E871-18098542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5" name="Trapezoid 104">
              <a:extLst>
                <a:ext uri="{FF2B5EF4-FFF2-40B4-BE49-F238E27FC236}">
                  <a16:creationId xmlns:a16="http://schemas.microsoft.com/office/drawing/2014/main" id="{57206224-DC3C-62FC-6045-699DDD28917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106" name="Oval 341">
              <a:extLst>
                <a:ext uri="{FF2B5EF4-FFF2-40B4-BE49-F238E27FC236}">
                  <a16:creationId xmlns:a16="http://schemas.microsoft.com/office/drawing/2014/main" id="{E56AE4CF-B014-A354-EA58-9EAB3AC79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6" name="Group 11">
            <a:extLst>
              <a:ext uri="{FF2B5EF4-FFF2-40B4-BE49-F238E27FC236}">
                <a16:creationId xmlns:a16="http://schemas.microsoft.com/office/drawing/2014/main" id="{38525604-98BD-6C5A-12F0-B64376C60C32}"/>
              </a:ext>
            </a:extLst>
          </p:cNvPr>
          <p:cNvGrpSpPr/>
          <p:nvPr/>
        </p:nvGrpSpPr>
        <p:grpSpPr>
          <a:xfrm>
            <a:off x="1640356" y="1651007"/>
            <a:ext cx="271916" cy="170990"/>
            <a:chOff x="4487593" y="2873065"/>
            <a:chExt cx="362554" cy="227985"/>
          </a:xfrm>
        </p:grpSpPr>
        <p:sp>
          <p:nvSpPr>
            <p:cNvPr id="97" name="Rectangle 88">
              <a:extLst>
                <a:ext uri="{FF2B5EF4-FFF2-40B4-BE49-F238E27FC236}">
                  <a16:creationId xmlns:a16="http://schemas.microsoft.com/office/drawing/2014/main" id="{370F06A7-A365-B7C7-1196-61C1C6B1D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8" name="Trapezoid 97">
              <a:extLst>
                <a:ext uri="{FF2B5EF4-FFF2-40B4-BE49-F238E27FC236}">
                  <a16:creationId xmlns:a16="http://schemas.microsoft.com/office/drawing/2014/main" id="{42044ED9-88D9-D957-175D-C284CEFD0825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9" name="Oval 341">
              <a:extLst>
                <a:ext uri="{FF2B5EF4-FFF2-40B4-BE49-F238E27FC236}">
                  <a16:creationId xmlns:a16="http://schemas.microsoft.com/office/drawing/2014/main" id="{A975B8BB-CC4E-5F8B-3694-28484A34B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92" name="Group 11">
            <a:extLst>
              <a:ext uri="{FF2B5EF4-FFF2-40B4-BE49-F238E27FC236}">
                <a16:creationId xmlns:a16="http://schemas.microsoft.com/office/drawing/2014/main" id="{A3538E0A-8698-4FC3-C9EE-9E664CB957DE}"/>
              </a:ext>
            </a:extLst>
          </p:cNvPr>
          <p:cNvGrpSpPr/>
          <p:nvPr/>
        </p:nvGrpSpPr>
        <p:grpSpPr>
          <a:xfrm>
            <a:off x="1584217" y="1699812"/>
            <a:ext cx="271916" cy="170990"/>
            <a:chOff x="4487593" y="2873065"/>
            <a:chExt cx="362554" cy="227985"/>
          </a:xfrm>
        </p:grpSpPr>
        <p:sp>
          <p:nvSpPr>
            <p:cNvPr id="93" name="Rectangle 88">
              <a:extLst>
                <a:ext uri="{FF2B5EF4-FFF2-40B4-BE49-F238E27FC236}">
                  <a16:creationId xmlns:a16="http://schemas.microsoft.com/office/drawing/2014/main" id="{FB137AAA-7D43-0866-FC94-54048E91B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4" name="Trapezoid 93">
              <a:extLst>
                <a:ext uri="{FF2B5EF4-FFF2-40B4-BE49-F238E27FC236}">
                  <a16:creationId xmlns:a16="http://schemas.microsoft.com/office/drawing/2014/main" id="{76589EA7-FDCB-8325-A899-18E07A695784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95" name="Oval 341">
              <a:extLst>
                <a:ext uri="{FF2B5EF4-FFF2-40B4-BE49-F238E27FC236}">
                  <a16:creationId xmlns:a16="http://schemas.microsoft.com/office/drawing/2014/main" id="{F8757081-0F41-25F2-1D4A-2E2B75734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9092E61-83DA-F6E5-5942-612851BD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 x 100G multiplexed and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ECBCDAB-F95F-265D-1A2D-CDC588FB7B95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2000822"/>
            <a:ext cx="35183" cy="3863801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5CE5AA5F-2805-0EA0-149A-19B9F26C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043A232C-A5F6-AEEA-4FDF-8006CAB1D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3553904F-D1F1-4A82-39E0-4925A117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6A2BED1B-3CCA-A588-FE55-067B0E33C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ABF56D48-89B4-B17A-2EA3-71D2C8C9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E14A65D6-20C0-58D9-EEF2-195469778B7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FB25C98-AEAE-E414-B7C7-6A3FEAACBDDE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4121DE8A-F36E-D8F8-0756-1FE51D961570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A54C6B6-93CF-0C84-6725-A72043535988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4F21C93C-85B0-8468-2264-6B550AE67A04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836AD519-F6C5-0608-F674-252A87FA4D4C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0A5F8DF4-BA22-695E-DA29-EB0846651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026310F-EDC8-38FC-3B44-16457FCFB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9AF0013E-A6EC-A7E7-08AA-669063832EC5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195C7CC4-EE71-15FB-B19D-6478DFD64021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FE068161-6516-069E-31B1-A3BDF3639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39955383-84D4-8D26-917C-83652DD16DBA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FF73DA40-9B28-41DA-83FB-9408E23142D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3F1DEB31-44B9-71A2-1DD1-F1D5AD51FF87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261E087E-8323-DC1E-BF9F-BF171C98A05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B68C3470-BC24-7E32-8546-D867C65979AC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B1BBF0D4-98D7-16C4-F9AF-779D5E97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A490976-087A-AED7-B86E-9AFF940E7891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C0059994-24F4-7382-00CA-CDACCDA19B3E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F85D0D6E-F052-88C1-30DF-9E47473E4D8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E795378D-932B-59D0-424D-59289E1D99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6F4E011-5254-BE2C-E2F2-F34B1452F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4ECD4B52-9174-CDE5-80B5-BA1D6F63231E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B7DB80D6-3D26-70AC-834C-4B6EA8FFD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44F3C7F2-9B1D-D2C2-37AF-65B39352DB8B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8CE63969-CBF7-64B4-E652-1AC296A86DC5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3AACE347-39F2-C6EA-7EFD-1B7D6512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7B5341-5270-AC75-09F6-172E05CB7FE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ADA13E71-F40B-BF90-2FEA-BD6F3A2ADD92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5FC7D41-C8EE-9808-DD3B-0C73342EE68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38D86F0E-C309-73E2-8D44-308B70A7DAA1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2DC23A7B-2F3A-51F8-DC55-7B7DD671BD23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EAE2F82E-388A-A0A3-6BFB-359F6979BA7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3E3CF1B8-B9E0-DBFB-1B71-C911F23E5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53DE74CB-47E0-F437-03D8-3EE1440248A8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99085FE8-5100-5616-83C8-A03E9AB44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4F730899-D713-CA6D-0AA5-5C3C856C6BC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F43953FD-46E6-4EB1-C670-11D992654FC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CCA04F29-62B3-8682-7E52-710F01FC9D58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CC05B1B6-4B20-B7DE-C7CE-729CF81A378E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ED37F54D-AA5E-8AF9-51D7-B78BB776997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EB0651FF-6871-EF7E-E207-B6527D0356A2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C30D35C7-D42D-9332-FFA2-329BEACA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EE614E86-1150-CC83-254E-3CB7CE31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460484C4-5E8F-4F27-E561-036F7803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3942F21E-2BCB-0C40-0856-3A7C16B75D5F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17443DFE-521C-9803-62E3-DBCB74A9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50EC9E0B-8811-2435-A823-BBC465B0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07E74C5-A690-382E-A0F6-463C02B11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5317338D-19E0-1318-49B1-8E3680AB0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1E4DAD26-78E3-F6EC-97A2-726D405DD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AAF2039F-041F-C63D-F14C-31513C46ECED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DFB4F28-222C-5E1A-42EE-66A52B162780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0031A6E2-C045-B47C-E9FC-A5BEEDED0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679E2B4B-A201-4071-C2E6-CD2C9A32A50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0B13721-A4AE-7470-F37E-96BC408DF86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2DF228A6-E364-BF38-311E-BE321627B207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08A09F6E-DDF2-F6DE-886D-727522EF3E3F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9D3E1B7B-C07E-A984-19AA-5696495AD17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B66ABDBE-3B1E-2056-06E9-539FE6BEFA5E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57B625D6-067B-1D24-78BC-D0407E1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893D14AA-DAB3-78EA-035F-DFAF968DA249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8C9779F3-91B2-4021-1844-19B9AA642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C8E108BC-95E9-D1D9-10C2-8840A6160296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3A240B96-E355-609C-57C0-64867F439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2B5F0D61-7766-6B7F-4DCA-7B86B67ACC33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2FC44E17-3C63-4D91-2875-1DF849A253BF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B14B22A4-7042-4EEF-8688-9601C5E1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5318EF9-6DE1-B565-1F94-85B0DCDC7A9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5332EF4C-3E76-5D1C-E435-9571713A67E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102F164C-993D-92B3-9DB5-E3B3E60630E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56D364DF-D8D7-FD2F-EA53-E8602AA90AC9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17E04728-FE39-FB23-F866-D75837713768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761B751-0F52-0114-6489-099C9A2118C6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F06158F6-5B58-61DF-9C36-4039C6D5A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6E33D69F-C201-3EEE-BAD7-52973914E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E7B90CBE-466F-781F-33D5-99C5759D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11E662B-6CF4-8B44-268A-E1515BBE5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1A7C4BDA-311E-7516-0D60-A75BF6AB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AEB2CA88-DD55-42F6-A7D8-662DE3B57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D0B53F-242E-B46C-EDD4-9BDF89DF08CF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93523F0C-32FB-38E0-4E52-08CC19464123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E928EEA0-E1B7-A254-3B3E-9DF15109D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044FAF66-686F-BACD-A684-9F6F5EE28189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F6B4CD1D-75FF-73DF-223C-954F86BAD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26651CF5-AE3A-ACB8-2B03-19F03BBB5277}"/>
              </a:ext>
            </a:extLst>
          </p:cNvPr>
          <p:cNvGrpSpPr/>
          <p:nvPr/>
        </p:nvGrpSpPr>
        <p:grpSpPr>
          <a:xfrm>
            <a:off x="2494096" y="1848881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ABC5F2-8C86-7664-9ECD-1228F17F96E1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858248F4-0FAE-1804-AD27-3C99242D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2AD7504F-45D2-C7D4-1872-8A48FDCEF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067CAB-6AA7-29BA-3289-2F20BD93AC6C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 flipV="1">
            <a:off x="1708914" y="1821013"/>
            <a:ext cx="805110" cy="7692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7D828A21-7990-1CB0-EB1C-D422A9E0A861}"/>
              </a:ext>
            </a:extLst>
          </p:cNvPr>
          <p:cNvGrpSpPr/>
          <p:nvPr/>
        </p:nvGrpSpPr>
        <p:grpSpPr>
          <a:xfrm>
            <a:off x="3465746" y="1829832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08120065-AD82-41FC-DF1D-F7AE2950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3E17837B-5880-D0DC-D0AF-CED322BC23AA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02B4D131-C7C3-6BC5-2F29-6EE63F3AE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4E0915E-77DE-6BF0-DBB7-F6C6123E8729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623" y="1897940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64F4D5E5-8F4A-BA01-895F-AA28E076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DSR_100G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D878DD84-3AE1-D17A-9E4D-E4370BED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4FA5789C-3678-FA7C-806F-6708FFA34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1EF26433-747E-23B7-266F-F97DDF6FE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109B765C-FF6C-BAF9-A389-492CC23C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100G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2CC886E-7810-99D5-CB16-F8D16F9FCFB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B6A291A7-4FD6-3C2B-487D-66562A29A9EE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3D5034-66B7-0691-F028-4757D58EA0BB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0923E1D-9873-C9A0-99A4-0DA971882141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C89632A-0F0B-2FA7-A95F-B753353D79F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BEBCEB2-303E-8646-5C08-68E1735EB083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27EAD40-E78D-EBB1-1215-7E4A3F72F5A8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ED14D3B-BCD2-8805-D878-77A55D1AC8B9}"/>
              </a:ext>
            </a:extLst>
          </p:cNvPr>
          <p:cNvSpPr/>
          <p:nvPr/>
        </p:nvSpPr>
        <p:spPr>
          <a:xfrm>
            <a:off x="273466" y="2118197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7465E1A-8A82-DD77-F801-51A06D5079D2}"/>
              </a:ext>
            </a:extLst>
          </p:cNvPr>
          <p:cNvSpPr/>
          <p:nvPr/>
        </p:nvSpPr>
        <p:spPr>
          <a:xfrm>
            <a:off x="198117" y="2177780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D979554-3370-1444-DE9F-A5F50BC76AB6}"/>
              </a:ext>
            </a:extLst>
          </p:cNvPr>
          <p:cNvSpPr/>
          <p:nvPr/>
        </p:nvSpPr>
        <p:spPr>
          <a:xfrm>
            <a:off x="145403" y="2231164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50A53E-F74D-CA95-27FE-CDDD3A2EE6F8}"/>
              </a:ext>
            </a:extLst>
          </p:cNvPr>
          <p:cNvGrpSpPr/>
          <p:nvPr/>
        </p:nvGrpSpPr>
        <p:grpSpPr>
          <a:xfrm>
            <a:off x="1549656" y="2116031"/>
            <a:ext cx="367732" cy="211616"/>
            <a:chOff x="1539943" y="2795561"/>
            <a:chExt cx="367732" cy="211616"/>
          </a:xfrm>
        </p:grpSpPr>
        <p:sp>
          <p:nvSpPr>
            <p:cNvPr id="122" name="Rectangle 60">
              <a:extLst>
                <a:ext uri="{FF2B5EF4-FFF2-40B4-BE49-F238E27FC236}">
                  <a16:creationId xmlns:a16="http://schemas.microsoft.com/office/drawing/2014/main" id="{54A8B3DD-70D4-0A0D-05F4-C33A8C97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23" name="Group 719">
              <a:extLst>
                <a:ext uri="{FF2B5EF4-FFF2-40B4-BE49-F238E27FC236}">
                  <a16:creationId xmlns:a16="http://schemas.microsoft.com/office/drawing/2014/main" id="{162A7402-585E-9043-14F1-5478DAC14DE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9B95046-0A32-97D4-C528-BA555D7B757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18B6BEAD-2508-D81F-203D-7C5BA7538B3B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F638385C-B18D-DC36-992E-70216E3095A3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4CD7B152-9E52-9437-85F2-ECF259E24D9E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24" name="Trapezoid 123">
              <a:extLst>
                <a:ext uri="{FF2B5EF4-FFF2-40B4-BE49-F238E27FC236}">
                  <a16:creationId xmlns:a16="http://schemas.microsoft.com/office/drawing/2014/main" id="{EC2418E3-4605-E8D5-1001-5CD04EFF74FC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F4270B9-96F1-5441-54E1-9A291ACF2572}"/>
              </a:ext>
            </a:extLst>
          </p:cNvPr>
          <p:cNvGrpSpPr/>
          <p:nvPr/>
        </p:nvGrpSpPr>
        <p:grpSpPr>
          <a:xfrm>
            <a:off x="1593899" y="2196244"/>
            <a:ext cx="367732" cy="211616"/>
            <a:chOff x="1539943" y="2795561"/>
            <a:chExt cx="367732" cy="211616"/>
          </a:xfrm>
        </p:grpSpPr>
        <p:sp>
          <p:nvSpPr>
            <p:cNvPr id="130" name="Rectangle 60">
              <a:extLst>
                <a:ext uri="{FF2B5EF4-FFF2-40B4-BE49-F238E27FC236}">
                  <a16:creationId xmlns:a16="http://schemas.microsoft.com/office/drawing/2014/main" id="{5CDB6CF8-A5B8-38C1-1948-070ABB1F1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31" name="Group 719">
              <a:extLst>
                <a:ext uri="{FF2B5EF4-FFF2-40B4-BE49-F238E27FC236}">
                  <a16:creationId xmlns:a16="http://schemas.microsoft.com/office/drawing/2014/main" id="{68DF5AC1-2D43-EC36-CAAC-ACE285D16377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7725A9B-4E08-C11F-DAF6-23BC3A57DCC3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C2C2D59F-7247-CA8C-C7C7-E21A9262EBAF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876F1563-6B11-7709-7DFA-361E1E12EE78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461A73C-2644-7762-CEAD-1FB8598A94ED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32" name="Trapezoid 131">
              <a:extLst>
                <a:ext uri="{FF2B5EF4-FFF2-40B4-BE49-F238E27FC236}">
                  <a16:creationId xmlns:a16="http://schemas.microsoft.com/office/drawing/2014/main" id="{5C611F3B-A429-44DC-E561-A3E52B430A65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29A468B-B361-7F82-DF3C-4C24CC583F0E}"/>
              </a:ext>
            </a:extLst>
          </p:cNvPr>
          <p:cNvGrpSpPr/>
          <p:nvPr/>
        </p:nvGrpSpPr>
        <p:grpSpPr>
          <a:xfrm>
            <a:off x="1646322" y="2263317"/>
            <a:ext cx="367732" cy="211616"/>
            <a:chOff x="1539943" y="2795561"/>
            <a:chExt cx="367732" cy="211616"/>
          </a:xfrm>
        </p:grpSpPr>
        <p:sp>
          <p:nvSpPr>
            <p:cNvPr id="146" name="Rectangle 60">
              <a:extLst>
                <a:ext uri="{FF2B5EF4-FFF2-40B4-BE49-F238E27FC236}">
                  <a16:creationId xmlns:a16="http://schemas.microsoft.com/office/drawing/2014/main" id="{8E784D30-BE3A-85BB-A873-B50D10234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181" name="Group 719">
              <a:extLst>
                <a:ext uri="{FF2B5EF4-FFF2-40B4-BE49-F238E27FC236}">
                  <a16:creationId xmlns:a16="http://schemas.microsoft.com/office/drawing/2014/main" id="{2FB4E0C7-152F-E048-7B20-C65F86B85104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4D2C5B1-1E2E-96D8-D915-2D25196D840D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8D924EF-5FC2-FDA7-175A-C012DC8B375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FCB12735-AA40-61BE-70F8-C8378D808B6C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BA8EE657-49CD-30DC-4106-3F309EBBF92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182" name="Trapezoid 181">
              <a:extLst>
                <a:ext uri="{FF2B5EF4-FFF2-40B4-BE49-F238E27FC236}">
                  <a16:creationId xmlns:a16="http://schemas.microsoft.com/office/drawing/2014/main" id="{A35934A2-D5BF-6AD4-A1B4-9069BFCC3CC4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8" name="TextBox 247">
            <a:extLst>
              <a:ext uri="{FF2B5EF4-FFF2-40B4-BE49-F238E27FC236}">
                <a16:creationId xmlns:a16="http://schemas.microsoft.com/office/drawing/2014/main" id="{17F91E4B-241E-6F26-D63B-D55FC7E5E4C5}"/>
              </a:ext>
            </a:extLst>
          </p:cNvPr>
          <p:cNvSpPr txBox="1"/>
          <p:nvPr/>
        </p:nvSpPr>
        <p:spPr>
          <a:xfrm>
            <a:off x="5189725" y="4328652"/>
            <a:ext cx="6195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C00000"/>
                </a:solidFill>
              </a:rPr>
              <a:t>Things to consider: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What layer-protocol-constraints could be added to the CSEP to express that ZR400 (supporting mux) is required?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There are no layer-protocol-constraints defined in tapi-</a:t>
            </a:r>
            <a:r>
              <a:rPr lang="en-IN" sz="1000" dirty="0" err="1">
                <a:solidFill>
                  <a:srgbClr val="C00000"/>
                </a:solidFill>
              </a:rPr>
              <a:t>dsr.yang</a:t>
            </a:r>
            <a:endParaRPr lang="en-IN" sz="1000" dirty="0">
              <a:solidFill>
                <a:srgbClr val="C0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Or is it sufficient to specify the required profile?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Can all relevant alarms and PMs be modelled against the OTSiMC CEP? Or, are there ZR/ZR+ specific alarms/PMs to be considered on the OTSiMCA CEP?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DSR does not define l-p-q for rates above 400G.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000" dirty="0">
                <a:solidFill>
                  <a:srgbClr val="C00000"/>
                </a:solidFill>
              </a:rPr>
              <a:t>I think it is better to add l-p-q identities for 500G to 1200G, 1600G, and 3200G</a:t>
            </a:r>
          </a:p>
        </p:txBody>
      </p:sp>
    </p:spTree>
    <p:extLst>
      <p:ext uri="{BB962C8B-B14F-4D97-AF65-F5344CB8AC3E}">
        <p14:creationId xmlns:p14="http://schemas.microsoft.com/office/powerpoint/2010/main" val="179786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F9EC-6715-19D1-E440-5695717C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1FD9FA4D-5D15-47AC-E3E1-1084155FC60B}"/>
              </a:ext>
            </a:extLst>
          </p:cNvPr>
          <p:cNvSpPr/>
          <p:nvPr/>
        </p:nvSpPr>
        <p:spPr>
          <a:xfrm>
            <a:off x="1388219" y="838872"/>
            <a:ext cx="2558044" cy="58773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/>
            <a:endParaRPr lang="en-US" sz="1400" dirty="0">
              <a:solidFill>
                <a:srgbClr val="4B4B4B"/>
              </a:solidFill>
              <a:latin typeface="Calibri"/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3C16C07-E869-F0F5-3105-4C6E88A0A42E}"/>
              </a:ext>
            </a:extLst>
          </p:cNvPr>
          <p:cNvGrpSpPr/>
          <p:nvPr/>
        </p:nvGrpSpPr>
        <p:grpSpPr>
          <a:xfrm>
            <a:off x="2326883" y="943443"/>
            <a:ext cx="7303179" cy="153888"/>
            <a:chOff x="3694336" y="2122694"/>
            <a:chExt cx="7303179" cy="153888"/>
          </a:xfrm>
        </p:grpSpPr>
        <p:sp>
          <p:nvSpPr>
            <p:cNvPr id="60" name="Rectangle 127">
              <a:extLst>
                <a:ext uri="{FF2B5EF4-FFF2-40B4-BE49-F238E27FC236}">
                  <a16:creationId xmlns:a16="http://schemas.microsoft.com/office/drawing/2014/main" id="{BFDE457B-4D59-9257-399F-E7DEFA0D3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336" y="2136987"/>
              <a:ext cx="7303179" cy="128085"/>
            </a:xfrm>
            <a:prstGeom prst="rect">
              <a:avLst/>
            </a:prstGeom>
            <a:solidFill>
              <a:srgbClr val="FFC000"/>
            </a:solidFill>
            <a:ln w="635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1353" tIns="45675" rIns="91353" bIns="45675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defTabSz="609585" eaLnBrk="1" hangingPunct="1">
                <a:spcBef>
                  <a:spcPct val="0"/>
                </a:spcBef>
                <a:buNone/>
                <a:defRPr/>
              </a:pPr>
              <a:endParaRPr lang="en-US" altLang="en-US" sz="900" kern="0">
                <a:solidFill>
                  <a:srgbClr val="000000"/>
                </a:solidFill>
                <a:latin typeface="Calibri" pitchFamily="34" charset="0"/>
              </a:endParaRPr>
            </a:p>
          </p:txBody>
        </p:sp>
        <p:sp>
          <p:nvSpPr>
            <p:cNvPr id="62" name="Rectangle 135">
              <a:extLst>
                <a:ext uri="{FF2B5EF4-FFF2-40B4-BE49-F238E27FC236}">
                  <a16:creationId xmlns:a16="http://schemas.microsoft.com/office/drawing/2014/main" id="{3EA83C38-E1EF-579B-F7DD-4487E7788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208" y="2122694"/>
              <a:ext cx="3379333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 defTabSz="914332"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400G </a:t>
              </a:r>
              <a:r>
                <a:rPr lang="en-US" sz="1000" kern="0" dirty="0">
                  <a:solidFill>
                    <a:srgbClr val="000000"/>
                  </a:solidFill>
                  <a:latin typeface="Calibri"/>
                  <a:cs typeface="Arial" charset="0"/>
                </a:rPr>
                <a:t>Connectivity Service</a:t>
              </a:r>
              <a:endParaRPr lang="en-US" sz="1000" i="1" kern="0" dirty="0">
                <a:solidFill>
                  <a:prstClr val="black"/>
                </a:solidFill>
                <a:latin typeface="Calibri"/>
                <a:cs typeface="Arial" charset="0"/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2BE0B83-AF83-6327-8C40-C328949E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1" y="2"/>
            <a:ext cx="11192891" cy="658471"/>
          </a:xfrm>
        </p:spPr>
        <p:txBody>
          <a:bodyPr/>
          <a:lstStyle/>
          <a:p>
            <a:r>
              <a:rPr lang="en-US" sz="2933" dirty="0"/>
              <a:t>400G carried over a ZR400 payload</a:t>
            </a: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CFCE89C7-6DC6-D47C-A905-A4FA6A111FA6}"/>
              </a:ext>
            </a:extLst>
          </p:cNvPr>
          <p:cNvCxnSpPr>
            <a:cxnSpLocks/>
            <a:stCxn id="52" idx="2"/>
            <a:endCxn id="411" idx="0"/>
          </p:cNvCxnSpPr>
          <p:nvPr/>
        </p:nvCxnSpPr>
        <p:spPr>
          <a:xfrm flipH="1">
            <a:off x="3566521" y="1917890"/>
            <a:ext cx="35339" cy="3946733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ectangle 135">
            <a:extLst>
              <a:ext uri="{FF2B5EF4-FFF2-40B4-BE49-F238E27FC236}">
                <a16:creationId xmlns:a16="http://schemas.microsoft.com/office/drawing/2014/main" id="{8284E0EE-25FA-13F9-0C92-DABD3C0BF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6388048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srgbClr val="FF0000"/>
              </a:solidFill>
              <a:latin typeface="Calibri"/>
              <a:cs typeface="Arial" charset="0"/>
            </a:endParaRPr>
          </a:p>
        </p:txBody>
      </p:sp>
      <p:sp>
        <p:nvSpPr>
          <p:cNvPr id="397" name="Rectangle 135">
            <a:extLst>
              <a:ext uri="{FF2B5EF4-FFF2-40B4-BE49-F238E27FC236}">
                <a16:creationId xmlns:a16="http://schemas.microsoft.com/office/drawing/2014/main" id="{945B110B-97D3-32DB-6305-B51515B1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17" y="589628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4B4B4B"/>
                </a:solidFill>
                <a:latin typeface="Calibri"/>
                <a:cs typeface="Arial" charset="0"/>
              </a:rPr>
              <a:t>OTS_MEDIA</a:t>
            </a:r>
            <a:endParaRPr lang="en-GB" sz="1067" i="1" kern="0" dirty="0">
              <a:solidFill>
                <a:srgbClr val="4B4B4B"/>
              </a:solidFill>
              <a:latin typeface="Calibri"/>
              <a:cs typeface="Arial" charset="0"/>
            </a:endParaRPr>
          </a:p>
        </p:txBody>
      </p:sp>
      <p:sp>
        <p:nvSpPr>
          <p:cNvPr id="402" name="Rectangle 135">
            <a:extLst>
              <a:ext uri="{FF2B5EF4-FFF2-40B4-BE49-F238E27FC236}">
                <a16:creationId xmlns:a16="http://schemas.microsoft.com/office/drawing/2014/main" id="{B7C57A88-0728-AEC4-E9EB-46C5A248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5455204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PHOTONIC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3" name="Rectangle 135">
            <a:extLst>
              <a:ext uri="{FF2B5EF4-FFF2-40B4-BE49-F238E27FC236}">
                <a16:creationId xmlns:a16="http://schemas.microsoft.com/office/drawing/2014/main" id="{E4788E33-096F-F6C3-2D19-A18059C5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9" y="4780182"/>
            <a:ext cx="741203" cy="49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</a:p>
          <a:p>
            <a:pPr algn="ctr" defTabSz="914332">
              <a:defRPr/>
            </a:pPr>
            <a:r>
              <a:rPr lang="en-US" sz="1067" kern="0" dirty="0">
                <a:solidFill>
                  <a:srgbClr val="000000"/>
                </a:solidFill>
                <a:latin typeface="Calibri"/>
                <a:cs typeface="Arial" charset="0"/>
              </a:rPr>
              <a:t>(+OTSi  if O/E/O)</a:t>
            </a:r>
            <a:endParaRPr lang="en-US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404" name="Rectangle 60">
            <a:extLst>
              <a:ext uri="{FF2B5EF4-FFF2-40B4-BE49-F238E27FC236}">
                <a16:creationId xmlns:a16="http://schemas.microsoft.com/office/drawing/2014/main" id="{24969CBE-BC7D-6CBD-2FDA-0B80E41A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245" y="6341267"/>
            <a:ext cx="367732" cy="211616"/>
          </a:xfrm>
          <a:prstGeom prst="rect">
            <a:avLst/>
          </a:prstGeom>
          <a:solidFill>
            <a:srgbClr val="CC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457178">
              <a:defRPr/>
            </a:pPr>
            <a:endParaRPr lang="en-US" kern="0">
              <a:solidFill>
                <a:srgbClr val="141313"/>
              </a:solidFill>
              <a:latin typeface="Calibri"/>
            </a:endParaRPr>
          </a:p>
        </p:txBody>
      </p:sp>
      <p:grpSp>
        <p:nvGrpSpPr>
          <p:cNvPr id="405" name="Group 719">
            <a:extLst>
              <a:ext uri="{FF2B5EF4-FFF2-40B4-BE49-F238E27FC236}">
                <a16:creationId xmlns:a16="http://schemas.microsoft.com/office/drawing/2014/main" id="{62A40B7E-1CB9-1D22-0AC7-0A89D76BEAB8}"/>
              </a:ext>
            </a:extLst>
          </p:cNvPr>
          <p:cNvGrpSpPr/>
          <p:nvPr/>
        </p:nvGrpSpPr>
        <p:grpSpPr>
          <a:xfrm>
            <a:off x="3453959" y="6342983"/>
            <a:ext cx="228353" cy="90129"/>
            <a:chOff x="8553742" y="2601251"/>
            <a:chExt cx="216024" cy="108852"/>
          </a:xfrm>
        </p:grpSpPr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8631E505-C225-F831-84D0-51FC77FF34A0}"/>
                </a:ext>
              </a:extLst>
            </p:cNvPr>
            <p:cNvCxnSpPr/>
            <p:nvPr/>
          </p:nvCxnSpPr>
          <p:spPr>
            <a:xfrm>
              <a:off x="8610600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552AE655-2865-E7F9-589C-BAF170C66EED}"/>
                </a:ext>
              </a:extLst>
            </p:cNvPr>
            <p:cNvCxnSpPr/>
            <p:nvPr/>
          </p:nvCxnSpPr>
          <p:spPr>
            <a:xfrm>
              <a:off x="85537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02ACA17-2640-C74E-782C-290414355B87}"/>
                </a:ext>
              </a:extLst>
            </p:cNvPr>
            <p:cNvCxnSpPr/>
            <p:nvPr/>
          </p:nvCxnSpPr>
          <p:spPr>
            <a:xfrm>
              <a:off x="8706142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A25C4C0D-928C-4C62-3565-4B00F48361E9}"/>
                </a:ext>
              </a:extLst>
            </p:cNvPr>
            <p:cNvCxnSpPr/>
            <p:nvPr/>
          </p:nvCxnSpPr>
          <p:spPr>
            <a:xfrm>
              <a:off x="8769766" y="2601251"/>
              <a:ext cx="0" cy="108852"/>
            </a:xfrm>
            <a:prstGeom prst="line">
              <a:avLst/>
            </a:prstGeom>
            <a:noFill/>
            <a:ln w="9525" cap="flat" cmpd="sng" algn="ctr">
              <a:solidFill>
                <a:srgbClr val="141313"/>
              </a:solidFill>
              <a:prstDash val="solid"/>
            </a:ln>
            <a:effectLst/>
          </p:spPr>
        </p:cxnSp>
      </p:grpSp>
      <p:sp>
        <p:nvSpPr>
          <p:cNvPr id="410" name="Trapezoid 409">
            <a:extLst>
              <a:ext uri="{FF2B5EF4-FFF2-40B4-BE49-F238E27FC236}">
                <a16:creationId xmlns:a16="http://schemas.microsoft.com/office/drawing/2014/main" id="{E8763ED3-9B3C-8569-6A26-B40F2B194D69}"/>
              </a:ext>
            </a:extLst>
          </p:cNvPr>
          <p:cNvSpPr/>
          <p:nvPr/>
        </p:nvSpPr>
        <p:spPr>
          <a:xfrm rot="10800000">
            <a:off x="3429606" y="6433133"/>
            <a:ext cx="277051" cy="4207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78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4FB55C5-E20D-9F53-EE6D-F290074A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43" y="5864623"/>
            <a:ext cx="362555" cy="227987"/>
          </a:xfrm>
          <a:prstGeom prst="rect">
            <a:avLst/>
          </a:prstGeom>
          <a:solidFill>
            <a:srgbClr val="FFFF00"/>
          </a:solidFill>
          <a:ln w="6350" cap="rnd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>
              <a:defRPr/>
            </a:pPr>
            <a:endParaRPr lang="en-US" altLang="en-US" sz="800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727EBADD-CADA-4148-72B4-FFE7581D0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575" y="5921377"/>
            <a:ext cx="65285" cy="64331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rapezoid 412">
            <a:extLst>
              <a:ext uri="{FF2B5EF4-FFF2-40B4-BE49-F238E27FC236}">
                <a16:creationId xmlns:a16="http://schemas.microsoft.com/office/drawing/2014/main" id="{AB2B1E42-FFD9-0E71-CC0F-024D2B07896D}"/>
              </a:ext>
            </a:extLst>
          </p:cNvPr>
          <p:cNvSpPr/>
          <p:nvPr/>
        </p:nvSpPr>
        <p:spPr>
          <a:xfrm rot="10800000">
            <a:off x="3432243" y="5996543"/>
            <a:ext cx="262093" cy="50811"/>
          </a:xfrm>
          <a:prstGeom prst="trapezoid">
            <a:avLst>
              <a:gd name="adj" fmla="val 43249"/>
            </a:avLst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70">
              <a:defRPr/>
            </a:pPr>
            <a:endParaRPr lang="en-US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64D404CB-E05E-9DED-AFA0-591E0467AB02}"/>
              </a:ext>
            </a:extLst>
          </p:cNvPr>
          <p:cNvCxnSpPr>
            <a:cxnSpLocks/>
            <a:stCxn id="411" idx="2"/>
            <a:endCxn id="404" idx="0"/>
          </p:cNvCxnSpPr>
          <p:nvPr/>
        </p:nvCxnSpPr>
        <p:spPr>
          <a:xfrm>
            <a:off x="3566521" y="6092609"/>
            <a:ext cx="1591" cy="248659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ectangle 135">
            <a:extLst>
              <a:ext uri="{FF2B5EF4-FFF2-40B4-BE49-F238E27FC236}">
                <a16:creationId xmlns:a16="http://schemas.microsoft.com/office/drawing/2014/main" id="{416A52BD-DE58-3A5E-D102-19036F5A7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331" y="65847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Transceiver1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C4B776BB-5E1D-9193-F4CF-2015A894455D}"/>
              </a:ext>
            </a:extLst>
          </p:cNvPr>
          <p:cNvSpPr/>
          <p:nvPr/>
        </p:nvSpPr>
        <p:spPr>
          <a:xfrm>
            <a:off x="371667" y="2064051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71702DFA-1CAA-C496-EF27-76145916A458}"/>
              </a:ext>
            </a:extLst>
          </p:cNvPr>
          <p:cNvCxnSpPr>
            <a:cxnSpLocks/>
            <a:stCxn id="501" idx="6"/>
            <a:endCxn id="746" idx="3"/>
          </p:cNvCxnSpPr>
          <p:nvPr/>
        </p:nvCxnSpPr>
        <p:spPr>
          <a:xfrm flipV="1">
            <a:off x="842475" y="2139732"/>
            <a:ext cx="1024032" cy="10975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03" name="Oval 502">
            <a:extLst>
              <a:ext uri="{FF2B5EF4-FFF2-40B4-BE49-F238E27FC236}">
                <a16:creationId xmlns:a16="http://schemas.microsoft.com/office/drawing/2014/main" id="{93FE06D1-CD64-C415-8C44-21828C5AAE15}"/>
              </a:ext>
            </a:extLst>
          </p:cNvPr>
          <p:cNvSpPr/>
          <p:nvPr/>
        </p:nvSpPr>
        <p:spPr>
          <a:xfrm>
            <a:off x="4006106" y="6062085"/>
            <a:ext cx="470808" cy="173311"/>
          </a:xfrm>
          <a:prstGeom prst="ellipse">
            <a:avLst/>
          </a:prstGeom>
          <a:solidFill>
            <a:srgbClr val="0A3161">
              <a:lumMod val="40000"/>
              <a:lumOff val="60000"/>
            </a:srgbClr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585">
              <a:defRPr/>
            </a:pPr>
            <a:endParaRPr lang="en-US" sz="1000" b="1" dirty="0">
              <a:solidFill>
                <a:srgbClr val="000000"/>
              </a:solidFill>
              <a:latin typeface="Calibri"/>
              <a:ea typeface="Verdana"/>
            </a:endParaRPr>
          </a:p>
        </p:txBody>
      </p: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8750B98C-0B50-9E2F-5F02-C95EB13E3882}"/>
              </a:ext>
            </a:extLst>
          </p:cNvPr>
          <p:cNvCxnSpPr>
            <a:cxnSpLocks/>
            <a:stCxn id="503" idx="3"/>
            <a:endCxn id="404" idx="3"/>
          </p:cNvCxnSpPr>
          <p:nvPr/>
        </p:nvCxnSpPr>
        <p:spPr>
          <a:xfrm flipH="1">
            <a:off x="3751977" y="6210014"/>
            <a:ext cx="323077" cy="237061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610" name="Oval 609">
            <a:extLst>
              <a:ext uri="{FF2B5EF4-FFF2-40B4-BE49-F238E27FC236}">
                <a16:creationId xmlns:a16="http://schemas.microsoft.com/office/drawing/2014/main" id="{A91B6784-2ABC-BFF1-39F7-0E587908CDDE}"/>
              </a:ext>
            </a:extLst>
          </p:cNvPr>
          <p:cNvSpPr>
            <a:spLocks noChangeAspect="1"/>
          </p:cNvSpPr>
          <p:nvPr/>
        </p:nvSpPr>
        <p:spPr>
          <a:xfrm>
            <a:off x="4006106" y="3775725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sp>
        <p:nvSpPr>
          <p:cNvPr id="652" name="Rectangle 135">
            <a:extLst>
              <a:ext uri="{FF2B5EF4-FFF2-40B4-BE49-F238E27FC236}">
                <a16:creationId xmlns:a16="http://schemas.microsoft.com/office/drawing/2014/main" id="{3C45D72F-3A27-47DB-5A18-D7082715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78" y="4432720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019772C1-7565-26AE-E07C-8DC942A4A4B7}"/>
              </a:ext>
            </a:extLst>
          </p:cNvPr>
          <p:cNvCxnSpPr>
            <a:cxnSpLocks/>
            <a:stCxn id="610" idx="4"/>
            <a:endCxn id="503" idx="0"/>
          </p:cNvCxnSpPr>
          <p:nvPr/>
        </p:nvCxnSpPr>
        <p:spPr>
          <a:xfrm>
            <a:off x="4235526" y="3955608"/>
            <a:ext cx="5984" cy="210647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73DC2AEC-F03F-B8DB-9A7A-187E3ACA758C}"/>
              </a:ext>
            </a:extLst>
          </p:cNvPr>
          <p:cNvGrpSpPr>
            <a:grpSpLocks noChangeAspect="1"/>
          </p:cNvGrpSpPr>
          <p:nvPr/>
        </p:nvGrpSpPr>
        <p:grpSpPr>
          <a:xfrm>
            <a:off x="3397387" y="4943314"/>
            <a:ext cx="358928" cy="227171"/>
            <a:chOff x="980945" y="1888766"/>
            <a:chExt cx="271916" cy="172099"/>
          </a:xfrm>
        </p:grpSpPr>
        <p:grpSp>
          <p:nvGrpSpPr>
            <p:cNvPr id="688" name="Group 898">
              <a:extLst>
                <a:ext uri="{FF2B5EF4-FFF2-40B4-BE49-F238E27FC236}">
                  <a16:creationId xmlns:a16="http://schemas.microsoft.com/office/drawing/2014/main" id="{B995A487-B4AD-96C7-AF80-8C17C315C402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690" name="Rectangle 88">
                <a:extLst>
                  <a:ext uri="{FF2B5EF4-FFF2-40B4-BE49-F238E27FC236}">
                    <a16:creationId xmlns:a16="http://schemas.microsoft.com/office/drawing/2014/main" id="{B5394F16-1C56-13A7-8B47-67FEE4C8D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1" name="Rectangle 88">
                <a:extLst>
                  <a:ext uri="{FF2B5EF4-FFF2-40B4-BE49-F238E27FC236}">
                    <a16:creationId xmlns:a16="http://schemas.microsoft.com/office/drawing/2014/main" id="{7A29DE94-F1C6-1AD9-53AB-6DECFE331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261" y="2009935"/>
                <a:ext cx="264770" cy="102916"/>
              </a:xfrm>
              <a:prstGeom prst="rect">
                <a:avLst/>
              </a:prstGeom>
              <a:solidFill>
                <a:srgbClr val="FFFF00"/>
              </a:solidFill>
              <a:ln w="6350" cap="rnd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2" name="Isosceles Triangle 691">
                <a:extLst>
                  <a:ext uri="{FF2B5EF4-FFF2-40B4-BE49-F238E27FC236}">
                    <a16:creationId xmlns:a16="http://schemas.microsoft.com/office/drawing/2014/main" id="{316C9EAD-6D62-F930-87E4-0D595C38CF54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693" name="Oval 341">
                <a:extLst>
                  <a:ext uri="{FF2B5EF4-FFF2-40B4-BE49-F238E27FC236}">
                    <a16:creationId xmlns:a16="http://schemas.microsoft.com/office/drawing/2014/main" id="{5A79634D-F71E-B4B1-D53E-862DF29C5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689" name="Trapezoid 688">
              <a:extLst>
                <a:ext uri="{FF2B5EF4-FFF2-40B4-BE49-F238E27FC236}">
                  <a16:creationId xmlns:a16="http://schemas.microsoft.com/office/drawing/2014/main" id="{59F3B4A3-8AE5-E0D4-5C53-DC1F7C794D96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43A6E2A6-EA56-36C4-DEBE-74FF3D3A1764}"/>
              </a:ext>
            </a:extLst>
          </p:cNvPr>
          <p:cNvGrpSpPr/>
          <p:nvPr/>
        </p:nvGrpSpPr>
        <p:grpSpPr>
          <a:xfrm>
            <a:off x="3392506" y="4483040"/>
            <a:ext cx="367732" cy="211616"/>
            <a:chOff x="1539943" y="2795561"/>
            <a:chExt cx="367732" cy="211616"/>
          </a:xfrm>
        </p:grpSpPr>
        <p:sp>
          <p:nvSpPr>
            <p:cNvPr id="695" name="Rectangle 60">
              <a:extLst>
                <a:ext uri="{FF2B5EF4-FFF2-40B4-BE49-F238E27FC236}">
                  <a16:creationId xmlns:a16="http://schemas.microsoft.com/office/drawing/2014/main" id="{22B46AC5-6B08-61CC-1982-B48A96AA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696" name="Group 719">
              <a:extLst>
                <a:ext uri="{FF2B5EF4-FFF2-40B4-BE49-F238E27FC236}">
                  <a16:creationId xmlns:a16="http://schemas.microsoft.com/office/drawing/2014/main" id="{84691452-3525-28C2-D305-FB5616694425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7695B0D9-9D83-6C2C-5B44-E7C321F05706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B2486127-E653-BFEC-71FA-FB33FEAA20F9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6D0DF1CC-7443-C9D9-42C6-0C4CF8AF3ED2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D2AD7772-900C-9975-CB52-388E97508BD5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697" name="Trapezoid 696">
              <a:extLst>
                <a:ext uri="{FF2B5EF4-FFF2-40B4-BE49-F238E27FC236}">
                  <a16:creationId xmlns:a16="http://schemas.microsoft.com/office/drawing/2014/main" id="{49ECCBE2-22E1-AA98-6DB1-213620190A0A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56" name="Rectangle 135">
            <a:extLst>
              <a:ext uri="{FF2B5EF4-FFF2-40B4-BE49-F238E27FC236}">
                <a16:creationId xmlns:a16="http://schemas.microsoft.com/office/drawing/2014/main" id="{F9391488-9A4F-6E7D-CC9C-24960268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85" y="2057627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938822EA-926A-97AC-C23A-89AC5BC1B872}"/>
              </a:ext>
            </a:extLst>
          </p:cNvPr>
          <p:cNvGrpSpPr/>
          <p:nvPr/>
        </p:nvGrpSpPr>
        <p:grpSpPr>
          <a:xfrm>
            <a:off x="1498775" y="2033924"/>
            <a:ext cx="367732" cy="211616"/>
            <a:chOff x="1539943" y="2795561"/>
            <a:chExt cx="367732" cy="211616"/>
          </a:xfrm>
        </p:grpSpPr>
        <p:sp>
          <p:nvSpPr>
            <p:cNvPr id="746" name="Rectangle 60">
              <a:extLst>
                <a:ext uri="{FF2B5EF4-FFF2-40B4-BE49-F238E27FC236}">
                  <a16:creationId xmlns:a16="http://schemas.microsoft.com/office/drawing/2014/main" id="{72BFE9EC-CA96-3675-0B2D-435C731BF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47" name="Group 719">
              <a:extLst>
                <a:ext uri="{FF2B5EF4-FFF2-40B4-BE49-F238E27FC236}">
                  <a16:creationId xmlns:a16="http://schemas.microsoft.com/office/drawing/2014/main" id="{09628E4D-C384-A497-E647-15B9EB5D62D2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49" name="Straight Connector 748">
                <a:extLst>
                  <a:ext uri="{FF2B5EF4-FFF2-40B4-BE49-F238E27FC236}">
                    <a16:creationId xmlns:a16="http://schemas.microsoft.com/office/drawing/2014/main" id="{0CB4E0B8-5AAF-0ECD-1D60-1324127D89F7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0" name="Straight Connector 749">
                <a:extLst>
                  <a:ext uri="{FF2B5EF4-FFF2-40B4-BE49-F238E27FC236}">
                    <a16:creationId xmlns:a16="http://schemas.microsoft.com/office/drawing/2014/main" id="{932A79FB-8929-9DDA-D948-5C9B1FAD76A6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1" name="Straight Connector 750">
                <a:extLst>
                  <a:ext uri="{FF2B5EF4-FFF2-40B4-BE49-F238E27FC236}">
                    <a16:creationId xmlns:a16="http://schemas.microsoft.com/office/drawing/2014/main" id="{47F4D896-F2BC-07D0-7F0D-C8CD2111B635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52" name="Straight Connector 751">
                <a:extLst>
                  <a:ext uri="{FF2B5EF4-FFF2-40B4-BE49-F238E27FC236}">
                    <a16:creationId xmlns:a16="http://schemas.microsoft.com/office/drawing/2014/main" id="{4869E7F7-4AC7-46A4-864E-788A5894904A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48" name="Trapezoid 747">
              <a:extLst>
                <a:ext uri="{FF2B5EF4-FFF2-40B4-BE49-F238E27FC236}">
                  <a16:creationId xmlns:a16="http://schemas.microsoft.com/office/drawing/2014/main" id="{7963E288-6C9A-B817-642A-AD9436E2A96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3" name="Rectangle 25">
            <a:extLst>
              <a:ext uri="{FF2B5EF4-FFF2-40B4-BE49-F238E27FC236}">
                <a16:creationId xmlns:a16="http://schemas.microsoft.com/office/drawing/2014/main" id="{2724A767-EACD-36AC-4FD7-A00BF0733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299" y="3472283"/>
            <a:ext cx="6855532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44" name="Rectangle 29">
            <a:extLst>
              <a:ext uri="{FF2B5EF4-FFF2-40B4-BE49-F238E27FC236}">
                <a16:creationId xmlns:a16="http://schemas.microsoft.com/office/drawing/2014/main" id="{6F19D2EA-A896-66EC-AF70-095137D6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320" y="3492160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45" name="Rectangle 135">
            <a:extLst>
              <a:ext uri="{FF2B5EF4-FFF2-40B4-BE49-F238E27FC236}">
                <a16:creationId xmlns:a16="http://schemas.microsoft.com/office/drawing/2014/main" id="{5DDE5751-87A9-9942-0BEC-19FD8E0E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0" y="3456829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OTSiMC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48" name="Straight Arrow Connector 847">
            <a:extLst>
              <a:ext uri="{FF2B5EF4-FFF2-40B4-BE49-F238E27FC236}">
                <a16:creationId xmlns:a16="http://schemas.microsoft.com/office/drawing/2014/main" id="{457CDB9F-94A1-C546-031E-39D27CC94FD5}"/>
              </a:ext>
            </a:extLst>
          </p:cNvPr>
          <p:cNvCxnSpPr>
            <a:cxnSpLocks/>
            <a:stCxn id="844" idx="3"/>
            <a:endCxn id="690" idx="0"/>
          </p:cNvCxnSpPr>
          <p:nvPr/>
        </p:nvCxnSpPr>
        <p:spPr>
          <a:xfrm flipH="1">
            <a:off x="3576851" y="3558727"/>
            <a:ext cx="1539976" cy="1384587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7" name="Rectangle 29">
            <a:extLst>
              <a:ext uri="{FF2B5EF4-FFF2-40B4-BE49-F238E27FC236}">
                <a16:creationId xmlns:a16="http://schemas.microsoft.com/office/drawing/2014/main" id="{B15A1FD1-FCC2-84FF-EBEB-DDB88DD5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35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69" name="Rectangle 135">
            <a:extLst>
              <a:ext uri="{FF2B5EF4-FFF2-40B4-BE49-F238E27FC236}">
                <a16:creationId xmlns:a16="http://schemas.microsoft.com/office/drawing/2014/main" id="{4C2A620B-D38A-D88F-9CBB-3CFF1BA60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953" y="3001453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MC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Connectivity 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870" name="Rectangle 127">
            <a:extLst>
              <a:ext uri="{FF2B5EF4-FFF2-40B4-BE49-F238E27FC236}">
                <a16:creationId xmlns:a16="http://schemas.microsoft.com/office/drawing/2014/main" id="{08629449-7848-C28C-FBEF-D7CC0910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593" y="3014881"/>
            <a:ext cx="7303179" cy="128085"/>
          </a:xfrm>
          <a:prstGeom prst="rect">
            <a:avLst/>
          </a:prstGeom>
          <a:solidFill>
            <a:srgbClr val="FFC0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91353" tIns="45675" rIns="91353" bIns="45675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defTabSz="609585" eaLnBrk="1" hangingPunct="1">
              <a:spcBef>
                <a:spcPct val="0"/>
              </a:spcBef>
              <a:buNone/>
              <a:defRPr/>
            </a:pPr>
            <a:endParaRPr lang="en-US" altLang="en-US" sz="9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71" name="Rectangle 29">
            <a:extLst>
              <a:ext uri="{FF2B5EF4-FFF2-40B4-BE49-F238E27FC236}">
                <a16:creationId xmlns:a16="http://schemas.microsoft.com/office/drawing/2014/main" id="{4D1D88BF-E880-69C5-9C08-490C4ACF3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50" y="303992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873" name="Rectangle 135">
            <a:extLst>
              <a:ext uri="{FF2B5EF4-FFF2-40B4-BE49-F238E27FC236}">
                <a16:creationId xmlns:a16="http://schemas.microsoft.com/office/drawing/2014/main" id="{E00FD388-F16D-807C-7EC7-269A06311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676" y="3001453"/>
            <a:ext cx="337933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 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Connectivity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Service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8BDFF52C-E1D4-02E2-1050-AC822F7EC0F2}"/>
              </a:ext>
            </a:extLst>
          </p:cNvPr>
          <p:cNvCxnSpPr>
            <a:cxnSpLocks/>
            <a:stCxn id="871" idx="3"/>
            <a:endCxn id="610" idx="0"/>
          </p:cNvCxnSpPr>
          <p:nvPr/>
        </p:nvCxnSpPr>
        <p:spPr>
          <a:xfrm flipH="1">
            <a:off x="4235526" y="3106495"/>
            <a:ext cx="629831" cy="66923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4857ED1-4FD3-58E4-B028-86985C653332}"/>
              </a:ext>
            </a:extLst>
          </p:cNvPr>
          <p:cNvGrpSpPr/>
          <p:nvPr/>
        </p:nvGrpSpPr>
        <p:grpSpPr>
          <a:xfrm>
            <a:off x="3396097" y="5449309"/>
            <a:ext cx="367732" cy="211616"/>
            <a:chOff x="1539943" y="2795561"/>
            <a:chExt cx="367732" cy="211616"/>
          </a:xfrm>
        </p:grpSpPr>
        <p:sp>
          <p:nvSpPr>
            <p:cNvPr id="383" name="Rectangle 60">
              <a:extLst>
                <a:ext uri="{FF2B5EF4-FFF2-40B4-BE49-F238E27FC236}">
                  <a16:creationId xmlns:a16="http://schemas.microsoft.com/office/drawing/2014/main" id="{A07B33A6-5E9A-34A4-D9F2-4C2D73F0B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384" name="Group 719">
              <a:extLst>
                <a:ext uri="{FF2B5EF4-FFF2-40B4-BE49-F238E27FC236}">
                  <a16:creationId xmlns:a16="http://schemas.microsoft.com/office/drawing/2014/main" id="{22B4F42A-58E9-7DC0-F229-12F4B4705938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CC443C54-C652-688A-30D9-893B4FCF47BF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1E1058F-ED03-2E84-8CB9-D112DAA92752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96DEE6DB-5923-C4A7-D8AF-425C68785CD0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FC1C272A-4AE0-FC10-1097-F08F8E5892B2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E70BCC6B-6B3C-F7AF-FF19-A0B8F9CBF3A7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10801A49-3C5D-CB21-3532-FF6199E1D323}"/>
              </a:ext>
            </a:extLst>
          </p:cNvPr>
          <p:cNvGrpSpPr>
            <a:grpSpLocks noChangeAspect="1"/>
          </p:cNvGrpSpPr>
          <p:nvPr/>
        </p:nvGrpSpPr>
        <p:grpSpPr>
          <a:xfrm>
            <a:off x="3399803" y="3760809"/>
            <a:ext cx="358928" cy="227171"/>
            <a:chOff x="980945" y="1888766"/>
            <a:chExt cx="271916" cy="172099"/>
          </a:xfrm>
        </p:grpSpPr>
        <p:grpSp>
          <p:nvGrpSpPr>
            <p:cNvPr id="724" name="Group 898">
              <a:extLst>
                <a:ext uri="{FF2B5EF4-FFF2-40B4-BE49-F238E27FC236}">
                  <a16:creationId xmlns:a16="http://schemas.microsoft.com/office/drawing/2014/main" id="{23C9E980-122C-420A-3939-8C9FE9301827}"/>
                </a:ext>
              </a:extLst>
            </p:cNvPr>
            <p:cNvGrpSpPr/>
            <p:nvPr/>
          </p:nvGrpSpPr>
          <p:grpSpPr>
            <a:xfrm>
              <a:off x="980945" y="1888766"/>
              <a:ext cx="271916" cy="170990"/>
              <a:chOff x="957800" y="1944318"/>
              <a:chExt cx="271916" cy="170990"/>
            </a:xfrm>
          </p:grpSpPr>
          <p:sp>
            <p:nvSpPr>
              <p:cNvPr id="726" name="Rectangle 88">
                <a:extLst>
                  <a:ext uri="{FF2B5EF4-FFF2-40B4-BE49-F238E27FC236}">
                    <a16:creationId xmlns:a16="http://schemas.microsoft.com/office/drawing/2014/main" id="{7B4B2E0A-5F3A-C5CB-1814-3953CF643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800" y="1944318"/>
                <a:ext cx="271916" cy="170990"/>
              </a:xfrm>
              <a:prstGeom prst="rect">
                <a:avLst/>
              </a:prstGeom>
              <a:solidFill>
                <a:srgbClr val="99FF99"/>
              </a:solidFill>
              <a:ln w="6350" cap="rnd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600" kern="0">
                  <a:solidFill>
                    <a:sysClr val="windowText" lastClr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7" name="Isosceles Triangle 726">
                <a:extLst>
                  <a:ext uri="{FF2B5EF4-FFF2-40B4-BE49-F238E27FC236}">
                    <a16:creationId xmlns:a16="http://schemas.microsoft.com/office/drawing/2014/main" id="{515B9334-CEA5-5696-4AC0-77646E2BBB5C}"/>
                  </a:ext>
                </a:extLst>
              </p:cNvPr>
              <p:cNvSpPr/>
              <p:nvPr/>
            </p:nvSpPr>
            <p:spPr>
              <a:xfrm flipV="1">
                <a:off x="1040929" y="1977630"/>
                <a:ext cx="105628" cy="87485"/>
              </a:xfrm>
              <a:prstGeom prst="triangl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  <p:sp>
            <p:nvSpPr>
              <p:cNvPr id="728" name="Oval 341">
                <a:extLst>
                  <a:ext uri="{FF2B5EF4-FFF2-40B4-BE49-F238E27FC236}">
                    <a16:creationId xmlns:a16="http://schemas.microsoft.com/office/drawing/2014/main" id="{F82620B9-14B0-D753-7271-B8A9AF70A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067" y="2032325"/>
                <a:ext cx="48964" cy="48247"/>
              </a:xfrm>
              <a:prstGeom prst="ellipse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78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1" kern="0">
                  <a:solidFill>
                    <a:srgbClr val="FFFFFF"/>
                  </a:solidFill>
                  <a:latin typeface="Arial"/>
                  <a:ea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725" name="Trapezoid 724">
              <a:extLst>
                <a:ext uri="{FF2B5EF4-FFF2-40B4-BE49-F238E27FC236}">
                  <a16:creationId xmlns:a16="http://schemas.microsoft.com/office/drawing/2014/main" id="{41A9FD0B-7456-4F28-37A4-B38E540C21C7}"/>
                </a:ext>
              </a:extLst>
            </p:cNvPr>
            <p:cNvSpPr/>
            <p:nvPr/>
          </p:nvSpPr>
          <p:spPr>
            <a:xfrm rot="10800000">
              <a:off x="1018052" y="2022543"/>
              <a:ext cx="201098" cy="38322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1" kern="0">
                <a:solidFill>
                  <a:srgbClr val="FFFFFF"/>
                </a:solidFill>
                <a:latin typeface="Arial"/>
                <a:ea typeface="ヒラギノ角ゴ ProN W3" charset="-128"/>
                <a:sym typeface="Gill Sans" charset="0"/>
              </a:endParaRPr>
            </a:p>
          </p:txBody>
        </p:sp>
      </p:grp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B53E5861-F4FD-0D31-5C62-0E695DD72D2A}"/>
              </a:ext>
            </a:extLst>
          </p:cNvPr>
          <p:cNvGrpSpPr/>
          <p:nvPr/>
        </p:nvGrpSpPr>
        <p:grpSpPr>
          <a:xfrm>
            <a:off x="3401956" y="2943144"/>
            <a:ext cx="367732" cy="211616"/>
            <a:chOff x="1539943" y="2795561"/>
            <a:chExt cx="367732" cy="211616"/>
          </a:xfrm>
        </p:grpSpPr>
        <p:sp>
          <p:nvSpPr>
            <p:cNvPr id="730" name="Rectangle 60">
              <a:extLst>
                <a:ext uri="{FF2B5EF4-FFF2-40B4-BE49-F238E27FC236}">
                  <a16:creationId xmlns:a16="http://schemas.microsoft.com/office/drawing/2014/main" id="{EEEDD983-23BB-793F-0A1B-9F1F6F2C7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943" y="2795561"/>
              <a:ext cx="367732" cy="21161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457178">
                <a:defRPr/>
              </a:pPr>
              <a:endParaRPr lang="en-US" kern="0">
                <a:solidFill>
                  <a:srgbClr val="141313"/>
                </a:solidFill>
                <a:latin typeface="Calibri"/>
              </a:endParaRPr>
            </a:p>
          </p:txBody>
        </p:sp>
        <p:grpSp>
          <p:nvGrpSpPr>
            <p:cNvPr id="731" name="Group 719">
              <a:extLst>
                <a:ext uri="{FF2B5EF4-FFF2-40B4-BE49-F238E27FC236}">
                  <a16:creationId xmlns:a16="http://schemas.microsoft.com/office/drawing/2014/main" id="{9950CC84-D871-07AC-1323-51139BDA04DD}"/>
                </a:ext>
              </a:extLst>
            </p:cNvPr>
            <p:cNvGrpSpPr/>
            <p:nvPr/>
          </p:nvGrpSpPr>
          <p:grpSpPr>
            <a:xfrm>
              <a:off x="1609656" y="2797277"/>
              <a:ext cx="228353" cy="90129"/>
              <a:chOff x="8553742" y="2601251"/>
              <a:chExt cx="216024" cy="108852"/>
            </a:xfrm>
          </p:grpSpPr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D24A21A7-6376-87C2-24C7-B919439E3310}"/>
                  </a:ext>
                </a:extLst>
              </p:cNvPr>
              <p:cNvCxnSpPr/>
              <p:nvPr/>
            </p:nvCxnSpPr>
            <p:spPr>
              <a:xfrm>
                <a:off x="8610600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9ABF4633-FF8A-F4C5-E491-F9F20C36E5CD}"/>
                  </a:ext>
                </a:extLst>
              </p:cNvPr>
              <p:cNvCxnSpPr/>
              <p:nvPr/>
            </p:nvCxnSpPr>
            <p:spPr>
              <a:xfrm>
                <a:off x="85537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198D4B06-98E3-3A8F-E5A6-F1F57D58892D}"/>
                  </a:ext>
                </a:extLst>
              </p:cNvPr>
              <p:cNvCxnSpPr/>
              <p:nvPr/>
            </p:nvCxnSpPr>
            <p:spPr>
              <a:xfrm>
                <a:off x="8706142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98AA5BA0-4AF3-B423-38F0-47297087BEEC}"/>
                  </a:ext>
                </a:extLst>
              </p:cNvPr>
              <p:cNvCxnSpPr/>
              <p:nvPr/>
            </p:nvCxnSpPr>
            <p:spPr>
              <a:xfrm>
                <a:off x="8769766" y="2601251"/>
                <a:ext cx="0" cy="108852"/>
              </a:xfrm>
              <a:prstGeom prst="line">
                <a:avLst/>
              </a:prstGeom>
              <a:noFill/>
              <a:ln w="9525" cap="flat" cmpd="sng" algn="ctr">
                <a:solidFill>
                  <a:srgbClr val="141313"/>
                </a:solidFill>
                <a:prstDash val="solid"/>
              </a:ln>
              <a:effectLst/>
            </p:spPr>
          </p:cxnSp>
        </p:grpSp>
        <p:sp>
          <p:nvSpPr>
            <p:cNvPr id="732" name="Trapezoid 731">
              <a:extLst>
                <a:ext uri="{FF2B5EF4-FFF2-40B4-BE49-F238E27FC236}">
                  <a16:creationId xmlns:a16="http://schemas.microsoft.com/office/drawing/2014/main" id="{9EF65CC1-C2E4-CEAC-645F-00F1DE613383}"/>
                </a:ext>
              </a:extLst>
            </p:cNvPr>
            <p:cNvSpPr/>
            <p:nvPr/>
          </p:nvSpPr>
          <p:spPr>
            <a:xfrm rot="10800000">
              <a:off x="1585304" y="2887427"/>
              <a:ext cx="277051" cy="4207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178">
                <a:defRPr/>
              </a:pPr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37" name="Rectangle 135">
            <a:extLst>
              <a:ext uri="{FF2B5EF4-FFF2-40B4-BE49-F238E27FC236}">
                <a16:creationId xmlns:a16="http://schemas.microsoft.com/office/drawing/2014/main" id="{C84D29E5-A2CE-93B3-5F22-01D36748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5" y="2951795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</a:t>
            </a:r>
            <a:endParaRPr lang="en-GB" sz="1067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727EFC8F-253C-DDA7-74C5-45189F487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65" y="2452422"/>
            <a:ext cx="741203" cy="32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ODU</a:t>
            </a:r>
            <a:endParaRPr lang="it-IT" sz="1067" kern="0">
              <a:solidFill>
                <a:srgbClr val="FF0000"/>
              </a:solidFill>
              <a:latin typeface="Calibri"/>
              <a:cs typeface="Arial" charset="0"/>
            </a:endParaRPr>
          </a:p>
          <a:p>
            <a:pPr algn="ctr" defTabSz="914332">
              <a:defRPr/>
            </a:pPr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(+OTU)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4" name="Rectangle 135">
            <a:extLst>
              <a:ext uri="{FF2B5EF4-FFF2-40B4-BE49-F238E27FC236}">
                <a16:creationId xmlns:a16="http://schemas.microsoft.com/office/drawing/2014/main" id="{C0042E0D-FF2F-6001-DCF9-8F1A1871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9" y="3777083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/>
            <a:r>
              <a:rPr lang="it-IT" sz="1067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endParaRPr lang="en-GB" sz="1067" kern="0" dirty="0">
              <a:solidFill>
                <a:srgbClr val="000000"/>
              </a:solidFill>
              <a:latin typeface="Calibri"/>
              <a:cs typeface="Arial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C55D5B9F-91F3-6869-7A62-6CC13E481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703" y="329383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84509950-7103-5BD3-4389-0CA082781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336" y="331371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13" name="Rectangle 135">
            <a:extLst>
              <a:ext uri="{FF2B5EF4-FFF2-40B4-BE49-F238E27FC236}">
                <a16:creationId xmlns:a16="http://schemas.microsoft.com/office/drawing/2014/main" id="{7494A4C4-91D7-9C02-1E92-96FDF5E8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925" y="327838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>
                <a:solidFill>
                  <a:srgbClr val="000000"/>
                </a:solidFill>
                <a:latin typeface="Calibri"/>
                <a:cs typeface="Arial" charset="0"/>
              </a:rPr>
              <a:t>OTSiMCA</a:t>
            </a:r>
            <a:r>
              <a:rPr lang="en-US" sz="1000" kern="0">
                <a:solidFill>
                  <a:srgbClr val="000000"/>
                </a:solidFill>
                <a:latin typeface="Calibri"/>
                <a:cs typeface="Arial" charset="0"/>
              </a:rPr>
              <a:t> 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31AD8A-3112-E5AC-1253-E81C08A7E1B1}"/>
              </a:ext>
            </a:extLst>
          </p:cNvPr>
          <p:cNvCxnSpPr>
            <a:cxnSpLocks/>
            <a:stCxn id="12" idx="2"/>
            <a:endCxn id="726" idx="0"/>
          </p:cNvCxnSpPr>
          <p:nvPr/>
        </p:nvCxnSpPr>
        <p:spPr>
          <a:xfrm flipH="1">
            <a:off x="3579267" y="3352705"/>
            <a:ext cx="1394069" cy="40810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11">
            <a:extLst>
              <a:ext uri="{FF2B5EF4-FFF2-40B4-BE49-F238E27FC236}">
                <a16:creationId xmlns:a16="http://schemas.microsoft.com/office/drawing/2014/main" id="{FD4193E2-BEBA-4713-ACEE-2D08840C1622}"/>
              </a:ext>
            </a:extLst>
          </p:cNvPr>
          <p:cNvGrpSpPr/>
          <p:nvPr/>
        </p:nvGrpSpPr>
        <p:grpSpPr>
          <a:xfrm>
            <a:off x="1546683" y="1752904"/>
            <a:ext cx="271916" cy="170990"/>
            <a:chOff x="4487593" y="2873065"/>
            <a:chExt cx="362554" cy="227985"/>
          </a:xfrm>
        </p:grpSpPr>
        <p:sp>
          <p:nvSpPr>
            <p:cNvPr id="43" name="Rectangle 88">
              <a:extLst>
                <a:ext uri="{FF2B5EF4-FFF2-40B4-BE49-F238E27FC236}">
                  <a16:creationId xmlns:a16="http://schemas.microsoft.com/office/drawing/2014/main" id="{6372DBA1-CD3C-73D1-4D7D-A829D1E43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85AF6ADD-1B4E-8D62-5FDF-C3853EDFD19F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5" name="Oval 341">
              <a:extLst>
                <a:ext uri="{FF2B5EF4-FFF2-40B4-BE49-F238E27FC236}">
                  <a16:creationId xmlns:a16="http://schemas.microsoft.com/office/drawing/2014/main" id="{5C66F099-5010-21DA-31A8-1D0B7CD24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grpSp>
        <p:nvGrpSpPr>
          <p:cNvPr id="46" name="Group 1040">
            <a:extLst>
              <a:ext uri="{FF2B5EF4-FFF2-40B4-BE49-F238E27FC236}">
                <a16:creationId xmlns:a16="http://schemas.microsoft.com/office/drawing/2014/main" id="{A2F02020-86DE-C453-2BFF-EEDEF898D2BC}"/>
              </a:ext>
            </a:extLst>
          </p:cNvPr>
          <p:cNvGrpSpPr/>
          <p:nvPr/>
        </p:nvGrpSpPr>
        <p:grpSpPr>
          <a:xfrm>
            <a:off x="2494252" y="1765949"/>
            <a:ext cx="271916" cy="98118"/>
            <a:chOff x="1230061" y="3045781"/>
            <a:chExt cx="435339" cy="14240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AFD424-294E-72DC-82B0-7CA3EAE43E9B}"/>
                </a:ext>
              </a:extLst>
            </p:cNvPr>
            <p:cNvSpPr/>
            <p:nvPr/>
          </p:nvSpPr>
          <p:spPr>
            <a:xfrm>
              <a:off x="1230061" y="3045781"/>
              <a:ext cx="435339" cy="142407"/>
            </a:xfrm>
            <a:prstGeom prst="rect">
              <a:avLst/>
            </a:prstGeom>
            <a:solidFill>
              <a:srgbClr val="FFFF00"/>
            </a:solidFill>
            <a:ln w="6350" cap="flat" cmpd="sng" algn="ctr">
              <a:solidFill>
                <a:srgbClr val="141313"/>
              </a:solidFill>
              <a:prstDash val="solid"/>
            </a:ln>
            <a:effectLst/>
          </p:spPr>
          <p:txBody>
            <a:bodyPr lIns="91353" tIns="45675" rIns="91353" bIns="4567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8" name="Oval 341">
              <a:extLst>
                <a:ext uri="{FF2B5EF4-FFF2-40B4-BE49-F238E27FC236}">
                  <a16:creationId xmlns:a16="http://schemas.microsoft.com/office/drawing/2014/main" id="{96C31A53-891D-38F4-45BB-0D1B3173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1966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49" name="Oval 341">
              <a:extLst>
                <a:ext uri="{FF2B5EF4-FFF2-40B4-BE49-F238E27FC236}">
                  <a16:creationId xmlns:a16="http://schemas.microsoft.com/office/drawing/2014/main" id="{D309F9F1-B14C-499B-51F1-F64F57076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471" y="3084820"/>
              <a:ext cx="65286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445523-82C5-2E4B-B36F-068723940BA2}"/>
              </a:ext>
            </a:extLst>
          </p:cNvPr>
          <p:cNvCxnSpPr>
            <a:cxnSpLocks/>
            <a:stCxn id="48" idx="2"/>
            <a:endCxn id="45" idx="6"/>
          </p:cNvCxnSpPr>
          <p:nvPr/>
        </p:nvCxnSpPr>
        <p:spPr>
          <a:xfrm flipH="1">
            <a:off x="1708914" y="1815008"/>
            <a:ext cx="805266" cy="600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51" name="Group 11">
            <a:extLst>
              <a:ext uri="{FF2B5EF4-FFF2-40B4-BE49-F238E27FC236}">
                <a16:creationId xmlns:a16="http://schemas.microsoft.com/office/drawing/2014/main" id="{372B7C6A-66F2-E5A3-24CB-396F2912F5E4}"/>
              </a:ext>
            </a:extLst>
          </p:cNvPr>
          <p:cNvGrpSpPr/>
          <p:nvPr/>
        </p:nvGrpSpPr>
        <p:grpSpPr>
          <a:xfrm>
            <a:off x="3465902" y="1746900"/>
            <a:ext cx="271916" cy="170990"/>
            <a:chOff x="4487593" y="2873065"/>
            <a:chExt cx="362554" cy="227985"/>
          </a:xfrm>
        </p:grpSpPr>
        <p:sp>
          <p:nvSpPr>
            <p:cNvPr id="52" name="Rectangle 88">
              <a:extLst>
                <a:ext uri="{FF2B5EF4-FFF2-40B4-BE49-F238E27FC236}">
                  <a16:creationId xmlns:a16="http://schemas.microsoft.com/office/drawing/2014/main" id="{7A0BC706-01D7-9762-7386-ADFDE78A0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593" y="2873065"/>
              <a:ext cx="362554" cy="227985"/>
            </a:xfrm>
            <a:prstGeom prst="rect">
              <a:avLst/>
            </a:prstGeom>
            <a:solidFill>
              <a:srgbClr val="99FF99"/>
            </a:solidFill>
            <a:ln w="6350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3" name="Trapezoid 52">
              <a:extLst>
                <a:ext uri="{FF2B5EF4-FFF2-40B4-BE49-F238E27FC236}">
                  <a16:creationId xmlns:a16="http://schemas.microsoft.com/office/drawing/2014/main" id="{80F7C6CC-43A1-6265-D830-18BF240A709C}"/>
                </a:ext>
              </a:extLst>
            </p:cNvPr>
            <p:cNvSpPr/>
            <p:nvPr/>
          </p:nvSpPr>
          <p:spPr>
            <a:xfrm rot="10800000">
              <a:off x="4543045" y="3001279"/>
              <a:ext cx="262093" cy="50810"/>
            </a:xfrm>
            <a:prstGeom prst="trapezoid">
              <a:avLst>
                <a:gd name="adj" fmla="val 43249"/>
              </a:avLst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  <p:sp>
          <p:nvSpPr>
            <p:cNvPr id="54" name="Oval 341">
              <a:extLst>
                <a:ext uri="{FF2B5EF4-FFF2-40B4-BE49-F238E27FC236}">
                  <a16:creationId xmlns:a16="http://schemas.microsoft.com/office/drawing/2014/main" id="{BC23F849-4603-5664-ED04-C8BCC2FA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15" y="2931711"/>
              <a:ext cx="65285" cy="64329"/>
            </a:xfrm>
            <a:prstGeom prst="ellipse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ヒラギノ角ゴ ProN W3" charset="-128"/>
                <a:cs typeface="+mn-cs"/>
                <a:sym typeface="Gill Sans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5E733F-6F60-BF03-D4CD-95CFBAB2BADB}"/>
              </a:ext>
            </a:extLst>
          </p:cNvPr>
          <p:cNvCxnSpPr>
            <a:cxnSpLocks/>
            <a:stCxn id="54" idx="2"/>
            <a:endCxn id="49" idx="6"/>
          </p:cNvCxnSpPr>
          <p:nvPr/>
        </p:nvCxnSpPr>
        <p:spPr>
          <a:xfrm flipH="1" flipV="1">
            <a:off x="2745779" y="1815008"/>
            <a:ext cx="833390" cy="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6" name="Rectangle 135">
            <a:extLst>
              <a:ext uri="{FF2B5EF4-FFF2-40B4-BE49-F238E27FC236}">
                <a16:creationId xmlns:a16="http://schemas.microsoft.com/office/drawing/2014/main" id="{18880857-A5C2-0069-965B-ABBD705A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92" y="1736502"/>
            <a:ext cx="741203" cy="16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it-IT" sz="1067" kern="0" dirty="0">
                <a:solidFill>
                  <a:srgbClr val="000000"/>
                </a:solidFill>
                <a:latin typeface="Calibri"/>
                <a:cs typeface="Arial" charset="0"/>
              </a:rPr>
              <a:t>DSR_400G</a:t>
            </a:r>
            <a:endParaRPr lang="en-GB" sz="1067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sp>
        <p:nvSpPr>
          <p:cNvPr id="61" name="Rectangle 29">
            <a:extLst>
              <a:ext uri="{FF2B5EF4-FFF2-40B4-BE49-F238E27FC236}">
                <a16:creationId xmlns:a16="http://schemas.microsoft.com/office/drawing/2014/main" id="{8439D605-666A-FF72-CEED-59E6BED3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83" y="994838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3" name="Rectangle 25">
            <a:extLst>
              <a:ext uri="{FF2B5EF4-FFF2-40B4-BE49-F238E27FC236}">
                <a16:creationId xmlns:a16="http://schemas.microsoft.com/office/drawing/2014/main" id="{9CFA496B-AFA5-4F63-DA8C-9E47B190C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688" y="1328974"/>
            <a:ext cx="7076888" cy="115415"/>
          </a:xfrm>
          <a:prstGeom prst="rect">
            <a:avLst/>
          </a:prstGeom>
          <a:solidFill>
            <a:srgbClr val="FFFF00"/>
          </a:solidFill>
          <a:ln w="6350" algn="ctr">
            <a:solidFill>
              <a:srgbClr val="000000"/>
            </a:solidFill>
            <a:miter lim="800000"/>
            <a:headEnd/>
            <a:tailEnd/>
          </a:ln>
        </p:spPr>
        <p:txBody>
          <a:bodyPr lIns="121804" tIns="60900" rIns="121804" bIns="60900" anchor="ctr"/>
          <a:lstStyle/>
          <a:p>
            <a:pPr algn="ctr" defTabSz="609570">
              <a:spcBef>
                <a:spcPct val="0"/>
              </a:spcBef>
            </a:pPr>
            <a:endParaRPr lang="en-US" sz="1200" kern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CFC7899C-7FF1-A0A2-9599-366C2F8BE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321" y="1348851"/>
            <a:ext cx="85405" cy="779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09570"/>
            <a:endParaRPr lang="en-US">
              <a:solidFill>
                <a:srgbClr val="4B4B4B"/>
              </a:solidFill>
              <a:latin typeface="Calibri"/>
            </a:endParaRPr>
          </a:p>
        </p:txBody>
      </p:sp>
      <p:sp>
        <p:nvSpPr>
          <p:cNvPr id="65" name="Rectangle 135">
            <a:extLst>
              <a:ext uri="{FF2B5EF4-FFF2-40B4-BE49-F238E27FC236}">
                <a16:creationId xmlns:a16="http://schemas.microsoft.com/office/drawing/2014/main" id="{F68EE149-61F8-568D-5F85-90A16431C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910" y="1313520"/>
            <a:ext cx="276955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algn="ctr" defTabSz="914332">
              <a:defRPr/>
            </a:pPr>
            <a:r>
              <a:rPr lang="en-US" sz="1000" b="1" kern="0" dirty="0">
                <a:solidFill>
                  <a:srgbClr val="000000"/>
                </a:solidFill>
                <a:latin typeface="Calibri"/>
                <a:cs typeface="Arial" charset="0"/>
              </a:rPr>
              <a:t>DSR 400G</a:t>
            </a:r>
            <a:r>
              <a:rPr lang="en-US" sz="1000" kern="0" dirty="0">
                <a:solidFill>
                  <a:srgbClr val="000000"/>
                </a:solidFill>
                <a:latin typeface="Calibri"/>
                <a:cs typeface="Arial" charset="0"/>
              </a:rPr>
              <a:t> Top Connection</a:t>
            </a:r>
            <a:endParaRPr lang="en-US" sz="1000" i="1" kern="0" dirty="0">
              <a:solidFill>
                <a:prstClr val="black"/>
              </a:solidFill>
              <a:latin typeface="Calibri"/>
              <a:cs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C105B4E-827E-2955-F147-D8416BB72BEE}"/>
              </a:ext>
            </a:extLst>
          </p:cNvPr>
          <p:cNvCxnSpPr>
            <a:cxnSpLocks/>
            <a:stCxn id="61" idx="3"/>
            <a:endCxn id="70" idx="6"/>
          </p:cNvCxnSpPr>
          <p:nvPr/>
        </p:nvCxnSpPr>
        <p:spPr>
          <a:xfrm flipH="1">
            <a:off x="928804" y="1061405"/>
            <a:ext cx="1430986" cy="11421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72E11B8-CFDE-DCE4-21CB-0DA36701A691}"/>
              </a:ext>
            </a:extLst>
          </p:cNvPr>
          <p:cNvSpPr>
            <a:spLocks noChangeAspect="1"/>
          </p:cNvSpPr>
          <p:nvPr/>
        </p:nvSpPr>
        <p:spPr>
          <a:xfrm>
            <a:off x="469965" y="982884"/>
            <a:ext cx="458839" cy="179883"/>
          </a:xfrm>
          <a:prstGeom prst="ellipse">
            <a:avLst/>
          </a:prstGeom>
          <a:solidFill>
            <a:srgbClr val="99FF99"/>
          </a:solidFill>
          <a:ln w="9525" cap="flat" cmpd="sng" algn="ctr">
            <a:solidFill>
              <a:srgbClr val="DEC132">
                <a:lumMod val="60000"/>
                <a:lumOff val="4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891"/>
            <a:endParaRPr lang="en-US" sz="751" b="1">
              <a:solidFill>
                <a:srgbClr val="000000"/>
              </a:solidFill>
              <a:latin typeface="Arial"/>
              <a:ea typeface="Verdana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015FBE9-03BA-5C88-250F-10AA7C6277F9}"/>
              </a:ext>
            </a:extLst>
          </p:cNvPr>
          <p:cNvCxnSpPr>
            <a:cxnSpLocks/>
            <a:stCxn id="70" idx="4"/>
            <a:endCxn id="501" idx="0"/>
          </p:cNvCxnSpPr>
          <p:nvPr/>
        </p:nvCxnSpPr>
        <p:spPr>
          <a:xfrm flipH="1">
            <a:off x="607071" y="1162767"/>
            <a:ext cx="92314" cy="901284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rgbClr val="FFC000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6C12EC5-FE36-8DC7-E569-9618FF5267B2}"/>
              </a:ext>
            </a:extLst>
          </p:cNvPr>
          <p:cNvCxnSpPr>
            <a:cxnSpLocks/>
            <a:stCxn id="64" idx="3"/>
            <a:endCxn id="43" idx="0"/>
          </p:cNvCxnSpPr>
          <p:nvPr/>
        </p:nvCxnSpPr>
        <p:spPr>
          <a:xfrm flipH="1">
            <a:off x="1682641" y="1415418"/>
            <a:ext cx="801187" cy="337486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CF715E9-0AF9-FD93-80D8-886E6168B876}"/>
              </a:ext>
            </a:extLst>
          </p:cNvPr>
          <p:cNvCxnSpPr/>
          <p:nvPr/>
        </p:nvCxnSpPr>
        <p:spPr>
          <a:xfrm>
            <a:off x="2622459" y="1444389"/>
            <a:ext cx="0" cy="385443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EB5478-2EEB-76BE-D6A8-6B92CD54AD37}"/>
              </a:ext>
            </a:extLst>
          </p:cNvPr>
          <p:cNvCxnSpPr>
            <a:cxnSpLocks/>
          </p:cNvCxnSpPr>
          <p:nvPr/>
        </p:nvCxnSpPr>
        <p:spPr>
          <a:xfrm>
            <a:off x="2842617" y="1061405"/>
            <a:ext cx="0" cy="297100"/>
          </a:xfrm>
          <a:prstGeom prst="straightConnector1">
            <a:avLst/>
          </a:prstGeom>
          <a:ln w="3175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D5C2C-C274-F65F-E4E1-53E9293567CE}"/>
              </a:ext>
            </a:extLst>
          </p:cNvPr>
          <p:cNvCxnSpPr>
            <a:cxnSpLocks/>
            <a:stCxn id="43" idx="2"/>
            <a:endCxn id="746" idx="0"/>
          </p:cNvCxnSpPr>
          <p:nvPr/>
        </p:nvCxnSpPr>
        <p:spPr>
          <a:xfrm>
            <a:off x="1682641" y="1923894"/>
            <a:ext cx="0" cy="110030"/>
          </a:xfrm>
          <a:prstGeom prst="straightConnector1">
            <a:avLst/>
          </a:prstGeom>
          <a:ln w="15875" cap="rnd" cmpd="sng">
            <a:solidFill>
              <a:schemeClr val="tx1">
                <a:lumMod val="60000"/>
                <a:lumOff val="40000"/>
              </a:schemeClr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631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1">
      <a:dk1>
        <a:srgbClr val="4B4B4B"/>
      </a:dk1>
      <a:lt1>
        <a:srgbClr val="FFFFFF"/>
      </a:lt1>
      <a:dk2>
        <a:srgbClr val="004B7D"/>
      </a:dk2>
      <a:lt2>
        <a:srgbClr val="00CCFF"/>
      </a:lt2>
      <a:accent1>
        <a:srgbClr val="4B87CC"/>
      </a:accent1>
      <a:accent2>
        <a:srgbClr val="AF3333"/>
      </a:accent2>
      <a:accent3>
        <a:srgbClr val="4B994B"/>
      </a:accent3>
      <a:accent4>
        <a:srgbClr val="664B97"/>
      </a:accent4>
      <a:accent5>
        <a:srgbClr val="FFAF00"/>
      </a:accent5>
      <a:accent6>
        <a:srgbClr val="971919"/>
      </a:accent6>
      <a:hlink>
        <a:srgbClr val="004B7D"/>
      </a:hlink>
      <a:folHlink>
        <a:srgbClr val="6666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5400" cap="rnd" cmpd="sng">
          <a:solidFill>
            <a:schemeClr val="tx1">
              <a:lumMod val="60000"/>
              <a:lumOff val="4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7295cc1-d279-42ac-ab4d-3b0f4fece050}" enabled="1" method="Standard" siteId="{a19f121d-81e1-4858-a9d8-736e267fd4c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868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Consolas</vt:lpstr>
      <vt:lpstr>Corbel</vt:lpstr>
      <vt:lpstr>Open Sans Medium</vt:lpstr>
      <vt:lpstr>Roboto</vt:lpstr>
      <vt:lpstr>Roboto Slab Light</vt:lpstr>
      <vt:lpstr>Verdana</vt:lpstr>
      <vt:lpstr>Wingdings</vt:lpstr>
      <vt:lpstr>1_Office Theme</vt:lpstr>
      <vt:lpstr>TAPI modelling of ZR/ZR+ on line side</vt:lpstr>
      <vt:lpstr>Optical Pluggable Module</vt:lpstr>
      <vt:lpstr>Extract from TR-547 v3.3 and discussions</vt:lpstr>
      <vt:lpstr>Modelling enhancements</vt:lpstr>
      <vt:lpstr>OIF-400ZR 400GBASE-R</vt:lpstr>
      <vt:lpstr>Extract from TR-547 v3.3 and discussions</vt:lpstr>
      <vt:lpstr>If we retain this approach…</vt:lpstr>
      <vt:lpstr>4 x 100G multiplexed and carried over a ZR400 payload</vt:lpstr>
      <vt:lpstr>400G carried over a ZR400 payload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Roshan</dc:creator>
  <cp:lastModifiedBy>Joyce, Roshan</cp:lastModifiedBy>
  <cp:revision>2</cp:revision>
  <dcterms:created xsi:type="dcterms:W3CDTF">2026-01-21T09:52:00Z</dcterms:created>
  <dcterms:modified xsi:type="dcterms:W3CDTF">2026-06-02T14:50:32Z</dcterms:modified>
</cp:coreProperties>
</file>