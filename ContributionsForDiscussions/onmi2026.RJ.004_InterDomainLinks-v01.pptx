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79" r:id="rId2"/>
    <p:sldId id="2885" r:id="rId3"/>
    <p:sldId id="2888" r:id="rId4"/>
    <p:sldId id="2892" r:id="rId5"/>
    <p:sldId id="2890" r:id="rId6"/>
    <p:sldId id="2895" r:id="rId7"/>
    <p:sldId id="2894" r:id="rId8"/>
    <p:sldId id="28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20A705-0501-FC0D-5AC6-7E0FA46852D1}" name="Joyce, Roshan" initials="RJ" userId="Joyce, Roshan" providerId="None"/>
  <p188:author id="{4F1D9FCC-6859-8DA7-199B-0BA426989C32}" name="Kuroiwa, Reiko/黒岩 玲子" initials="玲黒" userId="S::kuroiwa.reiko@jp.fujitsu.com::b0aa5149-4cc0-4197-ba9c-ebc426db5c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2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, Roshan" userId="42de0764-d99f-4bc9-bb91-484b45138fac" providerId="ADAL" clId="{0B41308D-1E7A-4A1E-8051-7568DAC0FC05}"/>
    <pc:docChg chg="modSld">
      <pc:chgData name="Joyce, Roshan" userId="42de0764-d99f-4bc9-bb91-484b45138fac" providerId="ADAL" clId="{0B41308D-1E7A-4A1E-8051-7568DAC0FC05}" dt="2026-07-06T09:44:25.302" v="145" actId="14100"/>
      <pc:docMkLst>
        <pc:docMk/>
      </pc:docMkLst>
      <pc:sldChg chg="modSp mod">
        <pc:chgData name="Joyce, Roshan" userId="42de0764-d99f-4bc9-bb91-484b45138fac" providerId="ADAL" clId="{0B41308D-1E7A-4A1E-8051-7568DAC0FC05}" dt="2026-07-06T09:44:25.302" v="145" actId="14100"/>
        <pc:sldMkLst>
          <pc:docMk/>
          <pc:sldMk cId="788237315" sldId="2891"/>
        </pc:sldMkLst>
        <pc:spChg chg="mod">
          <ac:chgData name="Joyce, Roshan" userId="42de0764-d99f-4bc9-bb91-484b45138fac" providerId="ADAL" clId="{0B41308D-1E7A-4A1E-8051-7568DAC0FC05}" dt="2026-07-06T09:44:19.679" v="144" actId="20577"/>
          <ac:spMkLst>
            <pc:docMk/>
            <pc:sldMk cId="788237315" sldId="2891"/>
            <ac:spMk id="6" creationId="{E111BADA-152E-3C99-07DD-7FADD4D5898D}"/>
          </ac:spMkLst>
        </pc:spChg>
        <pc:cxnChg chg="mod">
          <ac:chgData name="Joyce, Roshan" userId="42de0764-d99f-4bc9-bb91-484b45138fac" providerId="ADAL" clId="{0B41308D-1E7A-4A1E-8051-7568DAC0FC05}" dt="2026-07-06T09:44:25.302" v="145" actId="14100"/>
          <ac:cxnSpMkLst>
            <pc:docMk/>
            <pc:sldMk cId="788237315" sldId="2891"/>
            <ac:cxnSpMk id="11" creationId="{F753E97E-1201-ABAF-3669-0C45C4637A5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1BE1-1431-4BFE-A849-1535613589EA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FD8EC-A77E-4EE0-9C07-497533650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86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0"/>
            <a:ext cx="11192891" cy="6408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Google Shape;67;p9">
            <a:extLst>
              <a:ext uri="{FF2B5EF4-FFF2-40B4-BE49-F238E27FC236}">
                <a16:creationId xmlns:a16="http://schemas.microsoft.com/office/drawing/2014/main" id="{99EA20D6-D00B-613C-670A-4889133282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4220A505-5C03-4EB0-F7D5-ECBB315F6C2F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03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346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2EF3DB-A4DA-1D25-85B5-512AD3B62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92405"/>
            <a:ext cx="11180191" cy="5118929"/>
          </a:xfrm>
        </p:spPr>
        <p:txBody>
          <a:bodyPr/>
          <a:lstStyle>
            <a:lvl1pPr>
              <a:lnSpc>
                <a:spcPts val="4000"/>
              </a:lnSpc>
              <a:defRPr/>
            </a:lvl1pPr>
            <a:lvl2pPr>
              <a:lnSpc>
                <a:spcPts val="3467"/>
              </a:lnSpc>
              <a:defRPr/>
            </a:lvl2pPr>
            <a:lvl3pPr>
              <a:lnSpc>
                <a:spcPts val="3200"/>
              </a:lnSpc>
              <a:buClr>
                <a:schemeClr val="bg2"/>
              </a:buClr>
              <a:defRPr/>
            </a:lvl3pPr>
            <a:lvl4pPr>
              <a:lnSpc>
                <a:spcPts val="2933"/>
              </a:lnSpc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Google Shape;87;p12">
            <a:extLst>
              <a:ext uri="{FF2B5EF4-FFF2-40B4-BE49-F238E27FC236}">
                <a16:creationId xmlns:a16="http://schemas.microsoft.com/office/drawing/2014/main" id="{C214E2D6-49E6-779F-B77B-B4BB4F35ACF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67;p9">
            <a:extLst>
              <a:ext uri="{FF2B5EF4-FFF2-40B4-BE49-F238E27FC236}">
                <a16:creationId xmlns:a16="http://schemas.microsoft.com/office/drawing/2014/main" id="{F8A8CCF3-1672-6896-2590-CDB4875EB2A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045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39992310-2A65-5CC1-38BE-27702551CF41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C99595D1-66C4-7173-5A28-2E5B42F7E60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36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1"/>
            <a:ext cx="11301589" cy="656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391F44D2-3E7A-9664-F185-72D3B236B0D4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Google Shape;67;p9">
            <a:extLst>
              <a:ext uri="{FF2B5EF4-FFF2-40B4-BE49-F238E27FC236}">
                <a16:creationId xmlns:a16="http://schemas.microsoft.com/office/drawing/2014/main" id="{22A92A4E-5254-7342-1950-9CC5E47865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90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12">
            <a:extLst>
              <a:ext uri="{FF2B5EF4-FFF2-40B4-BE49-F238E27FC236}">
                <a16:creationId xmlns:a16="http://schemas.microsoft.com/office/drawing/2014/main" id="{153E60C5-4855-5A77-4499-D57C2E436A4C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Google Shape;67;p9">
            <a:extLst>
              <a:ext uri="{FF2B5EF4-FFF2-40B4-BE49-F238E27FC236}">
                <a16:creationId xmlns:a16="http://schemas.microsoft.com/office/drawing/2014/main" id="{6C144D4C-47D8-4FF6-0A31-B54E805D671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48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>
            <a:spLocks noGrp="1"/>
          </p:cNvSpPr>
          <p:nvPr>
            <p:ph type="title" hasCustomPrompt="1"/>
          </p:nvPr>
        </p:nvSpPr>
        <p:spPr bwMode="gray">
          <a:xfrm>
            <a:off x="239351" y="38400"/>
            <a:ext cx="11712000" cy="624000"/>
          </a:xfrm>
        </p:spPr>
        <p:txBody>
          <a:bodyPr tIns="4572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Enter the title.</a:t>
            </a:r>
            <a:endParaRPr kumimoji="1" lang="ja-JP" altLang="en-US"/>
          </a:p>
        </p:txBody>
      </p:sp>
      <p:sp>
        <p:nvSpPr>
          <p:cNvPr id="5" name="Google Shape;87;p12">
            <a:extLst>
              <a:ext uri="{FF2B5EF4-FFF2-40B4-BE49-F238E27FC236}">
                <a16:creationId xmlns:a16="http://schemas.microsoft.com/office/drawing/2014/main" id="{FDD6E18B-E8DE-ED2C-A26C-4236EFFE4908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Google Shape;67;p9">
            <a:extLst>
              <a:ext uri="{FF2B5EF4-FFF2-40B4-BE49-F238E27FC236}">
                <a16:creationId xmlns:a16="http://schemas.microsoft.com/office/drawing/2014/main" id="{4CB9943C-C259-21C0-ABF9-2495085E2F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8733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bg>
      <p:bgPr>
        <a:solidFill>
          <a:srgbClr val="0037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575" y="1964266"/>
            <a:ext cx="6066869" cy="314090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>
              <a:defRPr lang="en-US" sz="5600">
                <a:solidFill>
                  <a:schemeClr val="lt1"/>
                </a:solidFill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lab Light"/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270" y="4539766"/>
            <a:ext cx="11057772" cy="565409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>
              <a:defRPr lang="en-US" sz="2800">
                <a:solidFill>
                  <a:schemeClr val="lt1"/>
                </a:solidFill>
              </a:defRPr>
            </a:lvl1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7" name="Google Shape;41;p5">
            <a:extLst>
              <a:ext uri="{FF2B5EF4-FFF2-40B4-BE49-F238E27FC236}">
                <a16:creationId xmlns:a16="http://schemas.microsoft.com/office/drawing/2014/main" id="{F93F80E0-4B7E-F0D9-7D0B-35912E58B7ED}"/>
              </a:ext>
            </a:extLst>
          </p:cNvPr>
          <p:cNvSpPr/>
          <p:nvPr userDrawn="1"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39;p5">
            <a:extLst>
              <a:ext uri="{FF2B5EF4-FFF2-40B4-BE49-F238E27FC236}">
                <a16:creationId xmlns:a16="http://schemas.microsoft.com/office/drawing/2014/main" id="{7F1C5F97-8C4F-CF3F-0BB0-99DED6C4DF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1083137" y="5735579"/>
            <a:ext cx="1126457" cy="11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3;p5">
            <a:extLst>
              <a:ext uri="{FF2B5EF4-FFF2-40B4-BE49-F238E27FC236}">
                <a16:creationId xmlns:a16="http://schemas.microsoft.com/office/drawing/2014/main" id="{871CCEFF-694B-7C7B-87F5-A493DDC69E79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784" y="5646707"/>
            <a:ext cx="1592899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2">
            <a:extLst>
              <a:ext uri="{FF2B5EF4-FFF2-40B4-BE49-F238E27FC236}">
                <a16:creationId xmlns:a16="http://schemas.microsoft.com/office/drawing/2014/main" id="{CA166106-0296-EBFB-0356-033E279F0C9A}"/>
              </a:ext>
            </a:extLst>
          </p:cNvPr>
          <p:cNvSpPr/>
          <p:nvPr userDrawn="1"/>
        </p:nvSpPr>
        <p:spPr>
          <a:xfrm>
            <a:off x="1" y="-1486"/>
            <a:ext cx="10838404" cy="687979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87;p12">
            <a:extLst>
              <a:ext uri="{FF2B5EF4-FFF2-40B4-BE49-F238E27FC236}">
                <a16:creationId xmlns:a16="http://schemas.microsoft.com/office/drawing/2014/main" id="{583E688F-EA1A-FA54-4886-F2EB51710E2A}"/>
              </a:ext>
            </a:extLst>
          </p:cNvPr>
          <p:cNvSpPr/>
          <p:nvPr userDrawn="1"/>
        </p:nvSpPr>
        <p:spPr>
          <a:xfrm>
            <a:off x="10456433" y="6171507"/>
            <a:ext cx="630731" cy="662400"/>
          </a:xfrm>
          <a:prstGeom prst="rect">
            <a:avLst/>
          </a:prstGeom>
          <a:solidFill>
            <a:srgbClr val="0037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861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;p3">
            <a:extLst>
              <a:ext uri="{FF2B5EF4-FFF2-40B4-BE49-F238E27FC236}">
                <a16:creationId xmlns:a16="http://schemas.microsoft.com/office/drawing/2014/main" id="{934B0409-3319-3C34-6026-1461F1D134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2367" y="2608727"/>
            <a:ext cx="3679735" cy="12123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;p3">
            <a:extLst>
              <a:ext uri="{FF2B5EF4-FFF2-40B4-BE49-F238E27FC236}">
                <a16:creationId xmlns:a16="http://schemas.microsoft.com/office/drawing/2014/main" id="{DC0017B7-1E8D-CC7D-50E7-AD719C912E31}"/>
              </a:ext>
            </a:extLst>
          </p:cNvPr>
          <p:cNvSpPr/>
          <p:nvPr userDrawn="1"/>
        </p:nvSpPr>
        <p:spPr>
          <a:xfrm>
            <a:off x="10838404" y="-12"/>
            <a:ext cx="1353600" cy="13536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22;p3">
            <a:extLst>
              <a:ext uri="{FF2B5EF4-FFF2-40B4-BE49-F238E27FC236}">
                <a16:creationId xmlns:a16="http://schemas.microsoft.com/office/drawing/2014/main" id="{183559E2-F671-7F86-6062-8181C9FFE940}"/>
              </a:ext>
            </a:extLst>
          </p:cNvPr>
          <p:cNvSpPr/>
          <p:nvPr userDrawn="1"/>
        </p:nvSpPr>
        <p:spPr>
          <a:xfrm>
            <a:off x="10838437" y="2388"/>
            <a:ext cx="1353600" cy="13536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Google Shape;23;p3">
            <a:extLst>
              <a:ext uri="{FF2B5EF4-FFF2-40B4-BE49-F238E27FC236}">
                <a16:creationId xmlns:a16="http://schemas.microsoft.com/office/drawing/2014/main" id="{7093F46D-57BC-555E-0373-B8E90B8FF330}"/>
              </a:ext>
            </a:extLst>
          </p:cNvPr>
          <p:cNvSpPr/>
          <p:nvPr userDrawn="1"/>
        </p:nvSpPr>
        <p:spPr>
          <a:xfrm rot="10800000">
            <a:off x="10836833" y="2707267"/>
            <a:ext cx="1356800" cy="1356800"/>
          </a:xfrm>
          <a:prstGeom prst="rtTriangle">
            <a:avLst/>
          </a:prstGeom>
          <a:solidFill>
            <a:srgbClr val="ACDE1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24;p3">
            <a:extLst>
              <a:ext uri="{FF2B5EF4-FFF2-40B4-BE49-F238E27FC236}">
                <a16:creationId xmlns:a16="http://schemas.microsoft.com/office/drawing/2014/main" id="{E5C61E81-5328-7383-0F81-E68A285269AD}"/>
              </a:ext>
            </a:extLst>
          </p:cNvPr>
          <p:cNvSpPr/>
          <p:nvPr userDrawn="1"/>
        </p:nvSpPr>
        <p:spPr>
          <a:xfrm>
            <a:off x="10140033" y="800"/>
            <a:ext cx="1352000" cy="135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25;p3">
            <a:extLst>
              <a:ext uri="{FF2B5EF4-FFF2-40B4-BE49-F238E27FC236}">
                <a16:creationId xmlns:a16="http://schemas.microsoft.com/office/drawing/2014/main" id="{798FB79A-1FB1-97BF-3846-ED7BA5923675}"/>
              </a:ext>
            </a:extLst>
          </p:cNvPr>
          <p:cNvSpPr/>
          <p:nvPr userDrawn="1"/>
        </p:nvSpPr>
        <p:spPr>
          <a:xfrm>
            <a:off x="10838404" y="1353621"/>
            <a:ext cx="1353600" cy="1353600"/>
          </a:xfrm>
          <a:prstGeom prst="rect">
            <a:avLst/>
          </a:prstGeom>
          <a:solidFill>
            <a:srgbClr val="12E2E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Google Shape;26;p3">
            <a:extLst>
              <a:ext uri="{FF2B5EF4-FFF2-40B4-BE49-F238E27FC236}">
                <a16:creationId xmlns:a16="http://schemas.microsoft.com/office/drawing/2014/main" id="{2EA45EB9-C657-5C13-A3BF-31E9EEF3C6F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7619" y="1554080"/>
            <a:ext cx="635133" cy="9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7;p3">
            <a:extLst>
              <a:ext uri="{FF2B5EF4-FFF2-40B4-BE49-F238E27FC236}">
                <a16:creationId xmlns:a16="http://schemas.microsoft.com/office/drawing/2014/main" id="{195DADFE-CA01-CCC6-6D19-45ACD0D5782A}"/>
              </a:ext>
            </a:extLst>
          </p:cNvPr>
          <p:cNvSpPr/>
          <p:nvPr userDrawn="1"/>
        </p:nvSpPr>
        <p:spPr>
          <a:xfrm rot="10800000">
            <a:off x="9483237" y="2396"/>
            <a:ext cx="1353600" cy="1353600"/>
          </a:xfrm>
          <a:prstGeom prst="rtTriangle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87;p12">
            <a:extLst>
              <a:ext uri="{FF2B5EF4-FFF2-40B4-BE49-F238E27FC236}">
                <a16:creationId xmlns:a16="http://schemas.microsoft.com/office/drawing/2014/main" id="{B5E9C6D4-D062-72DE-A6D1-13015E007C49}"/>
              </a:ext>
            </a:extLst>
          </p:cNvPr>
          <p:cNvSpPr/>
          <p:nvPr userDrawn="1"/>
        </p:nvSpPr>
        <p:spPr>
          <a:xfrm>
            <a:off x="0" y="-4660"/>
            <a:ext cx="9480037" cy="687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87;p12">
            <a:extLst>
              <a:ext uri="{FF2B5EF4-FFF2-40B4-BE49-F238E27FC236}">
                <a16:creationId xmlns:a16="http://schemas.microsoft.com/office/drawing/2014/main" id="{6D12DD64-8963-EDD1-E11F-41DC9D699023}"/>
              </a:ext>
            </a:extLst>
          </p:cNvPr>
          <p:cNvSpPr/>
          <p:nvPr userDrawn="1"/>
        </p:nvSpPr>
        <p:spPr>
          <a:xfrm>
            <a:off x="10456433" y="6171507"/>
            <a:ext cx="1735567" cy="66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F07BAD40-DEBD-BACC-5AF9-54404D56E45C}"/>
              </a:ext>
            </a:extLst>
          </p:cNvPr>
          <p:cNvSpPr>
            <a:spLocks noChangeAspect="1"/>
          </p:cNvSpPr>
          <p:nvPr userDrawn="1"/>
        </p:nvSpPr>
        <p:spPr>
          <a:xfrm>
            <a:off x="9481637" y="-5781"/>
            <a:ext cx="1055808" cy="1055808"/>
          </a:xfrm>
          <a:prstGeom prst="rt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168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EF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250" y="247732"/>
            <a:ext cx="11712231" cy="704467"/>
          </a:xfrm>
          <a:ln>
            <a:noFill/>
          </a:ln>
        </p:spPr>
        <p:txBody>
          <a:bodyPr/>
          <a:lstStyle>
            <a:lvl1pPr>
              <a:defRPr>
                <a:solidFill>
                  <a:srgbClr val="274E9D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1251" y="1210574"/>
            <a:ext cx="11088925" cy="4781551"/>
          </a:xfrm>
        </p:spPr>
        <p:txBody>
          <a:bodyPr/>
          <a:lstStyle>
            <a:lvl1pPr>
              <a:buSzPct val="85000"/>
              <a:defRPr>
                <a:solidFill>
                  <a:srgbClr val="595959"/>
                </a:solidFill>
              </a:defRPr>
            </a:lvl1pPr>
            <a:lvl2pPr>
              <a:buSzPct val="85000"/>
              <a:defRPr>
                <a:solidFill>
                  <a:srgbClr val="595959"/>
                </a:solidFill>
              </a:defRPr>
            </a:lvl2pPr>
            <a:lvl3pPr>
              <a:buSzPct val="85000"/>
              <a:defRPr>
                <a:solidFill>
                  <a:srgbClr val="595959"/>
                </a:solidFill>
              </a:defRPr>
            </a:lvl3pPr>
            <a:lvl4pPr>
              <a:buSzPct val="85000"/>
              <a:defRPr>
                <a:solidFill>
                  <a:srgbClr val="595959"/>
                </a:solidFill>
              </a:defRPr>
            </a:lvl4pPr>
            <a:lvl5pPr>
              <a:buSzPct val="85000"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7074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900" y="21829"/>
            <a:ext cx="10903801" cy="6946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3040"/>
            <a:ext cx="11117344" cy="4548293"/>
          </a:xfrm>
        </p:spPr>
        <p:txBody>
          <a:bodyPr/>
          <a:lstStyle>
            <a:lvl3pPr>
              <a:buClr>
                <a:schemeClr val="bg2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4673600" y="646802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C921E2DF-5279-024C-809C-CD16853F95A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2721" y="716491"/>
            <a:ext cx="10897979" cy="57018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9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stlye</a:t>
            </a:r>
          </a:p>
        </p:txBody>
      </p:sp>
    </p:spTree>
    <p:extLst>
      <p:ext uri="{BB962C8B-B14F-4D97-AF65-F5344CB8AC3E}">
        <p14:creationId xmlns:p14="http://schemas.microsoft.com/office/powerpoint/2010/main" val="395055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707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40"/>
            <a:ext cx="9144000" cy="1655761"/>
          </a:xfrm>
        </p:spPr>
        <p:txBody>
          <a:bodyPr/>
          <a:lstStyle>
            <a:lvl1pPr marL="0" indent="0" algn="ctr">
              <a:buNone/>
              <a:defRPr sz="2283"/>
            </a:lvl1pPr>
            <a:lvl2pPr marL="434817" indent="0" algn="ctr">
              <a:buNone/>
              <a:defRPr sz="1903"/>
            </a:lvl2pPr>
            <a:lvl3pPr marL="869634" indent="0" algn="ctr">
              <a:buNone/>
              <a:defRPr sz="1712"/>
            </a:lvl3pPr>
            <a:lvl4pPr marL="1304451" indent="0" algn="ctr">
              <a:buNone/>
              <a:defRPr sz="1521"/>
            </a:lvl4pPr>
            <a:lvl5pPr marL="1739270" indent="0" algn="ctr">
              <a:buNone/>
              <a:defRPr sz="1521"/>
            </a:lvl5pPr>
            <a:lvl6pPr marL="2174087" indent="0" algn="ctr">
              <a:buNone/>
              <a:defRPr sz="1521"/>
            </a:lvl6pPr>
            <a:lvl7pPr marL="2608904" indent="0" algn="ctr">
              <a:buNone/>
              <a:defRPr sz="1521"/>
            </a:lvl7pPr>
            <a:lvl8pPr marL="3043721" indent="0" algn="ctr">
              <a:buNone/>
              <a:defRPr sz="1521"/>
            </a:lvl8pPr>
            <a:lvl9pPr marL="3478540" indent="0" algn="ctr">
              <a:buNone/>
              <a:defRPr sz="1521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F3F1-5DA2-4699-856E-26E7AA5562C8}" type="datetimeFigureOut">
              <a:rPr lang="es-ES" smtClean="0"/>
              <a:t>06/07/2026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AB957-159B-4035-BC7E-F71205BB5C4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87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4503" y="-3311"/>
            <a:ext cx="11569525" cy="6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0"/>
            <a:ext cx="11362267" cy="454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9585" marR="0" lvl="0" indent="-45718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 Medium"/>
              <a:buChar char="●"/>
            </a:pPr>
            <a:r>
              <a:rPr lang="en-US"/>
              <a:t>Click to edit Master text styles</a:t>
            </a:r>
          </a:p>
          <a:p>
            <a:pPr marL="1219170" marR="0" lvl="1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○"/>
            </a:pPr>
            <a:r>
              <a:rPr lang="en-US"/>
              <a:t>Second level</a:t>
            </a:r>
          </a:p>
          <a:p>
            <a:pPr marL="1828754" marR="0" lvl="2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■"/>
            </a:pPr>
            <a:r>
              <a:rPr lang="en-US"/>
              <a:t>Third level</a:t>
            </a:r>
          </a:p>
          <a:p>
            <a:pPr marL="2438339" marR="0" lvl="3" indent="-42332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 Medium"/>
              <a:buChar char="●"/>
            </a:pPr>
            <a:r>
              <a:rPr lang="en-US"/>
              <a:t>Fourth level</a:t>
            </a:r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9D0A498-6D31-1843-3EF5-14C5F6CF58FC}"/>
              </a:ext>
            </a:extLst>
          </p:cNvPr>
          <p:cNvSpPr txBox="1">
            <a:spLocks/>
          </p:cNvSpPr>
          <p:nvPr userDrawn="1"/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defPPr>
              <a:defRPr lang="en-US"/>
            </a:defPPr>
            <a:lvl1pPr marL="0" lvl="0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457200" lvl="1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914400" lvl="2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371600" lvl="3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828800" lvl="4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286000" lvl="5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743200" lvl="6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200400" lvl="7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3657600" lvl="8" algn="r" defTabSz="457200" rtl="0" eaLnBrk="1" latinLnBrk="0" hangingPunct="1">
              <a:buNone/>
              <a:defRPr sz="1000" kern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z="1333" smtClean="0"/>
              <a:pPr/>
              <a:t>‹#›</a:t>
            </a:fld>
            <a:endParaRPr lang="en" sz="1333"/>
          </a:p>
        </p:txBody>
      </p:sp>
      <p:pic>
        <p:nvPicPr>
          <p:cNvPr id="9" name="Google Shape;67;p9">
            <a:extLst>
              <a:ext uri="{FF2B5EF4-FFF2-40B4-BE49-F238E27FC236}">
                <a16:creationId xmlns:a16="http://schemas.microsoft.com/office/drawing/2014/main" id="{092BF42D-258B-2263-4DAE-BFDD22025689}"/>
              </a:ext>
            </a:extLst>
          </p:cNvPr>
          <p:cNvPicPr preferRelativeResize="0"/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770338" y="6334596"/>
            <a:ext cx="1294373" cy="4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7;p12">
            <a:extLst>
              <a:ext uri="{FF2B5EF4-FFF2-40B4-BE49-F238E27FC236}">
                <a16:creationId xmlns:a16="http://schemas.microsoft.com/office/drawing/2014/main" id="{0E78A252-016F-0950-A1BD-110416C502EE}"/>
              </a:ext>
            </a:extLst>
          </p:cNvPr>
          <p:cNvSpPr/>
          <p:nvPr userDrawn="1"/>
        </p:nvSpPr>
        <p:spPr>
          <a:xfrm>
            <a:off x="0" y="0"/>
            <a:ext cx="12192000" cy="662400"/>
          </a:xfrm>
          <a:prstGeom prst="rect">
            <a:avLst/>
          </a:prstGeom>
          <a:solidFill>
            <a:srgbClr val="009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300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</p:sldLayoutIdLst>
  <p:hf hdr="0" ftr="0"/>
  <p:txStyles>
    <p:titleStyle>
      <a:lvl1pPr algn="l" defTabSz="609585" rtl="0" eaLnBrk="1" latinLnBrk="0" hangingPunct="1">
        <a:lnSpc>
          <a:spcPts val="4533"/>
        </a:lnSpc>
        <a:spcBef>
          <a:spcPct val="0"/>
        </a:spcBef>
        <a:buNone/>
        <a:defRPr lang="en-US" sz="3200" b="0" i="0" u="none" strike="noStrike" kern="1200" cap="none">
          <a:solidFill>
            <a:schemeClr val="bg1"/>
          </a:solidFill>
          <a:latin typeface="Roboto Slab Light"/>
          <a:ea typeface="Roboto Slab Light"/>
          <a:cs typeface="Roboto Slab Light"/>
          <a:sym typeface="Roboto Slab Light"/>
        </a:defRPr>
      </a:lvl1pPr>
    </p:titleStyle>
    <p:bodyStyle>
      <a:lvl1pPr marL="292601" indent="-292601" algn="l" defTabSz="609585" rtl="0" eaLnBrk="1" latinLnBrk="0" hangingPunct="1">
        <a:lnSpc>
          <a:spcPts val="40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1pPr>
      <a:lvl2pPr marL="548626" indent="-243834" algn="l" defTabSz="609585" rtl="0" eaLnBrk="1" latinLnBrk="0" hangingPunct="1">
        <a:lnSpc>
          <a:spcPts val="3467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2pPr>
      <a:lvl3pPr marL="816844" indent="-243834" algn="l" defTabSz="609585" rtl="0" eaLnBrk="1" latinLnBrk="0" hangingPunct="1">
        <a:lnSpc>
          <a:spcPts val="3200"/>
        </a:lnSpc>
        <a:spcBef>
          <a:spcPts val="1067"/>
        </a:spcBef>
        <a:buClr>
          <a:schemeClr val="bg2"/>
        </a:buClr>
        <a:buSzPct val="85000"/>
        <a:buFont typeface="Arial"/>
        <a:buChar char="•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3pPr>
      <a:lvl4pPr marL="1024102" indent="-219451" algn="l" defTabSz="609585" rtl="0" eaLnBrk="1" latinLnBrk="0" hangingPunct="1">
        <a:lnSpc>
          <a:spcPts val="2933"/>
        </a:lnSpc>
        <a:spcBef>
          <a:spcPts val="1067"/>
        </a:spcBef>
        <a:buClr>
          <a:schemeClr val="accent5"/>
        </a:buClr>
        <a:buSzPct val="60000"/>
        <a:buFont typeface="Wingdings" charset="2"/>
        <a:buChar char="§"/>
        <a:defRPr lang="en-US" sz="1867" b="0" i="0" u="none" strike="noStrike" kern="1200" cap="none">
          <a:solidFill>
            <a:schemeClr val="tx1"/>
          </a:solidFill>
          <a:latin typeface="Open Sans Medium"/>
          <a:ea typeface="Open Sans Medium"/>
          <a:cs typeface="Open Sans Medium"/>
          <a:sym typeface="Arial"/>
        </a:defRPr>
      </a:lvl4pPr>
      <a:lvl5pPr marL="1219170" indent="-182875" algn="l" defTabSz="609585" rtl="0" eaLnBrk="1" latinLnBrk="0" hangingPunct="1">
        <a:spcBef>
          <a:spcPts val="1067"/>
        </a:spcBef>
        <a:buClr>
          <a:schemeClr val="bg2"/>
        </a:buClr>
        <a:buSzPct val="85000"/>
        <a:buFont typeface="Arial"/>
        <a:buChar char="•"/>
        <a:defRPr sz="2400" kern="1200">
          <a:solidFill>
            <a:srgbClr val="595959"/>
          </a:solidFill>
          <a:latin typeface="Corbel"/>
          <a:ea typeface="+mn-ea"/>
          <a:cs typeface="Corbe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3255BF-9D6F-3E12-8909-F2F16C5AD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270" y="1398858"/>
            <a:ext cx="6066869" cy="31409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3600">
                <a:latin typeface="Arial" panose="020B0604020202020204" pitchFamily="34" charset="0"/>
                <a:cs typeface="Arial" panose="020B0604020202020204" pitchFamily="34" charset="0"/>
              </a:rPr>
              <a:t>Conveying optical impairment and power capability information on inter-domain </a:t>
            </a:r>
            <a:br>
              <a:rPr lang="en-IN" sz="36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3600">
                <a:latin typeface="Arial" panose="020B0604020202020204" pitchFamily="34" charset="0"/>
                <a:cs typeface="Arial" panose="020B0604020202020204" pitchFamily="34" charset="0"/>
              </a:rPr>
              <a:t>OMS/OTS Links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8A03574-BB55-7532-1B25-4A49C376E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br>
              <a:rPr lang="en-IN" sz="1800"/>
            </a:br>
            <a:r>
              <a:rPr lang="en-IN" sz="1800"/>
              <a:t>1FINITY INC</a:t>
            </a:r>
          </a:p>
        </p:txBody>
      </p:sp>
    </p:spTree>
    <p:extLst>
      <p:ext uri="{BB962C8B-B14F-4D97-AF65-F5344CB8AC3E}">
        <p14:creationId xmlns:p14="http://schemas.microsoft.com/office/powerpoint/2010/main" val="200594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C9CB4F-8B0D-1CF6-EAA8-5CE976C9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Inter-domain Links</a:t>
            </a:r>
            <a:r>
              <a:rPr lang="ja-JP" altLang="en-US"/>
              <a:t> </a:t>
            </a:r>
            <a:r>
              <a:rPr lang="en-US" altLang="ja-JP"/>
              <a:t>1 – Hierarchical Controllers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444E79-4835-44A5-B7A8-ABA10A55DE58}"/>
              </a:ext>
            </a:extLst>
          </p:cNvPr>
          <p:cNvSpPr/>
          <p:nvPr/>
        </p:nvSpPr>
        <p:spPr>
          <a:xfrm>
            <a:off x="5134856" y="1094643"/>
            <a:ext cx="1574800" cy="43815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Orchestrator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76B427-FAC1-ADB5-891D-498ED80E1C45}"/>
              </a:ext>
            </a:extLst>
          </p:cNvPr>
          <p:cNvSpPr/>
          <p:nvPr/>
        </p:nvSpPr>
        <p:spPr>
          <a:xfrm>
            <a:off x="5134856" y="2019300"/>
            <a:ext cx="1574800" cy="4381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Top Controller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1D3C001C-D370-92DC-DAF9-E0AB41DC615B}"/>
              </a:ext>
            </a:extLst>
          </p:cNvPr>
          <p:cNvSpPr/>
          <p:nvPr/>
        </p:nvSpPr>
        <p:spPr>
          <a:xfrm>
            <a:off x="755650" y="4413250"/>
            <a:ext cx="2863850" cy="12446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B95BA5A-C99F-6FD6-3132-884A4BDB3E87}"/>
              </a:ext>
            </a:extLst>
          </p:cNvPr>
          <p:cNvSpPr/>
          <p:nvPr/>
        </p:nvSpPr>
        <p:spPr>
          <a:xfrm>
            <a:off x="4493941" y="4413250"/>
            <a:ext cx="2863850" cy="1244600"/>
          </a:xfrm>
          <a:prstGeom prst="cloud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3D67B64B-D675-EA80-9289-556E3E52C8EA}"/>
              </a:ext>
            </a:extLst>
          </p:cNvPr>
          <p:cNvSpPr/>
          <p:nvPr/>
        </p:nvSpPr>
        <p:spPr>
          <a:xfrm>
            <a:off x="8324850" y="4413250"/>
            <a:ext cx="3111500" cy="12446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7479CD-4773-4DBB-49E6-151115768E04}"/>
              </a:ext>
            </a:extLst>
          </p:cNvPr>
          <p:cNvSpPr/>
          <p:nvPr/>
        </p:nvSpPr>
        <p:spPr>
          <a:xfrm>
            <a:off x="4921250" y="3320318"/>
            <a:ext cx="2006600" cy="4381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Domain Controller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EC1B5-8146-A777-7C92-BA6FCB580182}"/>
              </a:ext>
            </a:extLst>
          </p:cNvPr>
          <p:cNvSpPr/>
          <p:nvPr/>
        </p:nvSpPr>
        <p:spPr>
          <a:xfrm>
            <a:off x="3067050" y="465455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6FE5C4-3811-2F81-B31E-3854258B2BA4}"/>
              </a:ext>
            </a:extLst>
          </p:cNvPr>
          <p:cNvSpPr/>
          <p:nvPr/>
        </p:nvSpPr>
        <p:spPr>
          <a:xfrm>
            <a:off x="2082800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8DCC1D-9DD5-13AB-66CB-047A4D80A1BF}"/>
              </a:ext>
            </a:extLst>
          </p:cNvPr>
          <p:cNvSpPr/>
          <p:nvPr/>
        </p:nvSpPr>
        <p:spPr>
          <a:xfrm>
            <a:off x="1001713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CE5D44-693B-87DD-2C96-AB608E7966BB}"/>
              </a:ext>
            </a:extLst>
          </p:cNvPr>
          <p:cNvSpPr/>
          <p:nvPr/>
        </p:nvSpPr>
        <p:spPr>
          <a:xfrm>
            <a:off x="8229600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AF2B38-7F27-14C8-66AB-73632179FF4C}"/>
              </a:ext>
            </a:extLst>
          </p:cNvPr>
          <p:cNvSpPr/>
          <p:nvPr/>
        </p:nvSpPr>
        <p:spPr>
          <a:xfrm>
            <a:off x="9372600" y="4654549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045435-86B8-9725-B09E-49686AFCFFE8}"/>
              </a:ext>
            </a:extLst>
          </p:cNvPr>
          <p:cNvSpPr/>
          <p:nvPr/>
        </p:nvSpPr>
        <p:spPr>
          <a:xfrm>
            <a:off x="10515600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E840B9-71B4-B2CE-9A95-FF5E663908C4}"/>
              </a:ext>
            </a:extLst>
          </p:cNvPr>
          <p:cNvSpPr/>
          <p:nvPr/>
        </p:nvSpPr>
        <p:spPr>
          <a:xfrm>
            <a:off x="4445000" y="4651374"/>
            <a:ext cx="768350" cy="7556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F5DE28-2A95-38ED-CFD0-1CDA6840599F}"/>
              </a:ext>
            </a:extLst>
          </p:cNvPr>
          <p:cNvSpPr/>
          <p:nvPr/>
        </p:nvSpPr>
        <p:spPr>
          <a:xfrm>
            <a:off x="6723062" y="4654549"/>
            <a:ext cx="768350" cy="7556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CF2951-0F16-32E9-0E05-9AB20279FF64}"/>
              </a:ext>
            </a:extLst>
          </p:cNvPr>
          <p:cNvCxnSpPr>
            <a:stCxn id="12" idx="3"/>
            <a:endCxn id="31" idx="1"/>
          </p:cNvCxnSpPr>
          <p:nvPr/>
        </p:nvCxnSpPr>
        <p:spPr>
          <a:xfrm flipV="1">
            <a:off x="3835400" y="5029199"/>
            <a:ext cx="609600" cy="3176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1C2018-53A6-6E12-5446-DC3E38C6138C}"/>
              </a:ext>
            </a:extLst>
          </p:cNvPr>
          <p:cNvCxnSpPr>
            <a:stCxn id="32" idx="3"/>
            <a:endCxn id="17" idx="1"/>
          </p:cNvCxnSpPr>
          <p:nvPr/>
        </p:nvCxnSpPr>
        <p:spPr>
          <a:xfrm>
            <a:off x="7491412" y="5032374"/>
            <a:ext cx="738188" cy="635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90C98E3-5CCA-E545-2E00-29AA6EDDC326}"/>
              </a:ext>
            </a:extLst>
          </p:cNvPr>
          <p:cNvSpPr txBox="1"/>
          <p:nvPr/>
        </p:nvSpPr>
        <p:spPr>
          <a:xfrm>
            <a:off x="3969332" y="504721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L1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8C8DF1-050A-2618-1495-6D2DE849624C}"/>
              </a:ext>
            </a:extLst>
          </p:cNvPr>
          <p:cNvSpPr txBox="1"/>
          <p:nvPr/>
        </p:nvSpPr>
        <p:spPr>
          <a:xfrm>
            <a:off x="7666328" y="504721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L2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80D60D3-AFB9-5A00-CB2E-2B05477A548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5922256" y="1532793"/>
            <a:ext cx="0" cy="486507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1619B5B-CD2F-51CA-8DC0-96EBAA4B4EDC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5922256" y="2457450"/>
            <a:ext cx="2294" cy="862868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CAFDE10-A645-F774-47FF-A7FC5E92A6D3}"/>
              </a:ext>
            </a:extLst>
          </p:cNvPr>
          <p:cNvSpPr txBox="1"/>
          <p:nvPr/>
        </p:nvSpPr>
        <p:spPr>
          <a:xfrm>
            <a:off x="5922256" y="1591380"/>
            <a:ext cx="58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TAPI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372689-E306-A277-F6C6-2E4CF648C0F0}"/>
              </a:ext>
            </a:extLst>
          </p:cNvPr>
          <p:cNvSpPr txBox="1"/>
          <p:nvPr/>
        </p:nvSpPr>
        <p:spPr>
          <a:xfrm>
            <a:off x="5919962" y="2696769"/>
            <a:ext cx="58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TAPI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92E796B-3583-5491-270E-6BAE288EB519}"/>
              </a:ext>
            </a:extLst>
          </p:cNvPr>
          <p:cNvSpPr/>
          <p:nvPr/>
        </p:nvSpPr>
        <p:spPr>
          <a:xfrm>
            <a:off x="4330700" y="4794250"/>
            <a:ext cx="3335628" cy="165714"/>
          </a:xfrm>
          <a:custGeom>
            <a:avLst/>
            <a:gdLst>
              <a:gd name="csX0" fmla="*/ 0 w 3270250"/>
              <a:gd name="csY0" fmla="*/ 152400 h 152400"/>
              <a:gd name="csX1" fmla="*/ 114300 w 3270250"/>
              <a:gd name="csY1" fmla="*/ 139700 h 152400"/>
              <a:gd name="csX2" fmla="*/ 196850 w 3270250"/>
              <a:gd name="csY2" fmla="*/ 114300 h 152400"/>
              <a:gd name="csX3" fmla="*/ 330200 w 3270250"/>
              <a:gd name="csY3" fmla="*/ 107950 h 152400"/>
              <a:gd name="csX4" fmla="*/ 412750 w 3270250"/>
              <a:gd name="csY4" fmla="*/ 95250 h 152400"/>
              <a:gd name="csX5" fmla="*/ 476250 w 3270250"/>
              <a:gd name="csY5" fmla="*/ 82550 h 152400"/>
              <a:gd name="csX6" fmla="*/ 704850 w 3270250"/>
              <a:gd name="csY6" fmla="*/ 50800 h 152400"/>
              <a:gd name="csX7" fmla="*/ 1016000 w 3270250"/>
              <a:gd name="csY7" fmla="*/ 25400 h 152400"/>
              <a:gd name="csX8" fmla="*/ 1060450 w 3270250"/>
              <a:gd name="csY8" fmla="*/ 19050 h 152400"/>
              <a:gd name="csX9" fmla="*/ 1365250 w 3270250"/>
              <a:gd name="csY9" fmla="*/ 0 h 152400"/>
              <a:gd name="csX10" fmla="*/ 2063750 w 3270250"/>
              <a:gd name="csY10" fmla="*/ 6350 h 152400"/>
              <a:gd name="csX11" fmla="*/ 2197100 w 3270250"/>
              <a:gd name="csY11" fmla="*/ 12700 h 152400"/>
              <a:gd name="csX12" fmla="*/ 2330450 w 3270250"/>
              <a:gd name="csY12" fmla="*/ 31750 h 152400"/>
              <a:gd name="csX13" fmla="*/ 2393950 w 3270250"/>
              <a:gd name="csY13" fmla="*/ 50800 h 152400"/>
              <a:gd name="csX14" fmla="*/ 2578100 w 3270250"/>
              <a:gd name="csY14" fmla="*/ 57150 h 152400"/>
              <a:gd name="csX15" fmla="*/ 2743200 w 3270250"/>
              <a:gd name="csY15" fmla="*/ 76200 h 152400"/>
              <a:gd name="csX16" fmla="*/ 2876550 w 3270250"/>
              <a:gd name="csY16" fmla="*/ 82550 h 152400"/>
              <a:gd name="csX17" fmla="*/ 2914650 w 3270250"/>
              <a:gd name="csY17" fmla="*/ 95250 h 152400"/>
              <a:gd name="csX18" fmla="*/ 2946400 w 3270250"/>
              <a:gd name="csY18" fmla="*/ 101600 h 152400"/>
              <a:gd name="csX19" fmla="*/ 2997200 w 3270250"/>
              <a:gd name="csY19" fmla="*/ 114300 h 152400"/>
              <a:gd name="csX20" fmla="*/ 3054350 w 3270250"/>
              <a:gd name="csY20" fmla="*/ 133350 h 152400"/>
              <a:gd name="csX21" fmla="*/ 3168650 w 3270250"/>
              <a:gd name="csY21" fmla="*/ 139700 h 152400"/>
              <a:gd name="csX22" fmla="*/ 3187700 w 3270250"/>
              <a:gd name="csY22" fmla="*/ 146050 h 152400"/>
              <a:gd name="csX23" fmla="*/ 3270250 w 3270250"/>
              <a:gd name="csY23" fmla="*/ 1397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270250" h="152400">
                <a:moveTo>
                  <a:pt x="0" y="152400"/>
                </a:moveTo>
                <a:cubicBezTo>
                  <a:pt x="11988" y="151401"/>
                  <a:pt x="89976" y="146997"/>
                  <a:pt x="114300" y="139700"/>
                </a:cubicBezTo>
                <a:cubicBezTo>
                  <a:pt x="180329" y="119891"/>
                  <a:pt x="82685" y="125717"/>
                  <a:pt x="196850" y="114300"/>
                </a:cubicBezTo>
                <a:cubicBezTo>
                  <a:pt x="241130" y="109872"/>
                  <a:pt x="285750" y="110067"/>
                  <a:pt x="330200" y="107950"/>
                </a:cubicBezTo>
                <a:cubicBezTo>
                  <a:pt x="375451" y="92866"/>
                  <a:pt x="323455" y="108644"/>
                  <a:pt x="412750" y="95250"/>
                </a:cubicBezTo>
                <a:cubicBezTo>
                  <a:pt x="434097" y="92048"/>
                  <a:pt x="454958" y="86099"/>
                  <a:pt x="476250" y="82550"/>
                </a:cubicBezTo>
                <a:cubicBezTo>
                  <a:pt x="518657" y="75482"/>
                  <a:pt x="655131" y="55219"/>
                  <a:pt x="704850" y="50800"/>
                </a:cubicBezTo>
                <a:cubicBezTo>
                  <a:pt x="998489" y="24699"/>
                  <a:pt x="781418" y="51465"/>
                  <a:pt x="1016000" y="25400"/>
                </a:cubicBezTo>
                <a:cubicBezTo>
                  <a:pt x="1030876" y="23747"/>
                  <a:pt x="1045522" y="20136"/>
                  <a:pt x="1060450" y="19050"/>
                </a:cubicBezTo>
                <a:cubicBezTo>
                  <a:pt x="1161980" y="11666"/>
                  <a:pt x="1365250" y="0"/>
                  <a:pt x="1365250" y="0"/>
                </a:cubicBezTo>
                <a:lnTo>
                  <a:pt x="2063750" y="6350"/>
                </a:lnTo>
                <a:cubicBezTo>
                  <a:pt x="2108245" y="7029"/>
                  <a:pt x="2152800" y="8481"/>
                  <a:pt x="2197100" y="12700"/>
                </a:cubicBezTo>
                <a:cubicBezTo>
                  <a:pt x="2241799" y="16957"/>
                  <a:pt x="2330450" y="31750"/>
                  <a:pt x="2330450" y="31750"/>
                </a:cubicBezTo>
                <a:cubicBezTo>
                  <a:pt x="2346226" y="37009"/>
                  <a:pt x="2384257" y="49992"/>
                  <a:pt x="2393950" y="50800"/>
                </a:cubicBezTo>
                <a:cubicBezTo>
                  <a:pt x="2455158" y="55901"/>
                  <a:pt x="2516717" y="55033"/>
                  <a:pt x="2578100" y="57150"/>
                </a:cubicBezTo>
                <a:cubicBezTo>
                  <a:pt x="2609070" y="61021"/>
                  <a:pt x="2702916" y="73601"/>
                  <a:pt x="2743200" y="76200"/>
                </a:cubicBezTo>
                <a:cubicBezTo>
                  <a:pt x="2787608" y="79065"/>
                  <a:pt x="2832100" y="80433"/>
                  <a:pt x="2876550" y="82550"/>
                </a:cubicBezTo>
                <a:cubicBezTo>
                  <a:pt x="2889250" y="86783"/>
                  <a:pt x="2901735" y="91728"/>
                  <a:pt x="2914650" y="95250"/>
                </a:cubicBezTo>
                <a:cubicBezTo>
                  <a:pt x="2925063" y="98090"/>
                  <a:pt x="2935883" y="99173"/>
                  <a:pt x="2946400" y="101600"/>
                </a:cubicBezTo>
                <a:cubicBezTo>
                  <a:pt x="2963407" y="105525"/>
                  <a:pt x="2980455" y="109375"/>
                  <a:pt x="2997200" y="114300"/>
                </a:cubicBezTo>
                <a:cubicBezTo>
                  <a:pt x="3016465" y="119966"/>
                  <a:pt x="3034300" y="132236"/>
                  <a:pt x="3054350" y="133350"/>
                </a:cubicBezTo>
                <a:lnTo>
                  <a:pt x="3168650" y="139700"/>
                </a:lnTo>
                <a:cubicBezTo>
                  <a:pt x="3175000" y="141817"/>
                  <a:pt x="3181007" y="146050"/>
                  <a:pt x="3187700" y="146050"/>
                </a:cubicBezTo>
                <a:cubicBezTo>
                  <a:pt x="3215298" y="146050"/>
                  <a:pt x="3270250" y="139700"/>
                  <a:pt x="3270250" y="139700"/>
                </a:cubicBez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0F6BF-00F9-F764-D9B8-53C9B90BCFC9}"/>
              </a:ext>
            </a:extLst>
          </p:cNvPr>
          <p:cNvSpPr txBox="1"/>
          <p:nvPr/>
        </p:nvSpPr>
        <p:spPr>
          <a:xfrm>
            <a:off x="4146550" y="4721939"/>
            <a:ext cx="3273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A1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F4536-3726-7193-65A7-39C4A8140BA7}"/>
              </a:ext>
            </a:extLst>
          </p:cNvPr>
          <p:cNvSpPr txBox="1"/>
          <p:nvPr/>
        </p:nvSpPr>
        <p:spPr>
          <a:xfrm>
            <a:off x="7499350" y="4700429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Z1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694C53-16B6-C94C-1FE1-79E11796829D}"/>
              </a:ext>
            </a:extLst>
          </p:cNvPr>
          <p:cNvSpPr txBox="1"/>
          <p:nvPr/>
        </p:nvSpPr>
        <p:spPr>
          <a:xfrm>
            <a:off x="3752762" y="4715634"/>
            <a:ext cx="357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A1’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EB934D-094A-A8A0-D50E-469A532342CC}"/>
              </a:ext>
            </a:extLst>
          </p:cNvPr>
          <p:cNvSpPr txBox="1"/>
          <p:nvPr/>
        </p:nvSpPr>
        <p:spPr>
          <a:xfrm>
            <a:off x="7944497" y="4696265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Z1’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59A68D-2DF1-E8D0-CC60-1080DA959291}"/>
              </a:ext>
            </a:extLst>
          </p:cNvPr>
          <p:cNvSpPr txBox="1"/>
          <p:nvPr/>
        </p:nvSpPr>
        <p:spPr>
          <a:xfrm>
            <a:off x="5781520" y="4822506"/>
            <a:ext cx="4171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CS-1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B6EA09-085C-4A0F-05D8-334F71A21037}"/>
              </a:ext>
            </a:extLst>
          </p:cNvPr>
          <p:cNvSpPr txBox="1"/>
          <p:nvPr/>
        </p:nvSpPr>
        <p:spPr>
          <a:xfrm>
            <a:off x="7810654" y="983953"/>
            <a:ext cx="402706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u="sng"/>
              <a:t>Note</a:t>
            </a:r>
            <a:r>
              <a:rPr lang="en-IN" sz="1000"/>
              <a:t>: in this diagram, L1 and L2 are inter-domain links.</a:t>
            </a:r>
          </a:p>
          <a:p>
            <a:r>
              <a:rPr lang="en-IN" sz="1000"/>
              <a:t>The CS-1 in green domain is supporting a pass-through of the wavelength.</a:t>
            </a:r>
            <a:br>
              <a:rPr lang="en-IN" sz="1000"/>
            </a:br>
            <a:r>
              <a:rPr lang="en-IN" sz="1000"/>
              <a:t>It is part of an e2e service that passes through the 2 inter-domain links.</a:t>
            </a:r>
            <a:br>
              <a:rPr lang="en-IN" sz="1000"/>
            </a:br>
            <a:r>
              <a:rPr lang="en-IN" sz="1000"/>
              <a:t>There would also be simpler cases where one of the end-points of the </a:t>
            </a:r>
            <a:br>
              <a:rPr lang="en-IN" sz="1000"/>
            </a:br>
            <a:r>
              <a:rPr lang="en-IN" sz="1000"/>
              <a:t>e2e service is in the green domain itself.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5B2A6F-E352-1DBF-4948-A080D128DE03}"/>
              </a:ext>
            </a:extLst>
          </p:cNvPr>
          <p:cNvCxnSpPr>
            <a:cxnSpLocks/>
            <a:stCxn id="11" idx="2"/>
            <a:endCxn id="9" idx="3"/>
          </p:cNvCxnSpPr>
          <p:nvPr/>
        </p:nvCxnSpPr>
        <p:spPr>
          <a:xfrm>
            <a:off x="5924550" y="3758468"/>
            <a:ext cx="1316" cy="72594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6D4A28-C37B-263E-1A5D-513758AB88A2}"/>
              </a:ext>
            </a:extLst>
          </p:cNvPr>
          <p:cNvCxnSpPr>
            <a:cxnSpLocks/>
          </p:cNvCxnSpPr>
          <p:nvPr/>
        </p:nvCxnSpPr>
        <p:spPr>
          <a:xfrm flipH="1">
            <a:off x="2952750" y="2457450"/>
            <a:ext cx="2330450" cy="1955800"/>
          </a:xfrm>
          <a:prstGeom prst="line">
            <a:avLst/>
          </a:prstGeom>
          <a:ln w="25400" cap="rnd" cmpd="sng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03A565-9186-CD65-F1A7-F2C51F91D02D}"/>
              </a:ext>
            </a:extLst>
          </p:cNvPr>
          <p:cNvCxnSpPr>
            <a:cxnSpLocks/>
          </p:cNvCxnSpPr>
          <p:nvPr/>
        </p:nvCxnSpPr>
        <p:spPr>
          <a:xfrm>
            <a:off x="6508200" y="2457450"/>
            <a:ext cx="2864400" cy="2026961"/>
          </a:xfrm>
          <a:prstGeom prst="line">
            <a:avLst/>
          </a:prstGeom>
          <a:ln w="25400" cap="rnd" cmpd="sng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8BBE9C86-0DCB-1407-7984-F34F2E871FD6}"/>
              </a:ext>
            </a:extLst>
          </p:cNvPr>
          <p:cNvSpPr/>
          <p:nvPr/>
        </p:nvSpPr>
        <p:spPr>
          <a:xfrm>
            <a:off x="103836" y="4851396"/>
            <a:ext cx="768350" cy="39164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xPDR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E145384-492F-688D-18C9-9A4A3C38540F}"/>
              </a:ext>
            </a:extLst>
          </p:cNvPr>
          <p:cNvSpPr/>
          <p:nvPr/>
        </p:nvSpPr>
        <p:spPr>
          <a:xfrm>
            <a:off x="11363887" y="4838744"/>
            <a:ext cx="768350" cy="39164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xPDR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6D50A85-C863-3D76-2878-90EE0D162769}"/>
              </a:ext>
            </a:extLst>
          </p:cNvPr>
          <p:cNvSpPr/>
          <p:nvPr/>
        </p:nvSpPr>
        <p:spPr>
          <a:xfrm>
            <a:off x="753414" y="4799092"/>
            <a:ext cx="3548130" cy="165714"/>
          </a:xfrm>
          <a:custGeom>
            <a:avLst/>
            <a:gdLst>
              <a:gd name="csX0" fmla="*/ 0 w 3548130"/>
              <a:gd name="csY0" fmla="*/ 165714 h 165714"/>
              <a:gd name="csX1" fmla="*/ 206062 w 3548130"/>
              <a:gd name="csY1" fmla="*/ 159274 h 165714"/>
              <a:gd name="csX2" fmla="*/ 244699 w 3548130"/>
              <a:gd name="csY2" fmla="*/ 146395 h 165714"/>
              <a:gd name="csX3" fmla="*/ 302654 w 3548130"/>
              <a:gd name="csY3" fmla="*/ 133516 h 165714"/>
              <a:gd name="csX4" fmla="*/ 341290 w 3548130"/>
              <a:gd name="csY4" fmla="*/ 120638 h 165714"/>
              <a:gd name="csX5" fmla="*/ 418563 w 3548130"/>
              <a:gd name="csY5" fmla="*/ 101319 h 165714"/>
              <a:gd name="csX6" fmla="*/ 534473 w 3548130"/>
              <a:gd name="csY6" fmla="*/ 88440 h 165714"/>
              <a:gd name="csX7" fmla="*/ 573110 w 3548130"/>
              <a:gd name="csY7" fmla="*/ 82001 h 165714"/>
              <a:gd name="csX8" fmla="*/ 650383 w 3548130"/>
              <a:gd name="csY8" fmla="*/ 62683 h 165714"/>
              <a:gd name="csX9" fmla="*/ 869324 w 3548130"/>
              <a:gd name="csY9" fmla="*/ 49804 h 165714"/>
              <a:gd name="csX10" fmla="*/ 927279 w 3548130"/>
              <a:gd name="csY10" fmla="*/ 43364 h 165714"/>
              <a:gd name="csX11" fmla="*/ 972355 w 3548130"/>
              <a:gd name="csY11" fmla="*/ 36925 h 165714"/>
              <a:gd name="csX12" fmla="*/ 1056068 w 3548130"/>
              <a:gd name="csY12" fmla="*/ 30485 h 165714"/>
              <a:gd name="csX13" fmla="*/ 2125014 w 3548130"/>
              <a:gd name="csY13" fmla="*/ 30485 h 165714"/>
              <a:gd name="csX14" fmla="*/ 2286000 w 3548130"/>
              <a:gd name="csY14" fmla="*/ 36925 h 165714"/>
              <a:gd name="csX15" fmla="*/ 2756079 w 3548130"/>
              <a:gd name="csY15" fmla="*/ 43364 h 165714"/>
              <a:gd name="csX16" fmla="*/ 2897747 w 3548130"/>
              <a:gd name="csY16" fmla="*/ 56243 h 165714"/>
              <a:gd name="csX17" fmla="*/ 2936383 w 3548130"/>
              <a:gd name="csY17" fmla="*/ 69122 h 165714"/>
              <a:gd name="csX18" fmla="*/ 2981459 w 3548130"/>
              <a:gd name="csY18" fmla="*/ 82001 h 165714"/>
              <a:gd name="csX19" fmla="*/ 3007217 w 3548130"/>
              <a:gd name="csY19" fmla="*/ 88440 h 165714"/>
              <a:gd name="csX20" fmla="*/ 3052293 w 3548130"/>
              <a:gd name="csY20" fmla="*/ 101319 h 165714"/>
              <a:gd name="csX21" fmla="*/ 3129566 w 3548130"/>
              <a:gd name="csY21" fmla="*/ 107759 h 165714"/>
              <a:gd name="csX22" fmla="*/ 3181082 w 3548130"/>
              <a:gd name="csY22" fmla="*/ 114198 h 165714"/>
              <a:gd name="csX23" fmla="*/ 3354947 w 3548130"/>
              <a:gd name="csY23" fmla="*/ 120638 h 165714"/>
              <a:gd name="csX24" fmla="*/ 3393583 w 3548130"/>
              <a:gd name="csY24" fmla="*/ 127077 h 165714"/>
              <a:gd name="csX25" fmla="*/ 3445099 w 3548130"/>
              <a:gd name="csY25" fmla="*/ 133516 h 165714"/>
              <a:gd name="csX26" fmla="*/ 3477296 w 3548130"/>
              <a:gd name="csY26" fmla="*/ 139956 h 165714"/>
              <a:gd name="csX27" fmla="*/ 3548130 w 3548130"/>
              <a:gd name="csY27" fmla="*/ 146395 h 165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548130" h="165714">
                <a:moveTo>
                  <a:pt x="0" y="165714"/>
                </a:moveTo>
                <a:cubicBezTo>
                  <a:pt x="68687" y="163567"/>
                  <a:pt x="137554" y="164683"/>
                  <a:pt x="206062" y="159274"/>
                </a:cubicBezTo>
                <a:cubicBezTo>
                  <a:pt x="219596" y="158206"/>
                  <a:pt x="231602" y="149967"/>
                  <a:pt x="244699" y="146395"/>
                </a:cubicBezTo>
                <a:cubicBezTo>
                  <a:pt x="312149" y="128000"/>
                  <a:pt x="244789" y="150875"/>
                  <a:pt x="302654" y="133516"/>
                </a:cubicBezTo>
                <a:cubicBezTo>
                  <a:pt x="315657" y="129615"/>
                  <a:pt x="328210" y="124271"/>
                  <a:pt x="341290" y="120638"/>
                </a:cubicBezTo>
                <a:cubicBezTo>
                  <a:pt x="366872" y="113532"/>
                  <a:pt x="392279" y="105073"/>
                  <a:pt x="418563" y="101319"/>
                </a:cubicBezTo>
                <a:cubicBezTo>
                  <a:pt x="545487" y="83189"/>
                  <a:pt x="357340" y="109279"/>
                  <a:pt x="534473" y="88440"/>
                </a:cubicBezTo>
                <a:cubicBezTo>
                  <a:pt x="547440" y="86914"/>
                  <a:pt x="560388" y="84937"/>
                  <a:pt x="573110" y="82001"/>
                </a:cubicBezTo>
                <a:cubicBezTo>
                  <a:pt x="594296" y="77112"/>
                  <a:pt x="626966" y="64484"/>
                  <a:pt x="650383" y="62683"/>
                </a:cubicBezTo>
                <a:cubicBezTo>
                  <a:pt x="723274" y="57076"/>
                  <a:pt x="796665" y="57878"/>
                  <a:pt x="869324" y="49804"/>
                </a:cubicBezTo>
                <a:lnTo>
                  <a:pt x="927279" y="43364"/>
                </a:lnTo>
                <a:cubicBezTo>
                  <a:pt x="942340" y="41481"/>
                  <a:pt x="957252" y="38435"/>
                  <a:pt x="972355" y="36925"/>
                </a:cubicBezTo>
                <a:cubicBezTo>
                  <a:pt x="1000203" y="34140"/>
                  <a:pt x="1028164" y="32632"/>
                  <a:pt x="1056068" y="30485"/>
                </a:cubicBezTo>
                <a:cubicBezTo>
                  <a:pt x="1432455" y="-32243"/>
                  <a:pt x="1108465" y="19495"/>
                  <a:pt x="2125014" y="30485"/>
                </a:cubicBezTo>
                <a:cubicBezTo>
                  <a:pt x="2178716" y="31066"/>
                  <a:pt x="2232306" y="35829"/>
                  <a:pt x="2286000" y="36925"/>
                </a:cubicBezTo>
                <a:lnTo>
                  <a:pt x="2756079" y="43364"/>
                </a:lnTo>
                <a:cubicBezTo>
                  <a:pt x="2769968" y="44432"/>
                  <a:pt x="2873930" y="51480"/>
                  <a:pt x="2897747" y="56243"/>
                </a:cubicBezTo>
                <a:cubicBezTo>
                  <a:pt x="2911059" y="58905"/>
                  <a:pt x="2923213" y="65829"/>
                  <a:pt x="2936383" y="69122"/>
                </a:cubicBezTo>
                <a:cubicBezTo>
                  <a:pt x="3016961" y="89268"/>
                  <a:pt x="2916751" y="63514"/>
                  <a:pt x="2981459" y="82001"/>
                </a:cubicBezTo>
                <a:cubicBezTo>
                  <a:pt x="2989969" y="84432"/>
                  <a:pt x="2998679" y="86111"/>
                  <a:pt x="3007217" y="88440"/>
                </a:cubicBezTo>
                <a:cubicBezTo>
                  <a:pt x="3022293" y="92552"/>
                  <a:pt x="3036858" y="98882"/>
                  <a:pt x="3052293" y="101319"/>
                </a:cubicBezTo>
                <a:cubicBezTo>
                  <a:pt x="3077824" y="105350"/>
                  <a:pt x="3103847" y="105187"/>
                  <a:pt x="3129566" y="107759"/>
                </a:cubicBezTo>
                <a:cubicBezTo>
                  <a:pt x="3146786" y="109481"/>
                  <a:pt x="3163805" y="113211"/>
                  <a:pt x="3181082" y="114198"/>
                </a:cubicBezTo>
                <a:cubicBezTo>
                  <a:pt x="3238982" y="117507"/>
                  <a:pt x="3296992" y="118491"/>
                  <a:pt x="3354947" y="120638"/>
                </a:cubicBezTo>
                <a:cubicBezTo>
                  <a:pt x="3367826" y="122784"/>
                  <a:pt x="3380658" y="125231"/>
                  <a:pt x="3393583" y="127077"/>
                </a:cubicBezTo>
                <a:cubicBezTo>
                  <a:pt x="3410715" y="129524"/>
                  <a:pt x="3427995" y="130885"/>
                  <a:pt x="3445099" y="133516"/>
                </a:cubicBezTo>
                <a:cubicBezTo>
                  <a:pt x="3455917" y="135180"/>
                  <a:pt x="3466436" y="138598"/>
                  <a:pt x="3477296" y="139956"/>
                </a:cubicBezTo>
                <a:cubicBezTo>
                  <a:pt x="3500822" y="142897"/>
                  <a:pt x="3548130" y="146395"/>
                  <a:pt x="3548130" y="146395"/>
                </a:cubicBezTo>
              </a:path>
            </a:pathLst>
          </a:cu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34B69AC-E33D-DEB9-69EF-57875B154923}"/>
              </a:ext>
            </a:extLst>
          </p:cNvPr>
          <p:cNvSpPr/>
          <p:nvPr/>
        </p:nvSpPr>
        <p:spPr>
          <a:xfrm>
            <a:off x="7715250" y="4751613"/>
            <a:ext cx="3768278" cy="199365"/>
          </a:xfrm>
          <a:custGeom>
            <a:avLst/>
            <a:gdLst>
              <a:gd name="csX0" fmla="*/ 0 w 3548130"/>
              <a:gd name="csY0" fmla="*/ 165714 h 165714"/>
              <a:gd name="csX1" fmla="*/ 206062 w 3548130"/>
              <a:gd name="csY1" fmla="*/ 159274 h 165714"/>
              <a:gd name="csX2" fmla="*/ 244699 w 3548130"/>
              <a:gd name="csY2" fmla="*/ 146395 h 165714"/>
              <a:gd name="csX3" fmla="*/ 302654 w 3548130"/>
              <a:gd name="csY3" fmla="*/ 133516 h 165714"/>
              <a:gd name="csX4" fmla="*/ 341290 w 3548130"/>
              <a:gd name="csY4" fmla="*/ 120638 h 165714"/>
              <a:gd name="csX5" fmla="*/ 418563 w 3548130"/>
              <a:gd name="csY5" fmla="*/ 101319 h 165714"/>
              <a:gd name="csX6" fmla="*/ 534473 w 3548130"/>
              <a:gd name="csY6" fmla="*/ 88440 h 165714"/>
              <a:gd name="csX7" fmla="*/ 573110 w 3548130"/>
              <a:gd name="csY7" fmla="*/ 82001 h 165714"/>
              <a:gd name="csX8" fmla="*/ 650383 w 3548130"/>
              <a:gd name="csY8" fmla="*/ 62683 h 165714"/>
              <a:gd name="csX9" fmla="*/ 869324 w 3548130"/>
              <a:gd name="csY9" fmla="*/ 49804 h 165714"/>
              <a:gd name="csX10" fmla="*/ 927279 w 3548130"/>
              <a:gd name="csY10" fmla="*/ 43364 h 165714"/>
              <a:gd name="csX11" fmla="*/ 972355 w 3548130"/>
              <a:gd name="csY11" fmla="*/ 36925 h 165714"/>
              <a:gd name="csX12" fmla="*/ 1056068 w 3548130"/>
              <a:gd name="csY12" fmla="*/ 30485 h 165714"/>
              <a:gd name="csX13" fmla="*/ 2125014 w 3548130"/>
              <a:gd name="csY13" fmla="*/ 30485 h 165714"/>
              <a:gd name="csX14" fmla="*/ 2286000 w 3548130"/>
              <a:gd name="csY14" fmla="*/ 36925 h 165714"/>
              <a:gd name="csX15" fmla="*/ 2756079 w 3548130"/>
              <a:gd name="csY15" fmla="*/ 43364 h 165714"/>
              <a:gd name="csX16" fmla="*/ 2897747 w 3548130"/>
              <a:gd name="csY16" fmla="*/ 56243 h 165714"/>
              <a:gd name="csX17" fmla="*/ 2936383 w 3548130"/>
              <a:gd name="csY17" fmla="*/ 69122 h 165714"/>
              <a:gd name="csX18" fmla="*/ 2981459 w 3548130"/>
              <a:gd name="csY18" fmla="*/ 82001 h 165714"/>
              <a:gd name="csX19" fmla="*/ 3007217 w 3548130"/>
              <a:gd name="csY19" fmla="*/ 88440 h 165714"/>
              <a:gd name="csX20" fmla="*/ 3052293 w 3548130"/>
              <a:gd name="csY20" fmla="*/ 101319 h 165714"/>
              <a:gd name="csX21" fmla="*/ 3129566 w 3548130"/>
              <a:gd name="csY21" fmla="*/ 107759 h 165714"/>
              <a:gd name="csX22" fmla="*/ 3181082 w 3548130"/>
              <a:gd name="csY22" fmla="*/ 114198 h 165714"/>
              <a:gd name="csX23" fmla="*/ 3354947 w 3548130"/>
              <a:gd name="csY23" fmla="*/ 120638 h 165714"/>
              <a:gd name="csX24" fmla="*/ 3393583 w 3548130"/>
              <a:gd name="csY24" fmla="*/ 127077 h 165714"/>
              <a:gd name="csX25" fmla="*/ 3445099 w 3548130"/>
              <a:gd name="csY25" fmla="*/ 133516 h 165714"/>
              <a:gd name="csX26" fmla="*/ 3477296 w 3548130"/>
              <a:gd name="csY26" fmla="*/ 139956 h 165714"/>
              <a:gd name="csX27" fmla="*/ 3548130 w 3548130"/>
              <a:gd name="csY27" fmla="*/ 146395 h 165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548130" h="165714">
                <a:moveTo>
                  <a:pt x="0" y="165714"/>
                </a:moveTo>
                <a:cubicBezTo>
                  <a:pt x="68687" y="163567"/>
                  <a:pt x="137554" y="164683"/>
                  <a:pt x="206062" y="159274"/>
                </a:cubicBezTo>
                <a:cubicBezTo>
                  <a:pt x="219596" y="158206"/>
                  <a:pt x="231602" y="149967"/>
                  <a:pt x="244699" y="146395"/>
                </a:cubicBezTo>
                <a:cubicBezTo>
                  <a:pt x="312149" y="128000"/>
                  <a:pt x="244789" y="150875"/>
                  <a:pt x="302654" y="133516"/>
                </a:cubicBezTo>
                <a:cubicBezTo>
                  <a:pt x="315657" y="129615"/>
                  <a:pt x="328210" y="124271"/>
                  <a:pt x="341290" y="120638"/>
                </a:cubicBezTo>
                <a:cubicBezTo>
                  <a:pt x="366872" y="113532"/>
                  <a:pt x="392279" y="105073"/>
                  <a:pt x="418563" y="101319"/>
                </a:cubicBezTo>
                <a:cubicBezTo>
                  <a:pt x="545487" y="83189"/>
                  <a:pt x="357340" y="109279"/>
                  <a:pt x="534473" y="88440"/>
                </a:cubicBezTo>
                <a:cubicBezTo>
                  <a:pt x="547440" y="86914"/>
                  <a:pt x="560388" y="84937"/>
                  <a:pt x="573110" y="82001"/>
                </a:cubicBezTo>
                <a:cubicBezTo>
                  <a:pt x="594296" y="77112"/>
                  <a:pt x="626966" y="64484"/>
                  <a:pt x="650383" y="62683"/>
                </a:cubicBezTo>
                <a:cubicBezTo>
                  <a:pt x="723274" y="57076"/>
                  <a:pt x="796665" y="57878"/>
                  <a:pt x="869324" y="49804"/>
                </a:cubicBezTo>
                <a:lnTo>
                  <a:pt x="927279" y="43364"/>
                </a:lnTo>
                <a:cubicBezTo>
                  <a:pt x="942340" y="41481"/>
                  <a:pt x="957252" y="38435"/>
                  <a:pt x="972355" y="36925"/>
                </a:cubicBezTo>
                <a:cubicBezTo>
                  <a:pt x="1000203" y="34140"/>
                  <a:pt x="1028164" y="32632"/>
                  <a:pt x="1056068" y="30485"/>
                </a:cubicBezTo>
                <a:cubicBezTo>
                  <a:pt x="1432455" y="-32243"/>
                  <a:pt x="1108465" y="19495"/>
                  <a:pt x="2125014" y="30485"/>
                </a:cubicBezTo>
                <a:cubicBezTo>
                  <a:pt x="2178716" y="31066"/>
                  <a:pt x="2232306" y="35829"/>
                  <a:pt x="2286000" y="36925"/>
                </a:cubicBezTo>
                <a:lnTo>
                  <a:pt x="2756079" y="43364"/>
                </a:lnTo>
                <a:cubicBezTo>
                  <a:pt x="2769968" y="44432"/>
                  <a:pt x="2873930" y="51480"/>
                  <a:pt x="2897747" y="56243"/>
                </a:cubicBezTo>
                <a:cubicBezTo>
                  <a:pt x="2911059" y="58905"/>
                  <a:pt x="2923213" y="65829"/>
                  <a:pt x="2936383" y="69122"/>
                </a:cubicBezTo>
                <a:cubicBezTo>
                  <a:pt x="3016961" y="89268"/>
                  <a:pt x="2916751" y="63514"/>
                  <a:pt x="2981459" y="82001"/>
                </a:cubicBezTo>
                <a:cubicBezTo>
                  <a:pt x="2989969" y="84432"/>
                  <a:pt x="2998679" y="86111"/>
                  <a:pt x="3007217" y="88440"/>
                </a:cubicBezTo>
                <a:cubicBezTo>
                  <a:pt x="3022293" y="92552"/>
                  <a:pt x="3036858" y="98882"/>
                  <a:pt x="3052293" y="101319"/>
                </a:cubicBezTo>
                <a:cubicBezTo>
                  <a:pt x="3077824" y="105350"/>
                  <a:pt x="3103847" y="105187"/>
                  <a:pt x="3129566" y="107759"/>
                </a:cubicBezTo>
                <a:cubicBezTo>
                  <a:pt x="3146786" y="109481"/>
                  <a:pt x="3163805" y="113211"/>
                  <a:pt x="3181082" y="114198"/>
                </a:cubicBezTo>
                <a:cubicBezTo>
                  <a:pt x="3238982" y="117507"/>
                  <a:pt x="3296992" y="118491"/>
                  <a:pt x="3354947" y="120638"/>
                </a:cubicBezTo>
                <a:cubicBezTo>
                  <a:pt x="3367826" y="122784"/>
                  <a:pt x="3380658" y="125231"/>
                  <a:pt x="3393583" y="127077"/>
                </a:cubicBezTo>
                <a:cubicBezTo>
                  <a:pt x="3410715" y="129524"/>
                  <a:pt x="3427995" y="130885"/>
                  <a:pt x="3445099" y="133516"/>
                </a:cubicBezTo>
                <a:cubicBezTo>
                  <a:pt x="3455917" y="135180"/>
                  <a:pt x="3466436" y="138598"/>
                  <a:pt x="3477296" y="139956"/>
                </a:cubicBezTo>
                <a:cubicBezTo>
                  <a:pt x="3500822" y="142897"/>
                  <a:pt x="3548130" y="146395"/>
                  <a:pt x="3548130" y="146395"/>
                </a:cubicBezTo>
              </a:path>
            </a:pathLst>
          </a:cu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35D22F-1BAA-F2BD-D429-154C69D82592}"/>
              </a:ext>
            </a:extLst>
          </p:cNvPr>
          <p:cNvSpPr/>
          <p:nvPr/>
        </p:nvSpPr>
        <p:spPr>
          <a:xfrm>
            <a:off x="5599001" y="5371714"/>
            <a:ext cx="768350" cy="39164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xPDR</a:t>
            </a:r>
          </a:p>
        </p:txBody>
      </p:sp>
    </p:spTree>
    <p:extLst>
      <p:ext uri="{BB962C8B-B14F-4D97-AF65-F5344CB8AC3E}">
        <p14:creationId xmlns:p14="http://schemas.microsoft.com/office/powerpoint/2010/main" val="249162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99C2-954A-79E4-90D0-0E7E1E0F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2D228-0985-2724-81EF-A148BE2D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Inter-domain Links 2 – Same level controllers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7F66B-96C7-C1D6-E1BB-02B0839FE394}"/>
              </a:ext>
            </a:extLst>
          </p:cNvPr>
          <p:cNvSpPr/>
          <p:nvPr/>
        </p:nvSpPr>
        <p:spPr>
          <a:xfrm>
            <a:off x="5134856" y="1094643"/>
            <a:ext cx="1574800" cy="43815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Orchestrator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464A64-2115-0E5F-76C2-D84ABD440FD8}"/>
              </a:ext>
            </a:extLst>
          </p:cNvPr>
          <p:cNvSpPr/>
          <p:nvPr/>
        </p:nvSpPr>
        <p:spPr>
          <a:xfrm>
            <a:off x="6540355" y="2492191"/>
            <a:ext cx="1574800" cy="4381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Controller-2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C24321A4-998A-8AB4-9357-856C44684579}"/>
              </a:ext>
            </a:extLst>
          </p:cNvPr>
          <p:cNvSpPr/>
          <p:nvPr/>
        </p:nvSpPr>
        <p:spPr>
          <a:xfrm>
            <a:off x="755650" y="4413250"/>
            <a:ext cx="2863850" cy="12446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E6097490-52CB-EA0C-881F-7FC77A8F50F5}"/>
              </a:ext>
            </a:extLst>
          </p:cNvPr>
          <p:cNvSpPr/>
          <p:nvPr/>
        </p:nvSpPr>
        <p:spPr>
          <a:xfrm>
            <a:off x="4540250" y="4413250"/>
            <a:ext cx="2863850" cy="1244600"/>
          </a:xfrm>
          <a:prstGeom prst="cloud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5B7DFBEE-196D-19D3-85BD-0A6D8C331E67}"/>
              </a:ext>
            </a:extLst>
          </p:cNvPr>
          <p:cNvSpPr/>
          <p:nvPr/>
        </p:nvSpPr>
        <p:spPr>
          <a:xfrm>
            <a:off x="8324850" y="4413250"/>
            <a:ext cx="3111500" cy="12446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6D1F5F-7AF7-0632-864C-85AF777BAAA5}"/>
              </a:ext>
            </a:extLst>
          </p:cNvPr>
          <p:cNvSpPr/>
          <p:nvPr/>
        </p:nvSpPr>
        <p:spPr>
          <a:xfrm>
            <a:off x="4533753" y="2482532"/>
            <a:ext cx="1574801" cy="4381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Controller-1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09AE-5060-1CED-CB93-2C77F4636656}"/>
              </a:ext>
            </a:extLst>
          </p:cNvPr>
          <p:cNvSpPr/>
          <p:nvPr/>
        </p:nvSpPr>
        <p:spPr>
          <a:xfrm>
            <a:off x="3067050" y="465455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6243B3-103A-715E-CFF2-B50BA2035AF2}"/>
              </a:ext>
            </a:extLst>
          </p:cNvPr>
          <p:cNvSpPr/>
          <p:nvPr/>
        </p:nvSpPr>
        <p:spPr>
          <a:xfrm>
            <a:off x="2082800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48B1B0-C69A-9AD3-9A91-6C6788453D15}"/>
              </a:ext>
            </a:extLst>
          </p:cNvPr>
          <p:cNvSpPr/>
          <p:nvPr/>
        </p:nvSpPr>
        <p:spPr>
          <a:xfrm>
            <a:off x="1001713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1F867F-0063-EAD5-A58F-4FAD238C32CC}"/>
              </a:ext>
            </a:extLst>
          </p:cNvPr>
          <p:cNvSpPr/>
          <p:nvPr/>
        </p:nvSpPr>
        <p:spPr>
          <a:xfrm>
            <a:off x="8229600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B331D3-C189-1902-8AFE-F082837B869E}"/>
              </a:ext>
            </a:extLst>
          </p:cNvPr>
          <p:cNvSpPr/>
          <p:nvPr/>
        </p:nvSpPr>
        <p:spPr>
          <a:xfrm>
            <a:off x="9372600" y="4654549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8D0D96-D85B-EF73-9C73-78AE64ACD411}"/>
              </a:ext>
            </a:extLst>
          </p:cNvPr>
          <p:cNvSpPr/>
          <p:nvPr/>
        </p:nvSpPr>
        <p:spPr>
          <a:xfrm>
            <a:off x="10515600" y="4660900"/>
            <a:ext cx="768350" cy="7556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608311-BC9D-96DD-802D-BE3EC34375DE}"/>
              </a:ext>
            </a:extLst>
          </p:cNvPr>
          <p:cNvSpPr/>
          <p:nvPr/>
        </p:nvSpPr>
        <p:spPr>
          <a:xfrm>
            <a:off x="4445000" y="4651374"/>
            <a:ext cx="768350" cy="7556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49BD36-D2FD-6F6B-D3DE-71419DD5977F}"/>
              </a:ext>
            </a:extLst>
          </p:cNvPr>
          <p:cNvSpPr/>
          <p:nvPr/>
        </p:nvSpPr>
        <p:spPr>
          <a:xfrm>
            <a:off x="6723062" y="4654549"/>
            <a:ext cx="768350" cy="7556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RDM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499E4F-3B3B-A74A-2DD9-1D5F8E0FAF4A}"/>
              </a:ext>
            </a:extLst>
          </p:cNvPr>
          <p:cNvCxnSpPr>
            <a:stCxn id="12" idx="3"/>
            <a:endCxn id="31" idx="1"/>
          </p:cNvCxnSpPr>
          <p:nvPr/>
        </p:nvCxnSpPr>
        <p:spPr>
          <a:xfrm flipV="1">
            <a:off x="3835400" y="5029199"/>
            <a:ext cx="609600" cy="3176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DABFAC-BF97-076D-4861-24ED81799FC9}"/>
              </a:ext>
            </a:extLst>
          </p:cNvPr>
          <p:cNvCxnSpPr>
            <a:stCxn id="32" idx="3"/>
            <a:endCxn id="17" idx="1"/>
          </p:cNvCxnSpPr>
          <p:nvPr/>
        </p:nvCxnSpPr>
        <p:spPr>
          <a:xfrm>
            <a:off x="7491412" y="5032374"/>
            <a:ext cx="738188" cy="6351"/>
          </a:xfrm>
          <a:prstGeom prst="line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865349-4A67-91C3-B219-6865DC1AB1D5}"/>
              </a:ext>
            </a:extLst>
          </p:cNvPr>
          <p:cNvSpPr txBox="1"/>
          <p:nvPr/>
        </p:nvSpPr>
        <p:spPr>
          <a:xfrm>
            <a:off x="3969332" y="504721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L1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0B1A1C-E8FE-AE03-25A9-C3ABB65D0042}"/>
              </a:ext>
            </a:extLst>
          </p:cNvPr>
          <p:cNvSpPr txBox="1"/>
          <p:nvPr/>
        </p:nvSpPr>
        <p:spPr>
          <a:xfrm>
            <a:off x="7666328" y="5047218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L2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BFA34E-01A3-A66D-617E-F17BA92ADB79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16200000" flipH="1">
            <a:off x="6145306" y="1309742"/>
            <a:ext cx="959398" cy="1405499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BC4A13-C078-C0E1-C325-8D965503A15E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5400000">
            <a:off x="5146836" y="1707111"/>
            <a:ext cx="949739" cy="601102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D0C5E1A-AE00-0ECF-23AB-611D0B125B38}"/>
              </a:ext>
            </a:extLst>
          </p:cNvPr>
          <p:cNvSpPr txBox="1"/>
          <p:nvPr/>
        </p:nvSpPr>
        <p:spPr>
          <a:xfrm>
            <a:off x="7306831" y="2113200"/>
            <a:ext cx="58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TAPI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1735D3-CB13-51BD-A811-AA14548E674D}"/>
              </a:ext>
            </a:extLst>
          </p:cNvPr>
          <p:cNvSpPr txBox="1"/>
          <p:nvPr/>
        </p:nvSpPr>
        <p:spPr>
          <a:xfrm>
            <a:off x="4535056" y="2118030"/>
            <a:ext cx="58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TAPI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29ED0B7-F67B-76AB-843B-28FC21E39555}"/>
              </a:ext>
            </a:extLst>
          </p:cNvPr>
          <p:cNvSpPr/>
          <p:nvPr/>
        </p:nvSpPr>
        <p:spPr>
          <a:xfrm>
            <a:off x="4330700" y="4794250"/>
            <a:ext cx="3270250" cy="152400"/>
          </a:xfrm>
          <a:custGeom>
            <a:avLst/>
            <a:gdLst>
              <a:gd name="csX0" fmla="*/ 0 w 3270250"/>
              <a:gd name="csY0" fmla="*/ 152400 h 152400"/>
              <a:gd name="csX1" fmla="*/ 114300 w 3270250"/>
              <a:gd name="csY1" fmla="*/ 139700 h 152400"/>
              <a:gd name="csX2" fmla="*/ 196850 w 3270250"/>
              <a:gd name="csY2" fmla="*/ 114300 h 152400"/>
              <a:gd name="csX3" fmla="*/ 330200 w 3270250"/>
              <a:gd name="csY3" fmla="*/ 107950 h 152400"/>
              <a:gd name="csX4" fmla="*/ 412750 w 3270250"/>
              <a:gd name="csY4" fmla="*/ 95250 h 152400"/>
              <a:gd name="csX5" fmla="*/ 476250 w 3270250"/>
              <a:gd name="csY5" fmla="*/ 82550 h 152400"/>
              <a:gd name="csX6" fmla="*/ 704850 w 3270250"/>
              <a:gd name="csY6" fmla="*/ 50800 h 152400"/>
              <a:gd name="csX7" fmla="*/ 1016000 w 3270250"/>
              <a:gd name="csY7" fmla="*/ 25400 h 152400"/>
              <a:gd name="csX8" fmla="*/ 1060450 w 3270250"/>
              <a:gd name="csY8" fmla="*/ 19050 h 152400"/>
              <a:gd name="csX9" fmla="*/ 1365250 w 3270250"/>
              <a:gd name="csY9" fmla="*/ 0 h 152400"/>
              <a:gd name="csX10" fmla="*/ 2063750 w 3270250"/>
              <a:gd name="csY10" fmla="*/ 6350 h 152400"/>
              <a:gd name="csX11" fmla="*/ 2197100 w 3270250"/>
              <a:gd name="csY11" fmla="*/ 12700 h 152400"/>
              <a:gd name="csX12" fmla="*/ 2330450 w 3270250"/>
              <a:gd name="csY12" fmla="*/ 31750 h 152400"/>
              <a:gd name="csX13" fmla="*/ 2393950 w 3270250"/>
              <a:gd name="csY13" fmla="*/ 50800 h 152400"/>
              <a:gd name="csX14" fmla="*/ 2578100 w 3270250"/>
              <a:gd name="csY14" fmla="*/ 57150 h 152400"/>
              <a:gd name="csX15" fmla="*/ 2743200 w 3270250"/>
              <a:gd name="csY15" fmla="*/ 76200 h 152400"/>
              <a:gd name="csX16" fmla="*/ 2876550 w 3270250"/>
              <a:gd name="csY16" fmla="*/ 82550 h 152400"/>
              <a:gd name="csX17" fmla="*/ 2914650 w 3270250"/>
              <a:gd name="csY17" fmla="*/ 95250 h 152400"/>
              <a:gd name="csX18" fmla="*/ 2946400 w 3270250"/>
              <a:gd name="csY18" fmla="*/ 101600 h 152400"/>
              <a:gd name="csX19" fmla="*/ 2997200 w 3270250"/>
              <a:gd name="csY19" fmla="*/ 114300 h 152400"/>
              <a:gd name="csX20" fmla="*/ 3054350 w 3270250"/>
              <a:gd name="csY20" fmla="*/ 133350 h 152400"/>
              <a:gd name="csX21" fmla="*/ 3168650 w 3270250"/>
              <a:gd name="csY21" fmla="*/ 139700 h 152400"/>
              <a:gd name="csX22" fmla="*/ 3187700 w 3270250"/>
              <a:gd name="csY22" fmla="*/ 146050 h 152400"/>
              <a:gd name="csX23" fmla="*/ 3270250 w 3270250"/>
              <a:gd name="csY23" fmla="*/ 1397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270250" h="152400">
                <a:moveTo>
                  <a:pt x="0" y="152400"/>
                </a:moveTo>
                <a:cubicBezTo>
                  <a:pt x="11988" y="151401"/>
                  <a:pt x="89976" y="146997"/>
                  <a:pt x="114300" y="139700"/>
                </a:cubicBezTo>
                <a:cubicBezTo>
                  <a:pt x="180329" y="119891"/>
                  <a:pt x="82685" y="125717"/>
                  <a:pt x="196850" y="114300"/>
                </a:cubicBezTo>
                <a:cubicBezTo>
                  <a:pt x="241130" y="109872"/>
                  <a:pt x="285750" y="110067"/>
                  <a:pt x="330200" y="107950"/>
                </a:cubicBezTo>
                <a:cubicBezTo>
                  <a:pt x="375451" y="92866"/>
                  <a:pt x="323455" y="108644"/>
                  <a:pt x="412750" y="95250"/>
                </a:cubicBezTo>
                <a:cubicBezTo>
                  <a:pt x="434097" y="92048"/>
                  <a:pt x="454958" y="86099"/>
                  <a:pt x="476250" y="82550"/>
                </a:cubicBezTo>
                <a:cubicBezTo>
                  <a:pt x="518657" y="75482"/>
                  <a:pt x="655131" y="55219"/>
                  <a:pt x="704850" y="50800"/>
                </a:cubicBezTo>
                <a:cubicBezTo>
                  <a:pt x="998489" y="24699"/>
                  <a:pt x="781418" y="51465"/>
                  <a:pt x="1016000" y="25400"/>
                </a:cubicBezTo>
                <a:cubicBezTo>
                  <a:pt x="1030876" y="23747"/>
                  <a:pt x="1045522" y="20136"/>
                  <a:pt x="1060450" y="19050"/>
                </a:cubicBezTo>
                <a:cubicBezTo>
                  <a:pt x="1161980" y="11666"/>
                  <a:pt x="1365250" y="0"/>
                  <a:pt x="1365250" y="0"/>
                </a:cubicBezTo>
                <a:lnTo>
                  <a:pt x="2063750" y="6350"/>
                </a:lnTo>
                <a:cubicBezTo>
                  <a:pt x="2108245" y="7029"/>
                  <a:pt x="2152800" y="8481"/>
                  <a:pt x="2197100" y="12700"/>
                </a:cubicBezTo>
                <a:cubicBezTo>
                  <a:pt x="2241799" y="16957"/>
                  <a:pt x="2330450" y="31750"/>
                  <a:pt x="2330450" y="31750"/>
                </a:cubicBezTo>
                <a:cubicBezTo>
                  <a:pt x="2346226" y="37009"/>
                  <a:pt x="2384257" y="49992"/>
                  <a:pt x="2393950" y="50800"/>
                </a:cubicBezTo>
                <a:cubicBezTo>
                  <a:pt x="2455158" y="55901"/>
                  <a:pt x="2516717" y="55033"/>
                  <a:pt x="2578100" y="57150"/>
                </a:cubicBezTo>
                <a:cubicBezTo>
                  <a:pt x="2609070" y="61021"/>
                  <a:pt x="2702916" y="73601"/>
                  <a:pt x="2743200" y="76200"/>
                </a:cubicBezTo>
                <a:cubicBezTo>
                  <a:pt x="2787608" y="79065"/>
                  <a:pt x="2832100" y="80433"/>
                  <a:pt x="2876550" y="82550"/>
                </a:cubicBezTo>
                <a:cubicBezTo>
                  <a:pt x="2889250" y="86783"/>
                  <a:pt x="2901735" y="91728"/>
                  <a:pt x="2914650" y="95250"/>
                </a:cubicBezTo>
                <a:cubicBezTo>
                  <a:pt x="2925063" y="98090"/>
                  <a:pt x="2935883" y="99173"/>
                  <a:pt x="2946400" y="101600"/>
                </a:cubicBezTo>
                <a:cubicBezTo>
                  <a:pt x="2963407" y="105525"/>
                  <a:pt x="2980455" y="109375"/>
                  <a:pt x="2997200" y="114300"/>
                </a:cubicBezTo>
                <a:cubicBezTo>
                  <a:pt x="3016465" y="119966"/>
                  <a:pt x="3034300" y="132236"/>
                  <a:pt x="3054350" y="133350"/>
                </a:cubicBezTo>
                <a:lnTo>
                  <a:pt x="3168650" y="139700"/>
                </a:lnTo>
                <a:cubicBezTo>
                  <a:pt x="3175000" y="141817"/>
                  <a:pt x="3181007" y="146050"/>
                  <a:pt x="3187700" y="146050"/>
                </a:cubicBezTo>
                <a:cubicBezTo>
                  <a:pt x="3215298" y="146050"/>
                  <a:pt x="3270250" y="139700"/>
                  <a:pt x="3270250" y="139700"/>
                </a:cubicBez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A9F94-C16B-3116-7ED8-2634742D326D}"/>
              </a:ext>
            </a:extLst>
          </p:cNvPr>
          <p:cNvSpPr txBox="1"/>
          <p:nvPr/>
        </p:nvSpPr>
        <p:spPr>
          <a:xfrm>
            <a:off x="4146575" y="4676441"/>
            <a:ext cx="3273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A1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1F07D-C374-44FC-7EC8-2C42ACDB792A}"/>
              </a:ext>
            </a:extLst>
          </p:cNvPr>
          <p:cNvSpPr txBox="1"/>
          <p:nvPr/>
        </p:nvSpPr>
        <p:spPr>
          <a:xfrm>
            <a:off x="7466905" y="4680347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Z1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C5D7A-4B12-DF05-0B8C-71AECBF895D2}"/>
              </a:ext>
            </a:extLst>
          </p:cNvPr>
          <p:cNvSpPr txBox="1"/>
          <p:nvPr/>
        </p:nvSpPr>
        <p:spPr>
          <a:xfrm>
            <a:off x="3777155" y="4680347"/>
            <a:ext cx="357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A1’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FDA398-F2DA-587A-FD20-9C6949E437E5}"/>
              </a:ext>
            </a:extLst>
          </p:cNvPr>
          <p:cNvSpPr txBox="1"/>
          <p:nvPr/>
        </p:nvSpPr>
        <p:spPr>
          <a:xfrm>
            <a:off x="7945146" y="4658796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Z1’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C1431F-CEA3-60E8-81C5-43802DEA13BA}"/>
              </a:ext>
            </a:extLst>
          </p:cNvPr>
          <p:cNvSpPr txBox="1"/>
          <p:nvPr/>
        </p:nvSpPr>
        <p:spPr>
          <a:xfrm>
            <a:off x="5781520" y="4822506"/>
            <a:ext cx="4171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accent6"/>
                </a:solidFill>
              </a:rPr>
              <a:t>CS-1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5FE5167-EC03-57F0-A88C-3711EE9A3F2C}"/>
              </a:ext>
            </a:extLst>
          </p:cNvPr>
          <p:cNvSpPr/>
          <p:nvPr/>
        </p:nvSpPr>
        <p:spPr>
          <a:xfrm>
            <a:off x="3860800" y="4989669"/>
            <a:ext cx="87312" cy="7905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1A54776-FD9F-E341-DE4F-BE9B882B38E3}"/>
              </a:ext>
            </a:extLst>
          </p:cNvPr>
          <p:cNvSpPr/>
          <p:nvPr/>
        </p:nvSpPr>
        <p:spPr>
          <a:xfrm>
            <a:off x="8134159" y="4996020"/>
            <a:ext cx="87312" cy="7905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9296A9A-91EA-E2AA-E5C0-30976029ABB0}"/>
              </a:ext>
            </a:extLst>
          </p:cNvPr>
          <p:cNvCxnSpPr>
            <a:cxnSpLocks/>
          </p:cNvCxnSpPr>
          <p:nvPr/>
        </p:nvCxnSpPr>
        <p:spPr>
          <a:xfrm>
            <a:off x="5781520" y="2930341"/>
            <a:ext cx="0" cy="154005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A8051D0-D1CB-3D0F-966B-8816A6672E6D}"/>
              </a:ext>
            </a:extLst>
          </p:cNvPr>
          <p:cNvCxnSpPr>
            <a:stCxn id="6" idx="2"/>
          </p:cNvCxnSpPr>
          <p:nvPr/>
        </p:nvCxnSpPr>
        <p:spPr>
          <a:xfrm flipH="1">
            <a:off x="2952750" y="2930341"/>
            <a:ext cx="4375005" cy="1482909"/>
          </a:xfrm>
          <a:prstGeom prst="line">
            <a:avLst/>
          </a:prstGeom>
          <a:ln w="25400" cap="rnd" cmpd="sng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D170649-5B32-470A-B5FE-ADF87112AA0B}"/>
              </a:ext>
            </a:extLst>
          </p:cNvPr>
          <p:cNvCxnSpPr>
            <a:cxnSpLocks/>
            <a:stCxn id="6" idx="2"/>
            <a:endCxn id="10" idx="3"/>
          </p:cNvCxnSpPr>
          <p:nvPr/>
        </p:nvCxnSpPr>
        <p:spPr>
          <a:xfrm>
            <a:off x="7327755" y="2930341"/>
            <a:ext cx="2552845" cy="1554070"/>
          </a:xfrm>
          <a:prstGeom prst="line">
            <a:avLst/>
          </a:prstGeom>
          <a:ln w="25400" cap="rnd" cmpd="sng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8E31015-42C8-342F-E970-45F3702DF1D2}"/>
              </a:ext>
            </a:extLst>
          </p:cNvPr>
          <p:cNvSpPr/>
          <p:nvPr/>
        </p:nvSpPr>
        <p:spPr>
          <a:xfrm>
            <a:off x="103836" y="4851396"/>
            <a:ext cx="768350" cy="39164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xPDR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B6E76B2-4F65-31D0-8544-34FB2818D972}"/>
              </a:ext>
            </a:extLst>
          </p:cNvPr>
          <p:cNvSpPr/>
          <p:nvPr/>
        </p:nvSpPr>
        <p:spPr>
          <a:xfrm>
            <a:off x="11363887" y="4838744"/>
            <a:ext cx="768350" cy="39164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xPDR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BEBA568-2F67-BEC8-AAD3-DC5783713423}"/>
              </a:ext>
            </a:extLst>
          </p:cNvPr>
          <p:cNvSpPr/>
          <p:nvPr/>
        </p:nvSpPr>
        <p:spPr>
          <a:xfrm>
            <a:off x="753414" y="4799092"/>
            <a:ext cx="3548130" cy="165714"/>
          </a:xfrm>
          <a:custGeom>
            <a:avLst/>
            <a:gdLst>
              <a:gd name="csX0" fmla="*/ 0 w 3548130"/>
              <a:gd name="csY0" fmla="*/ 165714 h 165714"/>
              <a:gd name="csX1" fmla="*/ 206062 w 3548130"/>
              <a:gd name="csY1" fmla="*/ 159274 h 165714"/>
              <a:gd name="csX2" fmla="*/ 244699 w 3548130"/>
              <a:gd name="csY2" fmla="*/ 146395 h 165714"/>
              <a:gd name="csX3" fmla="*/ 302654 w 3548130"/>
              <a:gd name="csY3" fmla="*/ 133516 h 165714"/>
              <a:gd name="csX4" fmla="*/ 341290 w 3548130"/>
              <a:gd name="csY4" fmla="*/ 120638 h 165714"/>
              <a:gd name="csX5" fmla="*/ 418563 w 3548130"/>
              <a:gd name="csY5" fmla="*/ 101319 h 165714"/>
              <a:gd name="csX6" fmla="*/ 534473 w 3548130"/>
              <a:gd name="csY6" fmla="*/ 88440 h 165714"/>
              <a:gd name="csX7" fmla="*/ 573110 w 3548130"/>
              <a:gd name="csY7" fmla="*/ 82001 h 165714"/>
              <a:gd name="csX8" fmla="*/ 650383 w 3548130"/>
              <a:gd name="csY8" fmla="*/ 62683 h 165714"/>
              <a:gd name="csX9" fmla="*/ 869324 w 3548130"/>
              <a:gd name="csY9" fmla="*/ 49804 h 165714"/>
              <a:gd name="csX10" fmla="*/ 927279 w 3548130"/>
              <a:gd name="csY10" fmla="*/ 43364 h 165714"/>
              <a:gd name="csX11" fmla="*/ 972355 w 3548130"/>
              <a:gd name="csY11" fmla="*/ 36925 h 165714"/>
              <a:gd name="csX12" fmla="*/ 1056068 w 3548130"/>
              <a:gd name="csY12" fmla="*/ 30485 h 165714"/>
              <a:gd name="csX13" fmla="*/ 2125014 w 3548130"/>
              <a:gd name="csY13" fmla="*/ 30485 h 165714"/>
              <a:gd name="csX14" fmla="*/ 2286000 w 3548130"/>
              <a:gd name="csY14" fmla="*/ 36925 h 165714"/>
              <a:gd name="csX15" fmla="*/ 2756079 w 3548130"/>
              <a:gd name="csY15" fmla="*/ 43364 h 165714"/>
              <a:gd name="csX16" fmla="*/ 2897747 w 3548130"/>
              <a:gd name="csY16" fmla="*/ 56243 h 165714"/>
              <a:gd name="csX17" fmla="*/ 2936383 w 3548130"/>
              <a:gd name="csY17" fmla="*/ 69122 h 165714"/>
              <a:gd name="csX18" fmla="*/ 2981459 w 3548130"/>
              <a:gd name="csY18" fmla="*/ 82001 h 165714"/>
              <a:gd name="csX19" fmla="*/ 3007217 w 3548130"/>
              <a:gd name="csY19" fmla="*/ 88440 h 165714"/>
              <a:gd name="csX20" fmla="*/ 3052293 w 3548130"/>
              <a:gd name="csY20" fmla="*/ 101319 h 165714"/>
              <a:gd name="csX21" fmla="*/ 3129566 w 3548130"/>
              <a:gd name="csY21" fmla="*/ 107759 h 165714"/>
              <a:gd name="csX22" fmla="*/ 3181082 w 3548130"/>
              <a:gd name="csY22" fmla="*/ 114198 h 165714"/>
              <a:gd name="csX23" fmla="*/ 3354947 w 3548130"/>
              <a:gd name="csY23" fmla="*/ 120638 h 165714"/>
              <a:gd name="csX24" fmla="*/ 3393583 w 3548130"/>
              <a:gd name="csY24" fmla="*/ 127077 h 165714"/>
              <a:gd name="csX25" fmla="*/ 3445099 w 3548130"/>
              <a:gd name="csY25" fmla="*/ 133516 h 165714"/>
              <a:gd name="csX26" fmla="*/ 3477296 w 3548130"/>
              <a:gd name="csY26" fmla="*/ 139956 h 165714"/>
              <a:gd name="csX27" fmla="*/ 3548130 w 3548130"/>
              <a:gd name="csY27" fmla="*/ 146395 h 165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548130" h="165714">
                <a:moveTo>
                  <a:pt x="0" y="165714"/>
                </a:moveTo>
                <a:cubicBezTo>
                  <a:pt x="68687" y="163567"/>
                  <a:pt x="137554" y="164683"/>
                  <a:pt x="206062" y="159274"/>
                </a:cubicBezTo>
                <a:cubicBezTo>
                  <a:pt x="219596" y="158206"/>
                  <a:pt x="231602" y="149967"/>
                  <a:pt x="244699" y="146395"/>
                </a:cubicBezTo>
                <a:cubicBezTo>
                  <a:pt x="312149" y="128000"/>
                  <a:pt x="244789" y="150875"/>
                  <a:pt x="302654" y="133516"/>
                </a:cubicBezTo>
                <a:cubicBezTo>
                  <a:pt x="315657" y="129615"/>
                  <a:pt x="328210" y="124271"/>
                  <a:pt x="341290" y="120638"/>
                </a:cubicBezTo>
                <a:cubicBezTo>
                  <a:pt x="366872" y="113532"/>
                  <a:pt x="392279" y="105073"/>
                  <a:pt x="418563" y="101319"/>
                </a:cubicBezTo>
                <a:cubicBezTo>
                  <a:pt x="545487" y="83189"/>
                  <a:pt x="357340" y="109279"/>
                  <a:pt x="534473" y="88440"/>
                </a:cubicBezTo>
                <a:cubicBezTo>
                  <a:pt x="547440" y="86914"/>
                  <a:pt x="560388" y="84937"/>
                  <a:pt x="573110" y="82001"/>
                </a:cubicBezTo>
                <a:cubicBezTo>
                  <a:pt x="594296" y="77112"/>
                  <a:pt x="626966" y="64484"/>
                  <a:pt x="650383" y="62683"/>
                </a:cubicBezTo>
                <a:cubicBezTo>
                  <a:pt x="723274" y="57076"/>
                  <a:pt x="796665" y="57878"/>
                  <a:pt x="869324" y="49804"/>
                </a:cubicBezTo>
                <a:lnTo>
                  <a:pt x="927279" y="43364"/>
                </a:lnTo>
                <a:cubicBezTo>
                  <a:pt x="942340" y="41481"/>
                  <a:pt x="957252" y="38435"/>
                  <a:pt x="972355" y="36925"/>
                </a:cubicBezTo>
                <a:cubicBezTo>
                  <a:pt x="1000203" y="34140"/>
                  <a:pt x="1028164" y="32632"/>
                  <a:pt x="1056068" y="30485"/>
                </a:cubicBezTo>
                <a:cubicBezTo>
                  <a:pt x="1432455" y="-32243"/>
                  <a:pt x="1108465" y="19495"/>
                  <a:pt x="2125014" y="30485"/>
                </a:cubicBezTo>
                <a:cubicBezTo>
                  <a:pt x="2178716" y="31066"/>
                  <a:pt x="2232306" y="35829"/>
                  <a:pt x="2286000" y="36925"/>
                </a:cubicBezTo>
                <a:lnTo>
                  <a:pt x="2756079" y="43364"/>
                </a:lnTo>
                <a:cubicBezTo>
                  <a:pt x="2769968" y="44432"/>
                  <a:pt x="2873930" y="51480"/>
                  <a:pt x="2897747" y="56243"/>
                </a:cubicBezTo>
                <a:cubicBezTo>
                  <a:pt x="2911059" y="58905"/>
                  <a:pt x="2923213" y="65829"/>
                  <a:pt x="2936383" y="69122"/>
                </a:cubicBezTo>
                <a:cubicBezTo>
                  <a:pt x="3016961" y="89268"/>
                  <a:pt x="2916751" y="63514"/>
                  <a:pt x="2981459" y="82001"/>
                </a:cubicBezTo>
                <a:cubicBezTo>
                  <a:pt x="2989969" y="84432"/>
                  <a:pt x="2998679" y="86111"/>
                  <a:pt x="3007217" y="88440"/>
                </a:cubicBezTo>
                <a:cubicBezTo>
                  <a:pt x="3022293" y="92552"/>
                  <a:pt x="3036858" y="98882"/>
                  <a:pt x="3052293" y="101319"/>
                </a:cubicBezTo>
                <a:cubicBezTo>
                  <a:pt x="3077824" y="105350"/>
                  <a:pt x="3103847" y="105187"/>
                  <a:pt x="3129566" y="107759"/>
                </a:cubicBezTo>
                <a:cubicBezTo>
                  <a:pt x="3146786" y="109481"/>
                  <a:pt x="3163805" y="113211"/>
                  <a:pt x="3181082" y="114198"/>
                </a:cubicBezTo>
                <a:cubicBezTo>
                  <a:pt x="3238982" y="117507"/>
                  <a:pt x="3296992" y="118491"/>
                  <a:pt x="3354947" y="120638"/>
                </a:cubicBezTo>
                <a:cubicBezTo>
                  <a:pt x="3367826" y="122784"/>
                  <a:pt x="3380658" y="125231"/>
                  <a:pt x="3393583" y="127077"/>
                </a:cubicBezTo>
                <a:cubicBezTo>
                  <a:pt x="3410715" y="129524"/>
                  <a:pt x="3427995" y="130885"/>
                  <a:pt x="3445099" y="133516"/>
                </a:cubicBezTo>
                <a:cubicBezTo>
                  <a:pt x="3455917" y="135180"/>
                  <a:pt x="3466436" y="138598"/>
                  <a:pt x="3477296" y="139956"/>
                </a:cubicBezTo>
                <a:cubicBezTo>
                  <a:pt x="3500822" y="142897"/>
                  <a:pt x="3548130" y="146395"/>
                  <a:pt x="3548130" y="146395"/>
                </a:cubicBezTo>
              </a:path>
            </a:pathLst>
          </a:cu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D5CD7FFE-D318-4CB8-3148-0B1638A32E94}"/>
              </a:ext>
            </a:extLst>
          </p:cNvPr>
          <p:cNvSpPr/>
          <p:nvPr/>
        </p:nvSpPr>
        <p:spPr>
          <a:xfrm>
            <a:off x="7715250" y="4751613"/>
            <a:ext cx="3768278" cy="199365"/>
          </a:xfrm>
          <a:custGeom>
            <a:avLst/>
            <a:gdLst>
              <a:gd name="csX0" fmla="*/ 0 w 3548130"/>
              <a:gd name="csY0" fmla="*/ 165714 h 165714"/>
              <a:gd name="csX1" fmla="*/ 206062 w 3548130"/>
              <a:gd name="csY1" fmla="*/ 159274 h 165714"/>
              <a:gd name="csX2" fmla="*/ 244699 w 3548130"/>
              <a:gd name="csY2" fmla="*/ 146395 h 165714"/>
              <a:gd name="csX3" fmla="*/ 302654 w 3548130"/>
              <a:gd name="csY3" fmla="*/ 133516 h 165714"/>
              <a:gd name="csX4" fmla="*/ 341290 w 3548130"/>
              <a:gd name="csY4" fmla="*/ 120638 h 165714"/>
              <a:gd name="csX5" fmla="*/ 418563 w 3548130"/>
              <a:gd name="csY5" fmla="*/ 101319 h 165714"/>
              <a:gd name="csX6" fmla="*/ 534473 w 3548130"/>
              <a:gd name="csY6" fmla="*/ 88440 h 165714"/>
              <a:gd name="csX7" fmla="*/ 573110 w 3548130"/>
              <a:gd name="csY7" fmla="*/ 82001 h 165714"/>
              <a:gd name="csX8" fmla="*/ 650383 w 3548130"/>
              <a:gd name="csY8" fmla="*/ 62683 h 165714"/>
              <a:gd name="csX9" fmla="*/ 869324 w 3548130"/>
              <a:gd name="csY9" fmla="*/ 49804 h 165714"/>
              <a:gd name="csX10" fmla="*/ 927279 w 3548130"/>
              <a:gd name="csY10" fmla="*/ 43364 h 165714"/>
              <a:gd name="csX11" fmla="*/ 972355 w 3548130"/>
              <a:gd name="csY11" fmla="*/ 36925 h 165714"/>
              <a:gd name="csX12" fmla="*/ 1056068 w 3548130"/>
              <a:gd name="csY12" fmla="*/ 30485 h 165714"/>
              <a:gd name="csX13" fmla="*/ 2125014 w 3548130"/>
              <a:gd name="csY13" fmla="*/ 30485 h 165714"/>
              <a:gd name="csX14" fmla="*/ 2286000 w 3548130"/>
              <a:gd name="csY14" fmla="*/ 36925 h 165714"/>
              <a:gd name="csX15" fmla="*/ 2756079 w 3548130"/>
              <a:gd name="csY15" fmla="*/ 43364 h 165714"/>
              <a:gd name="csX16" fmla="*/ 2897747 w 3548130"/>
              <a:gd name="csY16" fmla="*/ 56243 h 165714"/>
              <a:gd name="csX17" fmla="*/ 2936383 w 3548130"/>
              <a:gd name="csY17" fmla="*/ 69122 h 165714"/>
              <a:gd name="csX18" fmla="*/ 2981459 w 3548130"/>
              <a:gd name="csY18" fmla="*/ 82001 h 165714"/>
              <a:gd name="csX19" fmla="*/ 3007217 w 3548130"/>
              <a:gd name="csY19" fmla="*/ 88440 h 165714"/>
              <a:gd name="csX20" fmla="*/ 3052293 w 3548130"/>
              <a:gd name="csY20" fmla="*/ 101319 h 165714"/>
              <a:gd name="csX21" fmla="*/ 3129566 w 3548130"/>
              <a:gd name="csY21" fmla="*/ 107759 h 165714"/>
              <a:gd name="csX22" fmla="*/ 3181082 w 3548130"/>
              <a:gd name="csY22" fmla="*/ 114198 h 165714"/>
              <a:gd name="csX23" fmla="*/ 3354947 w 3548130"/>
              <a:gd name="csY23" fmla="*/ 120638 h 165714"/>
              <a:gd name="csX24" fmla="*/ 3393583 w 3548130"/>
              <a:gd name="csY24" fmla="*/ 127077 h 165714"/>
              <a:gd name="csX25" fmla="*/ 3445099 w 3548130"/>
              <a:gd name="csY25" fmla="*/ 133516 h 165714"/>
              <a:gd name="csX26" fmla="*/ 3477296 w 3548130"/>
              <a:gd name="csY26" fmla="*/ 139956 h 165714"/>
              <a:gd name="csX27" fmla="*/ 3548130 w 3548130"/>
              <a:gd name="csY27" fmla="*/ 146395 h 165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3548130" h="165714">
                <a:moveTo>
                  <a:pt x="0" y="165714"/>
                </a:moveTo>
                <a:cubicBezTo>
                  <a:pt x="68687" y="163567"/>
                  <a:pt x="137554" y="164683"/>
                  <a:pt x="206062" y="159274"/>
                </a:cubicBezTo>
                <a:cubicBezTo>
                  <a:pt x="219596" y="158206"/>
                  <a:pt x="231602" y="149967"/>
                  <a:pt x="244699" y="146395"/>
                </a:cubicBezTo>
                <a:cubicBezTo>
                  <a:pt x="312149" y="128000"/>
                  <a:pt x="244789" y="150875"/>
                  <a:pt x="302654" y="133516"/>
                </a:cubicBezTo>
                <a:cubicBezTo>
                  <a:pt x="315657" y="129615"/>
                  <a:pt x="328210" y="124271"/>
                  <a:pt x="341290" y="120638"/>
                </a:cubicBezTo>
                <a:cubicBezTo>
                  <a:pt x="366872" y="113532"/>
                  <a:pt x="392279" y="105073"/>
                  <a:pt x="418563" y="101319"/>
                </a:cubicBezTo>
                <a:cubicBezTo>
                  <a:pt x="545487" y="83189"/>
                  <a:pt x="357340" y="109279"/>
                  <a:pt x="534473" y="88440"/>
                </a:cubicBezTo>
                <a:cubicBezTo>
                  <a:pt x="547440" y="86914"/>
                  <a:pt x="560388" y="84937"/>
                  <a:pt x="573110" y="82001"/>
                </a:cubicBezTo>
                <a:cubicBezTo>
                  <a:pt x="594296" y="77112"/>
                  <a:pt x="626966" y="64484"/>
                  <a:pt x="650383" y="62683"/>
                </a:cubicBezTo>
                <a:cubicBezTo>
                  <a:pt x="723274" y="57076"/>
                  <a:pt x="796665" y="57878"/>
                  <a:pt x="869324" y="49804"/>
                </a:cubicBezTo>
                <a:lnTo>
                  <a:pt x="927279" y="43364"/>
                </a:lnTo>
                <a:cubicBezTo>
                  <a:pt x="942340" y="41481"/>
                  <a:pt x="957252" y="38435"/>
                  <a:pt x="972355" y="36925"/>
                </a:cubicBezTo>
                <a:cubicBezTo>
                  <a:pt x="1000203" y="34140"/>
                  <a:pt x="1028164" y="32632"/>
                  <a:pt x="1056068" y="30485"/>
                </a:cubicBezTo>
                <a:cubicBezTo>
                  <a:pt x="1432455" y="-32243"/>
                  <a:pt x="1108465" y="19495"/>
                  <a:pt x="2125014" y="30485"/>
                </a:cubicBezTo>
                <a:cubicBezTo>
                  <a:pt x="2178716" y="31066"/>
                  <a:pt x="2232306" y="35829"/>
                  <a:pt x="2286000" y="36925"/>
                </a:cubicBezTo>
                <a:lnTo>
                  <a:pt x="2756079" y="43364"/>
                </a:lnTo>
                <a:cubicBezTo>
                  <a:pt x="2769968" y="44432"/>
                  <a:pt x="2873930" y="51480"/>
                  <a:pt x="2897747" y="56243"/>
                </a:cubicBezTo>
                <a:cubicBezTo>
                  <a:pt x="2911059" y="58905"/>
                  <a:pt x="2923213" y="65829"/>
                  <a:pt x="2936383" y="69122"/>
                </a:cubicBezTo>
                <a:cubicBezTo>
                  <a:pt x="3016961" y="89268"/>
                  <a:pt x="2916751" y="63514"/>
                  <a:pt x="2981459" y="82001"/>
                </a:cubicBezTo>
                <a:cubicBezTo>
                  <a:pt x="2989969" y="84432"/>
                  <a:pt x="2998679" y="86111"/>
                  <a:pt x="3007217" y="88440"/>
                </a:cubicBezTo>
                <a:cubicBezTo>
                  <a:pt x="3022293" y="92552"/>
                  <a:pt x="3036858" y="98882"/>
                  <a:pt x="3052293" y="101319"/>
                </a:cubicBezTo>
                <a:cubicBezTo>
                  <a:pt x="3077824" y="105350"/>
                  <a:pt x="3103847" y="105187"/>
                  <a:pt x="3129566" y="107759"/>
                </a:cubicBezTo>
                <a:cubicBezTo>
                  <a:pt x="3146786" y="109481"/>
                  <a:pt x="3163805" y="113211"/>
                  <a:pt x="3181082" y="114198"/>
                </a:cubicBezTo>
                <a:cubicBezTo>
                  <a:pt x="3238982" y="117507"/>
                  <a:pt x="3296992" y="118491"/>
                  <a:pt x="3354947" y="120638"/>
                </a:cubicBezTo>
                <a:cubicBezTo>
                  <a:pt x="3367826" y="122784"/>
                  <a:pt x="3380658" y="125231"/>
                  <a:pt x="3393583" y="127077"/>
                </a:cubicBezTo>
                <a:cubicBezTo>
                  <a:pt x="3410715" y="129524"/>
                  <a:pt x="3427995" y="130885"/>
                  <a:pt x="3445099" y="133516"/>
                </a:cubicBezTo>
                <a:cubicBezTo>
                  <a:pt x="3455917" y="135180"/>
                  <a:pt x="3466436" y="138598"/>
                  <a:pt x="3477296" y="139956"/>
                </a:cubicBezTo>
                <a:cubicBezTo>
                  <a:pt x="3500822" y="142897"/>
                  <a:pt x="3548130" y="146395"/>
                  <a:pt x="3548130" y="146395"/>
                </a:cubicBezTo>
              </a:path>
            </a:pathLst>
          </a:cu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507EA3D-1BBE-06AF-A31D-423A749C277C}"/>
              </a:ext>
            </a:extLst>
          </p:cNvPr>
          <p:cNvSpPr/>
          <p:nvPr/>
        </p:nvSpPr>
        <p:spPr>
          <a:xfrm>
            <a:off x="5599001" y="5371714"/>
            <a:ext cx="768350" cy="39164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xPDR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999222-15EA-8DB4-8B8D-633DCACA3B52}"/>
              </a:ext>
            </a:extLst>
          </p:cNvPr>
          <p:cNvSpPr txBox="1"/>
          <p:nvPr/>
        </p:nvSpPr>
        <p:spPr>
          <a:xfrm>
            <a:off x="7810654" y="983953"/>
            <a:ext cx="402706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u="sng"/>
              <a:t>Note</a:t>
            </a:r>
            <a:r>
              <a:rPr lang="en-IN" sz="1000"/>
              <a:t>: in this diagram, L1 and L2 are inter-domain links.</a:t>
            </a:r>
          </a:p>
          <a:p>
            <a:r>
              <a:rPr lang="en-IN" sz="1000"/>
              <a:t>The CS-1 in green domain is supporting a pass-through of the wavelength.</a:t>
            </a:r>
            <a:br>
              <a:rPr lang="en-IN" sz="1000"/>
            </a:br>
            <a:r>
              <a:rPr lang="en-IN" sz="1000"/>
              <a:t>It is part of an e2e service that passes through the 2 inter-domain links.</a:t>
            </a:r>
            <a:br>
              <a:rPr lang="en-IN" sz="1000"/>
            </a:br>
            <a:r>
              <a:rPr lang="en-IN" sz="1000"/>
              <a:t>There would also be simpler cases where one of the end-points of the </a:t>
            </a:r>
            <a:br>
              <a:rPr lang="en-IN" sz="1000"/>
            </a:br>
            <a:r>
              <a:rPr lang="en-IN" sz="1000"/>
              <a:t>e2e service is in the green domain itself.</a:t>
            </a:r>
          </a:p>
        </p:txBody>
      </p:sp>
    </p:spTree>
    <p:extLst>
      <p:ext uri="{BB962C8B-B14F-4D97-AF65-F5344CB8AC3E}">
        <p14:creationId xmlns:p14="http://schemas.microsoft.com/office/powerpoint/2010/main" val="356655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669B17-F19E-3E89-771A-F900C4FE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Requirements for Optical Power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97C9D-D79C-D8AD-64AA-5FDF6805F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/>
              <a:t>As part of provisioning CS-1, the Green Controller needs to perform OPC on its path segment</a:t>
            </a:r>
          </a:p>
          <a:p>
            <a:pPr>
              <a:lnSpc>
                <a:spcPct val="100000"/>
              </a:lnSpc>
            </a:pPr>
            <a:r>
              <a:rPr lang="en-IN"/>
              <a:t>In order to set the power on the channels in the inter-domain links, the controller needs to know:</a:t>
            </a:r>
          </a:p>
          <a:p>
            <a:pPr lvl="1">
              <a:lnSpc>
                <a:spcPct val="100000"/>
              </a:lnSpc>
            </a:pPr>
            <a:r>
              <a:rPr lang="en-IN"/>
              <a:t>Optical loss expected on the inter-domain links in the Tx direction</a:t>
            </a:r>
          </a:p>
          <a:p>
            <a:pPr lvl="1">
              <a:lnSpc>
                <a:spcPct val="100000"/>
              </a:lnSpc>
            </a:pPr>
            <a:r>
              <a:rPr lang="en-IN"/>
              <a:t>Acceptable Rx power range </a:t>
            </a:r>
            <a:r>
              <a:rPr lang="en-IN" u="sng"/>
              <a:t>for the channel </a:t>
            </a:r>
            <a:r>
              <a:rPr lang="en-IN"/>
              <a:t>at the other-end of the inter-domain link</a:t>
            </a:r>
          </a:p>
          <a:p>
            <a:pPr lvl="1">
              <a:lnSpc>
                <a:spcPct val="100000"/>
              </a:lnSpc>
            </a:pPr>
            <a:r>
              <a:rPr lang="en-IN"/>
              <a:t>Other parameters (?)</a:t>
            </a:r>
          </a:p>
          <a:p>
            <a:pPr>
              <a:lnSpc>
                <a:spcPct val="100000"/>
              </a:lnSpc>
            </a:pPr>
            <a:r>
              <a:rPr lang="en-IN"/>
              <a:t>Can these be passed as layer-protocol-constraints on the respective CSEPs of CS-1?</a:t>
            </a:r>
          </a:p>
          <a:p>
            <a:pPr lvl="1">
              <a:lnSpc>
                <a:spcPct val="100000"/>
              </a:lnSpc>
            </a:pPr>
            <a:r>
              <a:rPr lang="en-IN"/>
              <a:t>See the next slides</a:t>
            </a:r>
          </a:p>
        </p:txBody>
      </p:sp>
    </p:spTree>
    <p:extLst>
      <p:ext uri="{BB962C8B-B14F-4D97-AF65-F5344CB8AC3E}">
        <p14:creationId xmlns:p14="http://schemas.microsoft.com/office/powerpoint/2010/main" val="104225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2DF9-9E67-EE0C-7556-9812F1CB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Power Management Capability PAC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DFB97-1CF6-8B56-2CD9-4986D664B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1701" y="892405"/>
            <a:ext cx="3268091" cy="54363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This is available on photonic-media NEP and SIP objects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RO values that a controller can expose to its NBI TAPI clients. For example,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Green controller can expose this for A1 and Z1 on the green ROADMs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Blue controller can expose this for A1’ and Z1’ on the blue ROADMs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98380-9CB2-8867-2A57-46932EEC3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1" y="875902"/>
            <a:ext cx="7924800" cy="495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3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EE82-1AED-E836-F531-316A5304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Power Management Capability PAC – TR547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C8D9F-D9C6-39F7-64F4-BF4F34EAC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716818"/>
            <a:ext cx="5854486" cy="557603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20A73-A863-85D6-EBF7-55551CF62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149" y="841207"/>
            <a:ext cx="5255643" cy="543635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TR547 defines these for Transceiver line ports and ROADM add/drop ports.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We need to clarify their applicability and meaning for ROADM degree ports that can act as inter-domain links.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For example, the meaning on: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OTS_MEDIA NEP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OMS NEP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MC NEP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OTSiMC NEP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endParaRPr lang="en-IN" sz="1200"/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From an OPC perspective, the “tolerable-max-input-power” and “tolerable-min-input-power” are needed on a </a:t>
            </a:r>
            <a:r>
              <a:rPr lang="en-IN" sz="1200" u="sng"/>
              <a:t>per-channel</a:t>
            </a:r>
            <a:r>
              <a:rPr lang="en-IN" sz="1200"/>
              <a:t> basis.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Can these be reported on the MC NEP?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endParaRPr lang="en-IN" sz="1200"/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TAPI Client (the Orchestrator or the Top Controller) can read this and use it when creating a connectivity-service with end-points on inter-domain links. For example, in slide-3: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Orchestrator can read “tolerable-max-input-power” and “tolerable-min-input-power” from MC NEPs on A1’ and Z1’ (exposed by the Blue Controller)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And pass them to the Green Controller on A1 and Z1 CSEPs.</a:t>
            </a:r>
          </a:p>
          <a:p>
            <a:pPr lvl="2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How are they passed? See next slide.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156473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E5831-1E7C-1C9B-4BE8-71A3BB78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D2C2-BDBF-F694-80D0-C24456680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Power Management Config PAC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74F31-5D49-D767-AED0-2128C8DE4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051" y="841207"/>
            <a:ext cx="5928742" cy="543635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For CS-1 payload: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For CSEP on A1, add a layer-protocol-constraint for MC or OTSiMC l-p-q </a:t>
            </a:r>
            <a:br>
              <a:rPr lang="en-IN" sz="1200"/>
            </a:br>
            <a:r>
              <a:rPr lang="en-IN" sz="1200"/>
              <a:t>and provide mcg-connectivity-service-end-point-spec (or otsi-mcg-connectivity-service-end-point-spec). In this, add power-management-config-</a:t>
            </a:r>
            <a:r>
              <a:rPr lang="en-IN" sz="1200" err="1"/>
              <a:t>pac</a:t>
            </a:r>
            <a:r>
              <a:rPr lang="en-IN" sz="1200"/>
              <a:t> with</a:t>
            </a:r>
          </a:p>
          <a:p>
            <a:pPr lvl="2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max-output-power as the value of tolerable-max-input-power from A1’</a:t>
            </a:r>
          </a:p>
          <a:p>
            <a:pPr lvl="2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min-output-power as the value of tolerable-min-input-power from A1’</a:t>
            </a:r>
          </a:p>
          <a:p>
            <a:pPr lvl="2">
              <a:lnSpc>
                <a:spcPct val="100000"/>
              </a:lnSpc>
              <a:spcBef>
                <a:spcPts val="100"/>
              </a:spcBef>
            </a:pPr>
            <a:endParaRPr lang="en-IN" sz="1200"/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For CSEP on Z1, add a layer-protocol-constraint for MC or OTSiMC l-p-q </a:t>
            </a:r>
            <a:br>
              <a:rPr lang="en-IN" sz="1200"/>
            </a:br>
            <a:r>
              <a:rPr lang="en-IN" sz="1200"/>
              <a:t>and provide mcg-connectivity-service-end-point-spec (or otsi-mcg-connectivity-service-end-point-spec). In this, add power-management-config-</a:t>
            </a:r>
            <a:r>
              <a:rPr lang="en-IN" sz="1200" err="1"/>
              <a:t>pac</a:t>
            </a:r>
            <a:r>
              <a:rPr lang="en-IN" sz="1200"/>
              <a:t> with</a:t>
            </a:r>
          </a:p>
          <a:p>
            <a:pPr lvl="2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max-output-power as the value to tolerable-max-input-power from Z1’</a:t>
            </a:r>
          </a:p>
          <a:p>
            <a:pPr lvl="2">
              <a:lnSpc>
                <a:spcPct val="100000"/>
              </a:lnSpc>
              <a:spcBef>
                <a:spcPts val="100"/>
              </a:spcBef>
            </a:pPr>
            <a:r>
              <a:rPr lang="en-IN" sz="1200"/>
              <a:t>min-output-power as the value of tolerable-min-input-power from Z1’</a:t>
            </a:r>
          </a:p>
          <a:p>
            <a:pPr lvl="2">
              <a:lnSpc>
                <a:spcPct val="100000"/>
              </a:lnSpc>
              <a:spcBef>
                <a:spcPts val="100"/>
              </a:spcBef>
            </a:pPr>
            <a:endParaRPr lang="en-IN" sz="1200"/>
          </a:p>
          <a:p>
            <a:pPr lvl="1">
              <a:lnSpc>
                <a:spcPct val="100000"/>
              </a:lnSpc>
              <a:spcBef>
                <a:spcPts val="100"/>
              </a:spcBef>
            </a:pPr>
            <a:endParaRPr lang="en-IN" sz="1200"/>
          </a:p>
          <a:p>
            <a:pPr lvl="2">
              <a:lnSpc>
                <a:spcPct val="100000"/>
              </a:lnSpc>
              <a:spcBef>
                <a:spcPts val="100"/>
              </a:spcBef>
            </a:pPr>
            <a:endParaRPr lang="en-IN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66955-93F7-BF94-8C13-07EE0FA2FFFF}"/>
              </a:ext>
            </a:extLst>
          </p:cNvPr>
          <p:cNvSpPr txBox="1"/>
          <p:nvPr/>
        </p:nvSpPr>
        <p:spPr>
          <a:xfrm>
            <a:off x="698500" y="841207"/>
            <a:ext cx="5060950" cy="5436355"/>
          </a:xfrm>
          <a:prstGeom prst="rect">
            <a:avLst/>
          </a:prstGeom>
          <a:solidFill>
            <a:srgbClr val="4B4B4B"/>
          </a:solidFill>
        </p:spPr>
        <p:txBody>
          <a:bodyPr wrap="square" rtlCol="0">
            <a:normAutofit lnSpcReduction="10000"/>
          </a:bodyPr>
          <a:lstStyle/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augment /tapi-common:context/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tapi-connectivity:connectivity-context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tapi-connectivity:connectivity-service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tapi-connectivity:end-point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tapi-connectivity:layer-protocol-constraint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(otsi-)mcg-connectivity-service-end-point-spec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number-of-otsi-mc?               uint64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otsi-mc-bandwidth-config-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pac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* [local-id]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spectrum-bandwidth?            uint64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center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-frequency-offset?       uint64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center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-frequency-constraint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adjustment-granularity?   adjustment-granularity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grid-type?                grid-type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edge-frequency-constraint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adjustment-granularity?   adjustment-granularity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grid-type?                grid-type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non-adjacent-spectrum?         uint64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power-management-config-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pac</a:t>
            </a:r>
            <a:endParaRPr lang="en-IN" sz="800" b="1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max-output-power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total-power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metric-values* [pm-parameter-value-type]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pm-parameter-value?        decimal64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pm-parameter-unit?         string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pm-parameter-value-type    metric-value-type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ro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power-spectral-density?   decimal64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min-output-power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total-power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metric-values* [pm-parameter-value-type]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pm-parameter-value?        decimal64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pm-parameter-unit?         string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pm-parameter-value-type    metric-value-type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ro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power-spectral-density?   decimal64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max-input-power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total-power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metric-values* [pm-parameter-value-type]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pm-parameter-value?        decimal64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pm-parameter-unit?         string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pm-parameter-value-type    metric-value-type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ro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power-spectral-density?   decimal64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min-input-power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total-power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 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metric-values* [pm-parameter-value-type]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 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pm-parameter-value?        decimal64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 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pm-parameter-unit?         string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 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pm-parameter-value-type    metric-value-type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ro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power-spectral-density?   decimal64</a:t>
            </a:r>
          </a:p>
        </p:txBody>
      </p:sp>
    </p:spTree>
    <p:extLst>
      <p:ext uri="{BB962C8B-B14F-4D97-AF65-F5344CB8AC3E}">
        <p14:creationId xmlns:p14="http://schemas.microsoft.com/office/powerpoint/2010/main" val="2268799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E599-5E88-0451-A2BD-BDF652E7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D4F2-77AB-4809-8A0F-4DAB62BC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OTS Fiber Span Impairments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1BADA-152E-3C99-07DD-7FADD4D58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851" y="892405"/>
            <a:ext cx="3972942" cy="543635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 dirty="0"/>
              <a:t>This is available in the model, on OTS_MEDIA CEP objects as RO values that a controller can expose to its NBI TAPI clients.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 dirty="0"/>
              <a:t>Green controller can expose this for A1 and Z1 on the green ROADMs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 dirty="0"/>
              <a:t>Blue controller can expose this for A1’ and Z1’ on the blue ROADMs 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 dirty="0"/>
              <a:t>However, a Controller may not “know” these values (or be able to “measure” these values) on the end-points of inter-domain links. Hence the controllers may not report these to the Orchestrator. Orchestrator may need to go with planned/designed </a:t>
            </a:r>
            <a:r>
              <a:rPr lang="en-IN" sz="1200" dirty="0" err="1"/>
              <a:t>fiber</a:t>
            </a:r>
            <a:r>
              <a:rPr lang="en-IN" sz="1200" dirty="0"/>
              <a:t>-span-impairments.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IN" sz="1200" dirty="0"/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 dirty="0"/>
              <a:t>We may need an ability to specify some fields of </a:t>
            </a:r>
            <a:r>
              <a:rPr lang="en-IN" sz="1200" dirty="0">
                <a:latin typeface="Consolas" panose="020B0609020204030204" pitchFamily="49" charset="0"/>
              </a:rPr>
              <a:t>ots-</a:t>
            </a:r>
            <a:r>
              <a:rPr lang="en-IN" sz="1200" dirty="0" err="1">
                <a:latin typeface="Consolas" panose="020B0609020204030204" pitchFamily="49" charset="0"/>
              </a:rPr>
              <a:t>fiber</a:t>
            </a:r>
            <a:r>
              <a:rPr lang="en-IN" sz="1200" dirty="0">
                <a:latin typeface="Consolas" panose="020B0609020204030204" pitchFamily="49" charset="0"/>
              </a:rPr>
              <a:t>-span-impairments</a:t>
            </a:r>
            <a:r>
              <a:rPr lang="en-IN" sz="1200" dirty="0"/>
              <a:t> for an inter-domain link, in a CSEP. So that the controller can decide the right power level to be set in the connection.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sz="1200" dirty="0"/>
              <a:t>The </a:t>
            </a:r>
            <a:r>
              <a:rPr lang="en-IN" sz="1200" b="1" dirty="0"/>
              <a:t>extension needed </a:t>
            </a:r>
            <a:r>
              <a:rPr lang="en-IN" sz="1200" dirty="0"/>
              <a:t>in TAPI would be to allow a CSEP to be augmented with a layer-protocol-constraint that includes a subset of this with RW fields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 dirty="0"/>
              <a:t>E.g. When the Green Controller is asked to create CS-1, it needs to be told about the impairment-route-entry fields for the A1</a:t>
            </a:r>
            <a:r>
              <a:rPr lang="en-IN" sz="1200" dirty="0">
                <a:sym typeface="Wingdings" panose="05000000000000000000" pitchFamily="2" charset="2"/>
              </a:rPr>
              <a:t>A1’ and Z1Z1’ links.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ym typeface="Wingdings" panose="05000000000000000000" pitchFamily="2" charset="2"/>
              </a:rPr>
              <a:t>Only </a:t>
            </a:r>
            <a:r>
              <a:rPr lang="en-IN" sz="1200" dirty="0">
                <a:latin typeface="Consolas" panose="020B0609020204030204" pitchFamily="49" charset="0"/>
                <a:sym typeface="Wingdings" panose="05000000000000000000" pitchFamily="2" charset="2"/>
              </a:rPr>
              <a:t>total-loss</a:t>
            </a:r>
            <a:r>
              <a:rPr lang="en-IN" sz="1200" dirty="0">
                <a:sym typeface="Wingdings" panose="05000000000000000000" pitchFamily="2" charset="2"/>
              </a:rPr>
              <a:t> may be sufficient (?)</a:t>
            </a:r>
          </a:p>
          <a:p>
            <a:pPr lvl="1">
              <a:lnSpc>
                <a:spcPct val="100000"/>
              </a:lnSpc>
              <a:spcBef>
                <a:spcPts val="100"/>
              </a:spcBef>
            </a:pPr>
            <a:endParaRPr lang="en-IN" sz="1200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ym typeface="Wingdings" panose="05000000000000000000" pitchFamily="2" charset="2"/>
              </a:rPr>
              <a:t>Something like this where layer-protocol-qualifier is OTS_MEDIA (?)</a:t>
            </a:r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3E9AC5-6029-56A5-4A3B-825124A39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71" y="1042782"/>
            <a:ext cx="7099880" cy="25158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F0CC90-CACA-760D-D419-3B579C3AA6BF}"/>
              </a:ext>
            </a:extLst>
          </p:cNvPr>
          <p:cNvSpPr txBox="1"/>
          <p:nvPr/>
        </p:nvSpPr>
        <p:spPr>
          <a:xfrm>
            <a:off x="2540001" y="5037638"/>
            <a:ext cx="5060950" cy="1291122"/>
          </a:xfrm>
          <a:prstGeom prst="rect">
            <a:avLst/>
          </a:prstGeom>
          <a:solidFill>
            <a:srgbClr val="4B4B4B"/>
          </a:solidFill>
        </p:spPr>
        <p:txBody>
          <a:bodyPr wrap="square" rtlCol="0">
            <a:normAutofit/>
          </a:bodyPr>
          <a:lstStyle/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layer-protocol-constraint* [local-id]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layer-protocol-name?        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tapi-common:layer-protocol-name</a:t>
            </a:r>
            <a:endParaRPr lang="en-IN" sz="8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layer-protocol-qualifier?   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tapi-common:layer-protocol-qualifier</a:t>
            </a:r>
            <a:endParaRPr lang="en-IN" sz="8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local-id                    string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name* [value-name]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value-name    string</a:t>
            </a:r>
          </a:p>
          <a:p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      |  |  |     +--</a:t>
            </a:r>
            <a:r>
              <a:rPr lang="en-IN" sz="800" err="1">
                <a:solidFill>
                  <a:schemeClr val="bg1"/>
                </a:solidFill>
                <a:latin typeface="Consolas" panose="020B0609020204030204" pitchFamily="49" charset="0"/>
              </a:rPr>
              <a:t>rw</a:t>
            </a:r>
            <a:r>
              <a:rPr lang="en-IN" sz="800">
                <a:solidFill>
                  <a:schemeClr val="bg1"/>
                </a:solidFill>
                <a:latin typeface="Consolas" panose="020B0609020204030204" pitchFamily="49" charset="0"/>
              </a:rPr>
              <a:t> value?        string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ots-media-connectivity-service-end-point-spec</a:t>
            </a:r>
          </a:p>
          <a:p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      |  |  |     +--</a:t>
            </a:r>
            <a:r>
              <a:rPr lang="en-IN" sz="800" b="1" err="1">
                <a:solidFill>
                  <a:srgbClr val="FFFF00"/>
                </a:solidFill>
                <a:latin typeface="Consolas" panose="020B0609020204030204" pitchFamily="49" charset="0"/>
              </a:rPr>
              <a:t>rw</a:t>
            </a:r>
            <a:r>
              <a:rPr lang="en-IN" sz="800" b="1">
                <a:solidFill>
                  <a:srgbClr val="FFFF00"/>
                </a:solidFill>
                <a:latin typeface="Consolas" panose="020B0609020204030204" pitchFamily="49" charset="0"/>
              </a:rPr>
              <a:t> total-loss    decimal64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53E97E-1201-ABAF-3669-0C45C4637A53}"/>
              </a:ext>
            </a:extLst>
          </p:cNvPr>
          <p:cNvCxnSpPr>
            <a:cxnSpLocks/>
          </p:cNvCxnSpPr>
          <p:nvPr/>
        </p:nvCxnSpPr>
        <p:spPr>
          <a:xfrm flipH="1" flipV="1">
            <a:off x="7657086" y="5575569"/>
            <a:ext cx="545816" cy="390026"/>
          </a:xfrm>
          <a:prstGeom prst="straightConnector1">
            <a:avLst/>
          </a:prstGeom>
          <a:ln w="25400" cap="rnd" cmpd="sng">
            <a:solidFill>
              <a:schemeClr val="tx1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2373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71">
      <a:dk1>
        <a:srgbClr val="4B4B4B"/>
      </a:dk1>
      <a:lt1>
        <a:srgbClr val="FFFFFF"/>
      </a:lt1>
      <a:dk2>
        <a:srgbClr val="004B7D"/>
      </a:dk2>
      <a:lt2>
        <a:srgbClr val="00CCFF"/>
      </a:lt2>
      <a:accent1>
        <a:srgbClr val="4B87CC"/>
      </a:accent1>
      <a:accent2>
        <a:srgbClr val="AF3333"/>
      </a:accent2>
      <a:accent3>
        <a:srgbClr val="4B994B"/>
      </a:accent3>
      <a:accent4>
        <a:srgbClr val="664B97"/>
      </a:accent4>
      <a:accent5>
        <a:srgbClr val="FFAF00"/>
      </a:accent5>
      <a:accent6>
        <a:srgbClr val="971919"/>
      </a:accent6>
      <a:hlink>
        <a:srgbClr val="004B7D"/>
      </a:hlink>
      <a:folHlink>
        <a:srgbClr val="6666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5400" cap="rnd" cmpd="sng">
          <a:solidFill>
            <a:schemeClr val="tx1">
              <a:lumMod val="60000"/>
              <a:lumOff val="4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7295cc1-d279-42ac-ab4d-3b0f4fece050}" enabled="1" method="Standard" siteId="{a19f121d-81e1-4858-a9d8-736e267fd4c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1286</Words>
  <Application>Microsoft Office PowerPoint</Application>
  <PresentationFormat>Widescreen</PresentationFormat>
  <Paragraphs>156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游ゴシック</vt:lpstr>
      <vt:lpstr>Arial</vt:lpstr>
      <vt:lpstr>Consolas</vt:lpstr>
      <vt:lpstr>Corbel</vt:lpstr>
      <vt:lpstr>Open Sans Medium</vt:lpstr>
      <vt:lpstr>Roboto</vt:lpstr>
      <vt:lpstr>Roboto Slab Light</vt:lpstr>
      <vt:lpstr>Wingdings</vt:lpstr>
      <vt:lpstr>1_Office Theme</vt:lpstr>
      <vt:lpstr>Conveying optical impairment and power capability information on inter-domain  OMS/OTS Links</vt:lpstr>
      <vt:lpstr>Inter-domain Links 1 – Hierarchical Controllers</vt:lpstr>
      <vt:lpstr>Inter-domain Links 2 – Same level controllers</vt:lpstr>
      <vt:lpstr>Requirements for Optical Power Control</vt:lpstr>
      <vt:lpstr>Power Management Capability PAC</vt:lpstr>
      <vt:lpstr>Power Management Capability PAC – TR547</vt:lpstr>
      <vt:lpstr>Power Management Config PAC</vt:lpstr>
      <vt:lpstr>OTS Fiber Span Impairments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Joyce, Roshan</dc:creator>
  <cp:lastModifiedBy>Joyce, Roshan</cp:lastModifiedBy>
  <cp:revision>2</cp:revision>
  <dcterms:created xsi:type="dcterms:W3CDTF">2026-01-21T09:52:00Z</dcterms:created>
  <dcterms:modified xsi:type="dcterms:W3CDTF">2026-07-06T09:44:29Z</dcterms:modified>
</cp:coreProperties>
</file>