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6" r:id="rId6"/>
    <p:sldId id="261" r:id="rId7"/>
    <p:sldId id="262" r:id="rId8"/>
    <p:sldId id="263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034837-05DE-4DB6-971A-AC4867458A75}" v="19" dt="2020-05-03T05:58:32.3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s, Nigel" userId="c29b3813-a1f4-40e2-a213-c1c0b0befa0c" providerId="ADAL" clId="{5675528A-72AD-467C-B3A2-F0910725111A}"/>
    <pc:docChg chg="undo custSel addSld delSld modSld">
      <pc:chgData name="Davis, Nigel" userId="c29b3813-a1f4-40e2-a213-c1c0b0befa0c" providerId="ADAL" clId="{5675528A-72AD-467C-B3A2-F0910725111A}" dt="2020-05-03T06:05:03.837" v="1261" actId="20577"/>
      <pc:docMkLst>
        <pc:docMk/>
      </pc:docMkLst>
      <pc:sldChg chg="modSp">
        <pc:chgData name="Davis, Nigel" userId="c29b3813-a1f4-40e2-a213-c1c0b0befa0c" providerId="ADAL" clId="{5675528A-72AD-467C-B3A2-F0910725111A}" dt="2020-05-03T05:34:44.247" v="113" actId="20577"/>
        <pc:sldMkLst>
          <pc:docMk/>
          <pc:sldMk cId="1713664311" sldId="256"/>
        </pc:sldMkLst>
        <pc:spChg chg="mod">
          <ac:chgData name="Davis, Nigel" userId="c29b3813-a1f4-40e2-a213-c1c0b0befa0c" providerId="ADAL" clId="{5675528A-72AD-467C-B3A2-F0910725111A}" dt="2020-05-03T05:34:27.749" v="67" actId="5793"/>
          <ac:spMkLst>
            <pc:docMk/>
            <pc:sldMk cId="1713664311" sldId="256"/>
            <ac:spMk id="2" creationId="{36E22A3C-5EB8-44C9-A279-7A9130244BF8}"/>
          </ac:spMkLst>
        </pc:spChg>
        <pc:spChg chg="mod">
          <ac:chgData name="Davis, Nigel" userId="c29b3813-a1f4-40e2-a213-c1c0b0befa0c" providerId="ADAL" clId="{5675528A-72AD-467C-B3A2-F0910725111A}" dt="2020-05-03T05:34:44.247" v="113" actId="20577"/>
          <ac:spMkLst>
            <pc:docMk/>
            <pc:sldMk cId="1713664311" sldId="256"/>
            <ac:spMk id="3" creationId="{4A181870-F4EB-4C66-895C-B2F08465B9B1}"/>
          </ac:spMkLst>
        </pc:spChg>
      </pc:sldChg>
      <pc:sldChg chg="del">
        <pc:chgData name="Davis, Nigel" userId="c29b3813-a1f4-40e2-a213-c1c0b0befa0c" providerId="ADAL" clId="{5675528A-72AD-467C-B3A2-F0910725111A}" dt="2020-05-03T05:35:00.422" v="114" actId="47"/>
        <pc:sldMkLst>
          <pc:docMk/>
          <pc:sldMk cId="3594158663" sldId="257"/>
        </pc:sldMkLst>
      </pc:sldChg>
      <pc:sldChg chg="del">
        <pc:chgData name="Davis, Nigel" userId="c29b3813-a1f4-40e2-a213-c1c0b0befa0c" providerId="ADAL" clId="{5675528A-72AD-467C-B3A2-F0910725111A}" dt="2020-05-03T05:35:00.422" v="114" actId="47"/>
        <pc:sldMkLst>
          <pc:docMk/>
          <pc:sldMk cId="247543491" sldId="258"/>
        </pc:sldMkLst>
      </pc:sldChg>
      <pc:sldChg chg="del">
        <pc:chgData name="Davis, Nigel" userId="c29b3813-a1f4-40e2-a213-c1c0b0befa0c" providerId="ADAL" clId="{5675528A-72AD-467C-B3A2-F0910725111A}" dt="2020-05-03T05:35:00.422" v="114" actId="47"/>
        <pc:sldMkLst>
          <pc:docMk/>
          <pc:sldMk cId="3745568658" sldId="259"/>
        </pc:sldMkLst>
      </pc:sldChg>
      <pc:sldChg chg="del">
        <pc:chgData name="Davis, Nigel" userId="c29b3813-a1f4-40e2-a213-c1c0b0befa0c" providerId="ADAL" clId="{5675528A-72AD-467C-B3A2-F0910725111A}" dt="2020-05-03T05:35:00.422" v="114" actId="47"/>
        <pc:sldMkLst>
          <pc:docMk/>
          <pc:sldMk cId="4253039282" sldId="260"/>
        </pc:sldMkLst>
      </pc:sldChg>
      <pc:sldChg chg="addSp delSp modSp">
        <pc:chgData name="Davis, Nigel" userId="c29b3813-a1f4-40e2-a213-c1c0b0befa0c" providerId="ADAL" clId="{5675528A-72AD-467C-B3A2-F0910725111A}" dt="2020-05-03T05:55:28.670" v="900" actId="1076"/>
        <pc:sldMkLst>
          <pc:docMk/>
          <pc:sldMk cId="2361765044" sldId="262"/>
        </pc:sldMkLst>
        <pc:spChg chg="add mod">
          <ac:chgData name="Davis, Nigel" userId="c29b3813-a1f4-40e2-a213-c1c0b0befa0c" providerId="ADAL" clId="{5675528A-72AD-467C-B3A2-F0910725111A}" dt="2020-05-03T05:39:15.819" v="691" actId="1076"/>
          <ac:spMkLst>
            <pc:docMk/>
            <pc:sldMk cId="2361765044" sldId="262"/>
            <ac:spMk id="3" creationId="{8749E0D5-AEEE-471F-B270-93DF3EBEFFE5}"/>
          </ac:spMkLst>
        </pc:spChg>
        <pc:spChg chg="add mod">
          <ac:chgData name="Davis, Nigel" userId="c29b3813-a1f4-40e2-a213-c1c0b0befa0c" providerId="ADAL" clId="{5675528A-72AD-467C-B3A2-F0910725111A}" dt="2020-05-03T05:39:26.143" v="720" actId="20577"/>
          <ac:spMkLst>
            <pc:docMk/>
            <pc:sldMk cId="2361765044" sldId="262"/>
            <ac:spMk id="15" creationId="{870DBAD9-881E-42DD-9605-8C8F37CAA3AE}"/>
          </ac:spMkLst>
        </pc:spChg>
        <pc:spChg chg="add mod">
          <ac:chgData name="Davis, Nigel" userId="c29b3813-a1f4-40e2-a213-c1c0b0befa0c" providerId="ADAL" clId="{5675528A-72AD-467C-B3A2-F0910725111A}" dt="2020-05-03T05:41:00.127" v="767" actId="20577"/>
          <ac:spMkLst>
            <pc:docMk/>
            <pc:sldMk cId="2361765044" sldId="262"/>
            <ac:spMk id="20" creationId="{58D84B82-BE18-4E46-BAB3-78FDFFB9AC74}"/>
          </ac:spMkLst>
        </pc:spChg>
        <pc:spChg chg="add mod">
          <ac:chgData name="Davis, Nigel" userId="c29b3813-a1f4-40e2-a213-c1c0b0befa0c" providerId="ADAL" clId="{5675528A-72AD-467C-B3A2-F0910725111A}" dt="2020-05-03T05:48:53.861" v="887" actId="20577"/>
          <ac:spMkLst>
            <pc:docMk/>
            <pc:sldMk cId="2361765044" sldId="262"/>
            <ac:spMk id="24" creationId="{227CAFAE-F90F-4C81-80CB-D34546A5E31C}"/>
          </ac:spMkLst>
        </pc:spChg>
        <pc:picChg chg="add mod">
          <ac:chgData name="Davis, Nigel" userId="c29b3813-a1f4-40e2-a213-c1c0b0befa0c" providerId="ADAL" clId="{5675528A-72AD-467C-B3A2-F0910725111A}" dt="2020-05-03T05:45:39.035" v="851" actId="1076"/>
          <ac:picMkLst>
            <pc:docMk/>
            <pc:sldMk cId="2361765044" sldId="262"/>
            <ac:picMk id="34" creationId="{43959BB1-F018-44A2-A4D2-D9BEC63BF7A3}"/>
          </ac:picMkLst>
        </pc:picChg>
        <pc:picChg chg="add del mod">
          <ac:chgData name="Davis, Nigel" userId="c29b3813-a1f4-40e2-a213-c1c0b0befa0c" providerId="ADAL" clId="{5675528A-72AD-467C-B3A2-F0910725111A}" dt="2020-05-03T05:50:13.015" v="891" actId="478"/>
          <ac:picMkLst>
            <pc:docMk/>
            <pc:sldMk cId="2361765044" sldId="262"/>
            <ac:picMk id="35" creationId="{80B20FB9-0802-424E-8E4F-6DB89C938D22}"/>
          </ac:picMkLst>
        </pc:picChg>
        <pc:picChg chg="add mod">
          <ac:chgData name="Davis, Nigel" userId="c29b3813-a1f4-40e2-a213-c1c0b0befa0c" providerId="ADAL" clId="{5675528A-72AD-467C-B3A2-F0910725111A}" dt="2020-05-03T05:48:23.074" v="857" actId="1076"/>
          <ac:picMkLst>
            <pc:docMk/>
            <pc:sldMk cId="2361765044" sldId="262"/>
            <ac:picMk id="36" creationId="{58DB34A3-A838-4927-BC27-5213DE12D54A}"/>
          </ac:picMkLst>
        </pc:picChg>
        <pc:picChg chg="add mod">
          <ac:chgData name="Davis, Nigel" userId="c29b3813-a1f4-40e2-a213-c1c0b0befa0c" providerId="ADAL" clId="{5675528A-72AD-467C-B3A2-F0910725111A}" dt="2020-05-03T05:50:07.771" v="890" actId="1076"/>
          <ac:picMkLst>
            <pc:docMk/>
            <pc:sldMk cId="2361765044" sldId="262"/>
            <ac:picMk id="37" creationId="{E7684F92-BE5C-498D-B1F2-4C18B26F3FAE}"/>
          </ac:picMkLst>
        </pc:picChg>
        <pc:picChg chg="add mod">
          <ac:chgData name="Davis, Nigel" userId="c29b3813-a1f4-40e2-a213-c1c0b0befa0c" providerId="ADAL" clId="{5675528A-72AD-467C-B3A2-F0910725111A}" dt="2020-05-03T05:51:06.210" v="894" actId="1076"/>
          <ac:picMkLst>
            <pc:docMk/>
            <pc:sldMk cId="2361765044" sldId="262"/>
            <ac:picMk id="38" creationId="{F1416215-6C64-4763-9305-F35242E87DA6}"/>
          </ac:picMkLst>
        </pc:picChg>
        <pc:picChg chg="add mod">
          <ac:chgData name="Davis, Nigel" userId="c29b3813-a1f4-40e2-a213-c1c0b0befa0c" providerId="ADAL" clId="{5675528A-72AD-467C-B3A2-F0910725111A}" dt="2020-05-03T05:53:27.718" v="897" actId="1076"/>
          <ac:picMkLst>
            <pc:docMk/>
            <pc:sldMk cId="2361765044" sldId="262"/>
            <ac:picMk id="39" creationId="{0A4B0739-04D8-4F82-A01D-E93DD4071D05}"/>
          </ac:picMkLst>
        </pc:picChg>
        <pc:picChg chg="add mod">
          <ac:chgData name="Davis, Nigel" userId="c29b3813-a1f4-40e2-a213-c1c0b0befa0c" providerId="ADAL" clId="{5675528A-72AD-467C-B3A2-F0910725111A}" dt="2020-05-03T05:55:28.670" v="900" actId="1076"/>
          <ac:picMkLst>
            <pc:docMk/>
            <pc:sldMk cId="2361765044" sldId="262"/>
            <ac:picMk id="40" creationId="{E942CAC2-9B9D-44F1-BE06-873B984B0CCB}"/>
          </ac:picMkLst>
        </pc:picChg>
        <pc:cxnChg chg="add mod">
          <ac:chgData name="Davis, Nigel" userId="c29b3813-a1f4-40e2-a213-c1c0b0befa0c" providerId="ADAL" clId="{5675528A-72AD-467C-B3A2-F0910725111A}" dt="2020-05-03T05:39:36.694" v="722" actId="208"/>
          <ac:cxnSpMkLst>
            <pc:docMk/>
            <pc:sldMk cId="2361765044" sldId="262"/>
            <ac:cxnSpMk id="9" creationId="{DF699E76-9A47-47FD-8335-24959D439C4D}"/>
          </ac:cxnSpMkLst>
        </pc:cxnChg>
        <pc:cxnChg chg="add mod">
          <ac:chgData name="Davis, Nigel" userId="c29b3813-a1f4-40e2-a213-c1c0b0befa0c" providerId="ADAL" clId="{5675528A-72AD-467C-B3A2-F0910725111A}" dt="2020-05-03T05:40:07.113" v="729" actId="14100"/>
          <ac:cxnSpMkLst>
            <pc:docMk/>
            <pc:sldMk cId="2361765044" sldId="262"/>
            <ac:cxnSpMk id="16" creationId="{749E997E-5D95-487B-8267-0400304947D7}"/>
          </ac:cxnSpMkLst>
        </pc:cxnChg>
        <pc:cxnChg chg="add mod">
          <ac:chgData name="Davis, Nigel" userId="c29b3813-a1f4-40e2-a213-c1c0b0befa0c" providerId="ADAL" clId="{5675528A-72AD-467C-B3A2-F0910725111A}" dt="2020-05-03T05:40:55.027" v="751" actId="20577"/>
          <ac:cxnSpMkLst>
            <pc:docMk/>
            <pc:sldMk cId="2361765044" sldId="262"/>
            <ac:cxnSpMk id="21" creationId="{CC7CF66C-B9BE-4C07-AC6D-030E860609FA}"/>
          </ac:cxnSpMkLst>
        </pc:cxnChg>
        <pc:cxnChg chg="add mod">
          <ac:chgData name="Davis, Nigel" userId="c29b3813-a1f4-40e2-a213-c1c0b0befa0c" providerId="ADAL" clId="{5675528A-72AD-467C-B3A2-F0910725111A}" dt="2020-05-03T05:48:53.529" v="885" actId="20577"/>
          <ac:cxnSpMkLst>
            <pc:docMk/>
            <pc:sldMk cId="2361765044" sldId="262"/>
            <ac:cxnSpMk id="25" creationId="{AA02BA82-124A-43F0-A74E-CB223B77A61D}"/>
          </ac:cxnSpMkLst>
        </pc:cxnChg>
        <pc:cxnChg chg="add mod">
          <ac:chgData name="Davis, Nigel" userId="c29b3813-a1f4-40e2-a213-c1c0b0befa0c" providerId="ADAL" clId="{5675528A-72AD-467C-B3A2-F0910725111A}" dt="2020-05-03T05:48:53.529" v="885" actId="20577"/>
          <ac:cxnSpMkLst>
            <pc:docMk/>
            <pc:sldMk cId="2361765044" sldId="262"/>
            <ac:cxnSpMk id="28" creationId="{2FACD35B-BE70-44D4-9BBA-49E1FC93DD2A}"/>
          </ac:cxnSpMkLst>
        </pc:cxnChg>
        <pc:cxnChg chg="add mod">
          <ac:chgData name="Davis, Nigel" userId="c29b3813-a1f4-40e2-a213-c1c0b0befa0c" providerId="ADAL" clId="{5675528A-72AD-467C-B3A2-F0910725111A}" dt="2020-05-03T05:48:53.529" v="885" actId="20577"/>
          <ac:cxnSpMkLst>
            <pc:docMk/>
            <pc:sldMk cId="2361765044" sldId="262"/>
            <ac:cxnSpMk id="31" creationId="{EEA0A5BD-FC47-4B14-B765-CDE12D7713E2}"/>
          </ac:cxnSpMkLst>
        </pc:cxnChg>
      </pc:sldChg>
      <pc:sldChg chg="del">
        <pc:chgData name="Davis, Nigel" userId="c29b3813-a1f4-40e2-a213-c1c0b0befa0c" providerId="ADAL" clId="{5675528A-72AD-467C-B3A2-F0910725111A}" dt="2020-05-03T05:35:08.622" v="115" actId="47"/>
        <pc:sldMkLst>
          <pc:docMk/>
          <pc:sldMk cId="3614416515" sldId="264"/>
        </pc:sldMkLst>
      </pc:sldChg>
      <pc:sldChg chg="addSp modSp">
        <pc:chgData name="Davis, Nigel" userId="c29b3813-a1f4-40e2-a213-c1c0b0befa0c" providerId="ADAL" clId="{5675528A-72AD-467C-B3A2-F0910725111A}" dt="2020-05-03T06:00:05.011" v="1104" actId="20577"/>
        <pc:sldMkLst>
          <pc:docMk/>
          <pc:sldMk cId="1547945394" sldId="265"/>
        </pc:sldMkLst>
        <pc:spChg chg="mod">
          <ac:chgData name="Davis, Nigel" userId="c29b3813-a1f4-40e2-a213-c1c0b0befa0c" providerId="ADAL" clId="{5675528A-72AD-467C-B3A2-F0910725111A}" dt="2020-05-03T06:00:05.011" v="1104" actId="20577"/>
          <ac:spMkLst>
            <pc:docMk/>
            <pc:sldMk cId="1547945394" sldId="265"/>
            <ac:spMk id="3" creationId="{82DA975F-36C1-4427-8A99-D7946C6D0EC8}"/>
          </ac:spMkLst>
        </pc:spChg>
        <pc:picChg chg="add mod">
          <ac:chgData name="Davis, Nigel" userId="c29b3813-a1f4-40e2-a213-c1c0b0befa0c" providerId="ADAL" clId="{5675528A-72AD-467C-B3A2-F0910725111A}" dt="2020-05-03T05:58:45.467" v="988" actId="1076"/>
          <ac:picMkLst>
            <pc:docMk/>
            <pc:sldMk cId="1547945394" sldId="265"/>
            <ac:picMk id="4" creationId="{A6BBB585-C494-4577-ADC3-B32813EEF3E0}"/>
          </ac:picMkLst>
        </pc:picChg>
      </pc:sldChg>
      <pc:sldChg chg="modSp new">
        <pc:chgData name="Davis, Nigel" userId="c29b3813-a1f4-40e2-a213-c1c0b0befa0c" providerId="ADAL" clId="{5675528A-72AD-467C-B3A2-F0910725111A}" dt="2020-05-03T05:37:55.101" v="661" actId="27636"/>
        <pc:sldMkLst>
          <pc:docMk/>
          <pc:sldMk cId="3124467905" sldId="266"/>
        </pc:sldMkLst>
        <pc:spChg chg="mod">
          <ac:chgData name="Davis, Nigel" userId="c29b3813-a1f4-40e2-a213-c1c0b0befa0c" providerId="ADAL" clId="{5675528A-72AD-467C-B3A2-F0910725111A}" dt="2020-05-03T05:35:34.670" v="128" actId="20577"/>
          <ac:spMkLst>
            <pc:docMk/>
            <pc:sldMk cId="3124467905" sldId="266"/>
            <ac:spMk id="2" creationId="{DABC5ABC-C7A2-451A-B746-1F1DA8E578B9}"/>
          </ac:spMkLst>
        </pc:spChg>
        <pc:spChg chg="mod">
          <ac:chgData name="Davis, Nigel" userId="c29b3813-a1f4-40e2-a213-c1c0b0befa0c" providerId="ADAL" clId="{5675528A-72AD-467C-B3A2-F0910725111A}" dt="2020-05-03T05:37:55.101" v="661" actId="27636"/>
          <ac:spMkLst>
            <pc:docMk/>
            <pc:sldMk cId="3124467905" sldId="266"/>
            <ac:spMk id="3" creationId="{42F6FCDE-050B-4042-8BE3-5E800832F016}"/>
          </ac:spMkLst>
        </pc:spChg>
      </pc:sldChg>
      <pc:sldChg chg="del">
        <pc:chgData name="Davis, Nigel" userId="c29b3813-a1f4-40e2-a213-c1c0b0befa0c" providerId="ADAL" clId="{5675528A-72AD-467C-B3A2-F0910725111A}" dt="2020-05-03T05:35:08.622" v="115" actId="47"/>
        <pc:sldMkLst>
          <pc:docMk/>
          <pc:sldMk cId="3171520924" sldId="266"/>
        </pc:sldMkLst>
      </pc:sldChg>
      <pc:sldChg chg="modSp new">
        <pc:chgData name="Davis, Nigel" userId="c29b3813-a1f4-40e2-a213-c1c0b0befa0c" providerId="ADAL" clId="{5675528A-72AD-467C-B3A2-F0910725111A}" dt="2020-05-03T06:05:03.837" v="1261" actId="20577"/>
        <pc:sldMkLst>
          <pc:docMk/>
          <pc:sldMk cId="2949245422" sldId="267"/>
        </pc:sldMkLst>
        <pc:spChg chg="mod">
          <ac:chgData name="Davis, Nigel" userId="c29b3813-a1f4-40e2-a213-c1c0b0befa0c" providerId="ADAL" clId="{5675528A-72AD-467C-B3A2-F0910725111A}" dt="2020-05-03T06:01:01.691" v="1141" actId="20577"/>
          <ac:spMkLst>
            <pc:docMk/>
            <pc:sldMk cId="2949245422" sldId="267"/>
            <ac:spMk id="2" creationId="{52A54296-A405-460A-BE0B-2C60ED94C909}"/>
          </ac:spMkLst>
        </pc:spChg>
        <pc:spChg chg="mod">
          <ac:chgData name="Davis, Nigel" userId="c29b3813-a1f4-40e2-a213-c1c0b0befa0c" providerId="ADAL" clId="{5675528A-72AD-467C-B3A2-F0910725111A}" dt="2020-05-03T06:05:03.837" v="1261" actId="20577"/>
          <ac:spMkLst>
            <pc:docMk/>
            <pc:sldMk cId="2949245422" sldId="267"/>
            <ac:spMk id="3" creationId="{333DB8DB-C39A-4866-AE34-40F701CA3E10}"/>
          </ac:spMkLst>
        </pc:spChg>
      </pc:sldChg>
    </pc:docChg>
  </pc:docChgLst>
  <pc:docChgLst>
    <pc:chgData name="Davis, Nigel" userId="c29b3813-a1f4-40e2-a213-c1c0b0befa0c" providerId="ADAL" clId="{94034837-05DE-4DB6-971A-AC4867458A75}"/>
    <pc:docChg chg="modSld">
      <pc:chgData name="Davis, Nigel" userId="c29b3813-a1f4-40e2-a213-c1c0b0befa0c" providerId="ADAL" clId="{94034837-05DE-4DB6-971A-AC4867458A75}" dt="2020-05-06T12:09:58.719" v="139" actId="20577"/>
      <pc:docMkLst>
        <pc:docMk/>
      </pc:docMkLst>
      <pc:sldChg chg="modSp">
        <pc:chgData name="Davis, Nigel" userId="c29b3813-a1f4-40e2-a213-c1c0b0befa0c" providerId="ADAL" clId="{94034837-05DE-4DB6-971A-AC4867458A75}" dt="2020-05-06T12:09:58.719" v="139" actId="20577"/>
        <pc:sldMkLst>
          <pc:docMk/>
          <pc:sldMk cId="1547945394" sldId="265"/>
        </pc:sldMkLst>
        <pc:spChg chg="mod">
          <ac:chgData name="Davis, Nigel" userId="c29b3813-a1f4-40e2-a213-c1c0b0befa0c" providerId="ADAL" clId="{94034837-05DE-4DB6-971A-AC4867458A75}" dt="2020-05-06T12:09:58.719" v="139" actId="20577"/>
          <ac:spMkLst>
            <pc:docMk/>
            <pc:sldMk cId="1547945394" sldId="265"/>
            <ac:spMk id="3" creationId="{82DA975F-36C1-4427-8A99-D7946C6D0EC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58ABE-5744-4E1F-BC33-46ABC04DCB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5985B5-FEA4-4045-8872-4F985FF433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48F9D-BF6B-4B4C-8AD2-CD0936C5B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8EDA-6AB4-44CF-94B5-3DCD02C59E22}" type="datetimeFigureOut">
              <a:rPr lang="en-GB" smtClean="0"/>
              <a:t>06/05/2020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2A058-4EAD-4783-BB98-07FC0FEE0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69D5A-58D1-40D1-BB68-96CBAB933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5DF4C-5947-42FF-9987-B899D7B525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396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CFA91-FCA3-4068-8326-E98891FE9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FE46C-4453-43E8-AD05-5785FB560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93823-DF4D-4FC3-BE25-25363CD79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8EDA-6AB4-44CF-94B5-3DCD02C59E22}" type="datetimeFigureOut">
              <a:rPr lang="en-GB" smtClean="0"/>
              <a:t>06/05/2020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C5B84-75B6-46A4-A8E4-7878F47B0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F9C8B-DB68-4EBA-B647-09C603996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5DF4C-5947-42FF-9987-B899D7B525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2864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45A61-5F1C-4E2C-AD40-14261B14D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5A08EB-BC95-44E9-99D3-0447A3DD7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6A711-0269-4F34-995F-9A70EFB20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8EDA-6AB4-44CF-94B5-3DCD02C59E22}" type="datetimeFigureOut">
              <a:rPr lang="en-GB" smtClean="0"/>
              <a:t>06/05/2020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6790A-29B4-43B9-B3B9-E1756C111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DC570-225D-4D47-9D66-1FBB3174F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5DF4C-5947-42FF-9987-B899D7B525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0546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B460A-A247-4D1B-BE51-D76B902A9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744BC-A84B-4B33-A122-BB5BAD0D31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825E0-BEEB-454F-A2A6-320225199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5313BE-9FC3-416E-903B-BD57C868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8EDA-6AB4-44CF-94B5-3DCD02C59E22}" type="datetimeFigureOut">
              <a:rPr lang="en-GB" smtClean="0"/>
              <a:t>06/05/2020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451C5E-A1DB-4AC9-A5EE-A7750523C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47F9A-B592-42B3-8851-1472F248A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5DF4C-5947-42FF-9987-B899D7B525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8016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892C9-82F2-4BB7-A43F-DB1C4550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ED9DE-3DAD-4DBC-BFE2-635B9C159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C9960-F7C3-41BC-A47A-E19F17D9A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96785-2A6C-436A-8337-2BAEA26EBB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DBA3D8-3C5E-4B0D-861A-91ECE612C9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D6495D-42AB-45BC-873E-EA63D7C81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8EDA-6AB4-44CF-94B5-3DCD02C59E22}" type="datetimeFigureOut">
              <a:rPr lang="en-GB" smtClean="0"/>
              <a:t>06/05/2020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A0421D-5546-4E03-BE74-B8E0AA11D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44A9A9-9CB4-4077-9912-FF1D17501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5DF4C-5947-42FF-9987-B899D7B525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2844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A55D3-B806-45BC-BA22-7F319AEA9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B5B82B-33E4-4ED5-9116-9DFB19823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8EDA-6AB4-44CF-94B5-3DCD02C59E22}" type="datetimeFigureOut">
              <a:rPr lang="en-GB" smtClean="0"/>
              <a:t>06/05/2020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6CD2CA-17C4-4089-AB4B-6BD95F6F4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868EB5-C059-4592-9376-7FAAF3458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5DF4C-5947-42FF-9987-B899D7B525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0775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B91AE5-DF0E-4554-9ABE-7A284E058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8EDA-6AB4-44CF-94B5-3DCD02C59E22}" type="datetimeFigureOut">
              <a:rPr lang="en-GB" smtClean="0"/>
              <a:t>06/05/2020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1F50F3-53EA-4BD9-85C7-E9DE96183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75F5A-74A8-4161-B221-F414D6FA7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5DF4C-5947-42FF-9987-B899D7B525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459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1674-82CD-4F3A-8F7A-CB6E359A1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B6436-55E6-42A4-A328-3F24C94B1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7D92BB-6B1F-497E-B707-A0A25DB04F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5935DA-38BB-42B3-A6A6-6064BB41E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8EDA-6AB4-44CF-94B5-3DCD02C59E22}" type="datetimeFigureOut">
              <a:rPr lang="en-GB" smtClean="0"/>
              <a:t>06/05/2020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142C4-1040-4B36-9142-0C743DB11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E36E3-EB2A-46C1-96A9-C321D14FC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5DF4C-5947-42FF-9987-B899D7B525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0570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63EA2-2656-4AD6-934C-8FA9A1606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FA8B14-82B1-4F5D-9964-E50D772CAC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FC7FC-969D-4759-9D93-F54604437B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5651D5-474F-468D-8336-D71A3333A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8EDA-6AB4-44CF-94B5-3DCD02C59E22}" type="datetimeFigureOut">
              <a:rPr lang="en-GB" smtClean="0"/>
              <a:t>06/05/2020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AE379-71DF-4494-852D-7CFFD3749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1DF49-ECFC-4C68-BE14-32A9D72D0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5DF4C-5947-42FF-9987-B899D7B525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2236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C1738-218B-44C2-9333-C16B30C7C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C581EA-C6A6-4C73-849B-6E9BAEE68A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43C78-984B-47AA-A06F-5EA214499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8EDA-6AB4-44CF-94B5-3DCD02C59E22}" type="datetimeFigureOut">
              <a:rPr lang="en-GB" smtClean="0"/>
              <a:t>06/05/2020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E1758-DFEC-4033-A545-5D118DE2A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BEF7A-2310-49FE-9847-92FAB82F5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5DF4C-5947-42FF-9987-B899D7B525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4208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02BD3E-D8CE-4CCE-BE64-9716A9FEC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C2A5D-1FC3-454C-B5C0-D505C2AC37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25511-D4EF-4916-9B8F-798EC6A27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8EDA-6AB4-44CF-94B5-3DCD02C59E22}" type="datetimeFigureOut">
              <a:rPr lang="en-GB" smtClean="0"/>
              <a:t>06/05/2020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FF7B5-1838-4BAF-B171-10C971E6E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80AA7-19A6-4A5B-A3D4-5D292474B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5DF4C-5947-42FF-9987-B899D7B525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9254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189352-80E1-4289-9AA6-839F0FC5F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20747-21F0-4F6A-AC14-CCDEDA58E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BF574-4FEF-4E7E-BA89-26DB33708F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68EDA-6AB4-44CF-94B5-3DCD02C59E22}" type="datetimeFigureOut">
              <a:rPr lang="en-GB" smtClean="0"/>
              <a:t>06/05/2020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DA738-A2DD-4872-90E7-E9993DC403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87A77-D07F-43DB-B20C-0DC09125D6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5DF4C-5947-42FF-9987-B899D7B525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334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22A3C-5EB8-44C9-A279-7A9130244B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TAPI Connectivity Service Computation Service </a:t>
            </a:r>
            <a:r>
              <a:rPr lang="en-GB" dirty="0">
                <a:sym typeface="Wingdings" panose="05000000000000000000" pitchFamily="2" charset="2"/>
              </a:rPr>
              <a:t>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181870-F4EB-4C66-895C-B2F08465B9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Nigel Davis (Ciena)</a:t>
            </a:r>
          </a:p>
          <a:p>
            <a:r>
              <a:rPr lang="en-GB" dirty="0"/>
              <a:t>Extracted from otcc2020.ND.005_TAPI-VariousRefinements.pptx and then enhanced</a:t>
            </a:r>
          </a:p>
        </p:txBody>
      </p:sp>
    </p:spTree>
    <p:extLst>
      <p:ext uri="{BB962C8B-B14F-4D97-AF65-F5344CB8AC3E}">
        <p14:creationId xmlns:p14="http://schemas.microsoft.com/office/powerpoint/2010/main" val="1713664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C5ABC-C7A2-451A-B746-1F1DA8E57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6FCDE-050B-4042-8BE3-5E800832F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Two aspects to this proposal</a:t>
            </a:r>
          </a:p>
          <a:p>
            <a:pPr lvl="1"/>
            <a:r>
              <a:rPr lang="en-GB" dirty="0" err="1"/>
              <a:t>PathComputationService</a:t>
            </a:r>
            <a:endParaRPr lang="en-GB" dirty="0"/>
          </a:p>
          <a:p>
            <a:pPr lvl="1"/>
            <a:r>
              <a:rPr lang="en-GB" dirty="0" err="1"/>
              <a:t>ConnectivityServiceComputationService</a:t>
            </a:r>
            <a:endParaRPr lang="en-GB" dirty="0"/>
          </a:p>
          <a:p>
            <a:r>
              <a:rPr lang="en-GB" dirty="0" err="1"/>
              <a:t>PathComputationService</a:t>
            </a:r>
            <a:endParaRPr lang="en-GB" dirty="0"/>
          </a:p>
          <a:p>
            <a:pPr lvl="1"/>
            <a:r>
              <a:rPr lang="en-GB" dirty="0"/>
              <a:t>What it isn’t</a:t>
            </a:r>
          </a:p>
          <a:p>
            <a:pPr lvl="1"/>
            <a:r>
              <a:rPr lang="en-GB" dirty="0"/>
              <a:t>What it is intended to be</a:t>
            </a:r>
          </a:p>
          <a:p>
            <a:pPr lvl="1"/>
            <a:r>
              <a:rPr lang="en-GB" dirty="0"/>
              <a:t>Enhancements proposed to make it more of what it is intended to be</a:t>
            </a:r>
          </a:p>
          <a:p>
            <a:r>
              <a:rPr lang="en-GB" dirty="0" err="1"/>
              <a:t>ConnectivityServiceComputationService</a:t>
            </a:r>
            <a:endParaRPr lang="en-GB" dirty="0"/>
          </a:p>
          <a:p>
            <a:pPr lvl="1"/>
            <a:r>
              <a:rPr lang="en-GB" dirty="0"/>
              <a:t>Now that </a:t>
            </a:r>
            <a:r>
              <a:rPr lang="en-GB" dirty="0" err="1"/>
              <a:t>PathComputationService</a:t>
            </a:r>
            <a:r>
              <a:rPr lang="en-GB" dirty="0"/>
              <a:t> is clearly not this, then what do we need</a:t>
            </a:r>
          </a:p>
          <a:p>
            <a:pPr lvl="1"/>
            <a:r>
              <a:rPr lang="en-GB" dirty="0"/>
              <a:t>How might the current model be enhanced to provide the capability </a:t>
            </a:r>
          </a:p>
        </p:txBody>
      </p:sp>
    </p:spTree>
    <p:extLst>
      <p:ext uri="{BB962C8B-B14F-4D97-AF65-F5344CB8AC3E}">
        <p14:creationId xmlns:p14="http://schemas.microsoft.com/office/powerpoint/2010/main" val="3124467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828D-312B-4CF3-8730-011DB6545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TapiPathComputation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89A69-9C5E-498E-A389-B4CB8E407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There appear to be various issues with the current structure</a:t>
            </a:r>
          </a:p>
          <a:p>
            <a:r>
              <a:rPr lang="en-GB" dirty="0"/>
              <a:t>The term “path” is confusing from an ITU-T perspective </a:t>
            </a:r>
          </a:p>
          <a:p>
            <a:pPr lvl="1"/>
            <a:r>
              <a:rPr lang="en-GB" dirty="0"/>
              <a:t>“path” in TAPI is an ordered list of Links</a:t>
            </a:r>
          </a:p>
          <a:p>
            <a:pPr lvl="2"/>
            <a:r>
              <a:rPr lang="en-GB" dirty="0"/>
              <a:t>The documentation says TE links… we need to remove TE!</a:t>
            </a:r>
          </a:p>
          <a:p>
            <a:r>
              <a:rPr lang="en-GB" dirty="0"/>
              <a:t>Some of the constraints etc. do not appear to make sense for the construction of an ordered list of Links</a:t>
            </a:r>
          </a:p>
          <a:p>
            <a:r>
              <a:rPr lang="en-GB" dirty="0"/>
              <a:t>Some of the entity names are extremely misleading</a:t>
            </a:r>
          </a:p>
          <a:p>
            <a:pPr lvl="1"/>
            <a:r>
              <a:rPr lang="en-GB" dirty="0"/>
              <a:t>The </a:t>
            </a:r>
            <a:r>
              <a:rPr lang="en-GB" dirty="0" err="1"/>
              <a:t>PathComputationService</a:t>
            </a:r>
            <a:r>
              <a:rPr lang="en-GB" dirty="0"/>
              <a:t> is actually a set of precomputed </a:t>
            </a:r>
            <a:r>
              <a:rPr lang="en-GB" dirty="0" err="1"/>
              <a:t>LinkLists</a:t>
            </a:r>
            <a:r>
              <a:rPr lang="en-GB" dirty="0"/>
              <a:t> and not a service of any form and essentially not, once formed, relevantly “path computation”</a:t>
            </a:r>
          </a:p>
          <a:p>
            <a:pPr lvl="1"/>
            <a:r>
              <a:rPr lang="en-GB" dirty="0"/>
              <a:t>Etc.</a:t>
            </a:r>
          </a:p>
          <a:p>
            <a:r>
              <a:rPr lang="en-GB" dirty="0"/>
              <a:t>The next slide shows the current model and the slide after shows some proposals for change</a:t>
            </a:r>
          </a:p>
          <a:p>
            <a:r>
              <a:rPr lang="en-GB" dirty="0"/>
              <a:t>There is also a need for a </a:t>
            </a:r>
            <a:r>
              <a:rPr lang="en-GB" dirty="0" err="1"/>
              <a:t>ConnectivityServiceComputationService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5159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6A025-AFC8-44F3-83B4-0FA5E0F68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TapiPathComputation</a:t>
            </a:r>
            <a:r>
              <a:rPr lang="en-GB" dirty="0"/>
              <a:t> – Current structure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108EC8-28C2-46BD-81F2-417C456588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5665" y="1825625"/>
            <a:ext cx="5560670" cy="4351338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3A31C3DE-7FD4-42C8-BBC2-907A22C5C814}"/>
              </a:ext>
            </a:extLst>
          </p:cNvPr>
          <p:cNvSpPr/>
          <p:nvPr/>
        </p:nvSpPr>
        <p:spPr>
          <a:xfrm>
            <a:off x="5386647" y="2801389"/>
            <a:ext cx="473826" cy="3657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AB5C7CB-762A-43C7-AB25-F64EBDC2D76C}"/>
              </a:ext>
            </a:extLst>
          </p:cNvPr>
          <p:cNvSpPr/>
          <p:nvPr/>
        </p:nvSpPr>
        <p:spPr>
          <a:xfrm>
            <a:off x="7523017" y="2369127"/>
            <a:ext cx="1512917" cy="36575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BD25037-0A3B-449E-8F59-D5DECC86ACAC}"/>
              </a:ext>
            </a:extLst>
          </p:cNvPr>
          <p:cNvSpPr/>
          <p:nvPr/>
        </p:nvSpPr>
        <p:spPr>
          <a:xfrm>
            <a:off x="7523017" y="2734886"/>
            <a:ext cx="1512917" cy="36575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EE7D10F-264E-4FF2-877D-5F5571379D4E}"/>
              </a:ext>
            </a:extLst>
          </p:cNvPr>
          <p:cNvSpPr/>
          <p:nvPr/>
        </p:nvSpPr>
        <p:spPr>
          <a:xfrm>
            <a:off x="4391619" y="4171056"/>
            <a:ext cx="473826" cy="3657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BF38B0C-D31C-46C6-A0A3-B3A6375CC566}"/>
              </a:ext>
            </a:extLst>
          </p:cNvPr>
          <p:cNvSpPr/>
          <p:nvPr/>
        </p:nvSpPr>
        <p:spPr>
          <a:xfrm>
            <a:off x="5704486" y="4187016"/>
            <a:ext cx="313929" cy="30215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CEE1EBF-32E4-4801-AA5B-94058FB4739A}"/>
              </a:ext>
            </a:extLst>
          </p:cNvPr>
          <p:cNvSpPr/>
          <p:nvPr/>
        </p:nvSpPr>
        <p:spPr>
          <a:xfrm>
            <a:off x="7458470" y="3821257"/>
            <a:ext cx="1269893" cy="3657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42E4D94-43E9-488B-8A4C-B9569115EB95}"/>
              </a:ext>
            </a:extLst>
          </p:cNvPr>
          <p:cNvSpPr/>
          <p:nvPr/>
        </p:nvSpPr>
        <p:spPr>
          <a:xfrm>
            <a:off x="7286104" y="4071605"/>
            <a:ext cx="473826" cy="3657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49E0D5-AEEE-471F-B270-93DF3EBEFFE5}"/>
              </a:ext>
            </a:extLst>
          </p:cNvPr>
          <p:cNvSpPr txBox="1"/>
          <p:nvPr/>
        </p:nvSpPr>
        <p:spPr>
          <a:xfrm>
            <a:off x="1464383" y="4160366"/>
            <a:ext cx="15521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A link is multi-pointed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0DBAD9-881E-42DD-9605-8C8F37CAA3AE}"/>
              </a:ext>
            </a:extLst>
          </p:cNvPr>
          <p:cNvSpPr txBox="1"/>
          <p:nvPr/>
        </p:nvSpPr>
        <p:spPr>
          <a:xfrm>
            <a:off x="1451135" y="5339685"/>
            <a:ext cx="24096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A link can be in more than one path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F699E76-9A47-47FD-8335-24959D439C4D}"/>
              </a:ext>
            </a:extLst>
          </p:cNvPr>
          <p:cNvCxnSpPr>
            <a:stCxn id="3" idx="3"/>
            <a:endCxn id="11" idx="2"/>
          </p:cNvCxnSpPr>
          <p:nvPr/>
        </p:nvCxnSpPr>
        <p:spPr>
          <a:xfrm>
            <a:off x="3016539" y="4298866"/>
            <a:ext cx="1375080" cy="550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49E997E-5D95-487B-8267-0400304947D7}"/>
              </a:ext>
            </a:extLst>
          </p:cNvPr>
          <p:cNvCxnSpPr>
            <a:cxnSpLocks/>
            <a:stCxn id="15" idx="3"/>
            <a:endCxn id="12" idx="3"/>
          </p:cNvCxnSpPr>
          <p:nvPr/>
        </p:nvCxnSpPr>
        <p:spPr>
          <a:xfrm flipV="1">
            <a:off x="3860834" y="4444925"/>
            <a:ext cx="1889626" cy="10332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8D84B82-BE18-4E46-BAB3-78FDFFB9AC74}"/>
              </a:ext>
            </a:extLst>
          </p:cNvPr>
          <p:cNvSpPr txBox="1"/>
          <p:nvPr/>
        </p:nvSpPr>
        <p:spPr>
          <a:xfrm>
            <a:off x="1464383" y="3080497"/>
            <a:ext cx="1552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A Path can belong to more than one PCS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C7CF66C-B9BE-4C07-AC6D-030E860609FA}"/>
              </a:ext>
            </a:extLst>
          </p:cNvPr>
          <p:cNvCxnSpPr>
            <a:cxnSpLocks/>
            <a:stCxn id="20" idx="3"/>
            <a:endCxn id="5" idx="2"/>
          </p:cNvCxnSpPr>
          <p:nvPr/>
        </p:nvCxnSpPr>
        <p:spPr>
          <a:xfrm flipV="1">
            <a:off x="3016539" y="2984269"/>
            <a:ext cx="2370108" cy="3270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27CAFAE-F90F-4C81-80CB-D34546A5E31C}"/>
              </a:ext>
            </a:extLst>
          </p:cNvPr>
          <p:cNvSpPr txBox="1"/>
          <p:nvPr/>
        </p:nvSpPr>
        <p:spPr>
          <a:xfrm>
            <a:off x="9801643" y="1875813"/>
            <a:ext cx="20257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Various elements of these seem inappropriate or poorly defined considering the purpose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A02BA82-124A-43F0-A74E-CB223B77A61D}"/>
              </a:ext>
            </a:extLst>
          </p:cNvPr>
          <p:cNvCxnSpPr>
            <a:cxnSpLocks/>
            <a:stCxn id="24" idx="1"/>
            <a:endCxn id="6" idx="6"/>
          </p:cNvCxnSpPr>
          <p:nvPr/>
        </p:nvCxnSpPr>
        <p:spPr>
          <a:xfrm flipH="1">
            <a:off x="9035934" y="2291312"/>
            <a:ext cx="765709" cy="2606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FACD35B-BE70-44D4-9BBA-49E1FC93DD2A}"/>
              </a:ext>
            </a:extLst>
          </p:cNvPr>
          <p:cNvCxnSpPr>
            <a:cxnSpLocks/>
            <a:stCxn id="24" idx="1"/>
            <a:endCxn id="7" idx="6"/>
          </p:cNvCxnSpPr>
          <p:nvPr/>
        </p:nvCxnSpPr>
        <p:spPr>
          <a:xfrm flipH="1">
            <a:off x="9035934" y="2291312"/>
            <a:ext cx="765709" cy="6264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EA0A5BD-FC47-4B14-B765-CDE12D7713E2}"/>
              </a:ext>
            </a:extLst>
          </p:cNvPr>
          <p:cNvCxnSpPr>
            <a:cxnSpLocks/>
            <a:stCxn id="24" idx="1"/>
            <a:endCxn id="13" idx="6"/>
          </p:cNvCxnSpPr>
          <p:nvPr/>
        </p:nvCxnSpPr>
        <p:spPr>
          <a:xfrm flipH="1">
            <a:off x="8728363" y="2291312"/>
            <a:ext cx="1073280" cy="17128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43959BB1-F018-44A2-A4D2-D9BEC63BF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516" y="1240879"/>
            <a:ext cx="1725327" cy="99299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8DB34A3-A838-4927-BC27-5213DE12D5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0716" y="1361559"/>
            <a:ext cx="617105" cy="51425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7684F92-BE5C-498D-B1F2-4C18B26F3F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9298" y="2748656"/>
            <a:ext cx="1407102" cy="52623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1416215-6C64-4763-9305-F35242E87D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5461" y="3734630"/>
            <a:ext cx="1788771" cy="135592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A4B0739-04D8-4F82-A01D-E93DD4071D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5934" y="5090550"/>
            <a:ext cx="1702954" cy="618486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E942CAC2-9B9D-44F1-BE06-873B984B0C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08552" y="5124665"/>
            <a:ext cx="709612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765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53BD890-7729-49B9-AC9C-C146CF785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996" y="1825625"/>
            <a:ext cx="7324003" cy="36058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64AADC-263B-4DA2-8AA4-1245947D0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9522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TapiPathComputation</a:t>
            </a:r>
            <a:r>
              <a:rPr lang="en-GB" dirty="0"/>
              <a:t> – Proposed Adjustments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1A106-5F60-4CA5-A22A-91AE6B333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7" y="867778"/>
            <a:ext cx="4629765" cy="5749154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A Path is a Link Chain to enable building of many co-routed </a:t>
            </a:r>
            <a:r>
              <a:rPr lang="en-GB" dirty="0" err="1"/>
              <a:t>ConnectivityServices</a:t>
            </a:r>
            <a:endParaRPr lang="en-GB" dirty="0"/>
          </a:p>
          <a:p>
            <a:r>
              <a:rPr lang="en-GB" dirty="0"/>
              <a:t>Predefined </a:t>
            </a:r>
            <a:r>
              <a:rPr lang="en-GB" dirty="0" err="1"/>
              <a:t>PathSets</a:t>
            </a:r>
            <a:endParaRPr lang="en-GB" dirty="0"/>
          </a:p>
          <a:p>
            <a:pPr lvl="1"/>
            <a:r>
              <a:rPr lang="en-GB" dirty="0"/>
              <a:t>Set provides alternative Link Chains</a:t>
            </a:r>
          </a:p>
          <a:p>
            <a:pPr lvl="1"/>
            <a:r>
              <a:rPr lang="en-GB" dirty="0"/>
              <a:t>Different </a:t>
            </a:r>
            <a:r>
              <a:rPr lang="en-GB" dirty="0" err="1"/>
              <a:t>PathSets</a:t>
            </a:r>
            <a:r>
              <a:rPr lang="en-GB" dirty="0"/>
              <a:t> may be used for different services</a:t>
            </a:r>
          </a:p>
          <a:p>
            <a:pPr lvl="1"/>
            <a:r>
              <a:rPr lang="en-GB" dirty="0" err="1"/>
              <a:t>PathSets</a:t>
            </a:r>
            <a:r>
              <a:rPr lang="en-GB" dirty="0"/>
              <a:t> may be constructed for future cases that require different routing to current</a:t>
            </a:r>
          </a:p>
          <a:p>
            <a:pPr lvl="1"/>
            <a:r>
              <a:rPr lang="en-GB" dirty="0" err="1"/>
              <a:t>PathSets</a:t>
            </a:r>
            <a:r>
              <a:rPr lang="en-GB" dirty="0"/>
              <a:t> are not provisioned</a:t>
            </a:r>
          </a:p>
          <a:p>
            <a:r>
              <a:rPr lang="en-GB" dirty="0"/>
              <a:t>A </a:t>
            </a:r>
            <a:r>
              <a:rPr lang="en-GB" dirty="0" err="1"/>
              <a:t>PathIntent</a:t>
            </a:r>
            <a:r>
              <a:rPr lang="en-GB" dirty="0"/>
              <a:t> may be</a:t>
            </a:r>
          </a:p>
          <a:p>
            <a:pPr lvl="1"/>
            <a:r>
              <a:rPr lang="en-GB" dirty="0"/>
              <a:t>An intended use of a </a:t>
            </a:r>
            <a:r>
              <a:rPr lang="en-GB" dirty="0" err="1"/>
              <a:t>PathSet</a:t>
            </a:r>
            <a:r>
              <a:rPr lang="en-GB" dirty="0"/>
              <a:t> such that SIPs are specified (</a:t>
            </a:r>
            <a:r>
              <a:rPr lang="en-GB" dirty="0" err="1"/>
              <a:t>PathIntent</a:t>
            </a:r>
            <a:r>
              <a:rPr lang="en-GB" dirty="0"/>
              <a:t> has </a:t>
            </a:r>
            <a:r>
              <a:rPr lang="en-GB" dirty="0" err="1"/>
              <a:t>PathServiceEndPoints</a:t>
            </a:r>
            <a:r>
              <a:rPr lang="en-GB" dirty="0"/>
              <a:t>)</a:t>
            </a:r>
          </a:p>
          <a:p>
            <a:pPr lvl="2"/>
            <a:r>
              <a:rPr lang="en-GB" dirty="0"/>
              <a:t>A SIP may have many </a:t>
            </a:r>
            <a:r>
              <a:rPr lang="en-GB" dirty="0" err="1"/>
              <a:t>PathIntents</a:t>
            </a:r>
            <a:r>
              <a:rPr lang="en-GB" dirty="0"/>
              <a:t> because some are for now (in the same </a:t>
            </a:r>
            <a:r>
              <a:rPr lang="en-GB" dirty="0" err="1"/>
              <a:t>PathSet</a:t>
            </a:r>
            <a:r>
              <a:rPr lang="en-GB" dirty="0"/>
              <a:t>) and some are for future</a:t>
            </a:r>
          </a:p>
          <a:p>
            <a:pPr lvl="1"/>
            <a:r>
              <a:rPr lang="en-GB" dirty="0"/>
              <a:t>A </a:t>
            </a:r>
            <a:r>
              <a:rPr lang="en-GB" dirty="0" err="1"/>
              <a:t>preplanned</a:t>
            </a:r>
            <a:r>
              <a:rPr lang="en-GB" dirty="0"/>
              <a:t> route potentially available to many SIPs associated with the same Node (</a:t>
            </a:r>
            <a:r>
              <a:rPr lang="en-GB" dirty="0" err="1"/>
              <a:t>PathIntent</a:t>
            </a:r>
            <a:r>
              <a:rPr lang="en-GB" dirty="0"/>
              <a:t> to Node)</a:t>
            </a:r>
          </a:p>
          <a:p>
            <a:r>
              <a:rPr lang="en-GB" dirty="0"/>
              <a:t>May want set of sets for a specific </a:t>
            </a:r>
            <a:r>
              <a:rPr lang="en-GB" dirty="0" err="1"/>
              <a:t>PathIntent</a:t>
            </a:r>
            <a:r>
              <a:rPr lang="en-GB" dirty="0"/>
              <a:t> (e.g., where there will be a need for a pair of diverse </a:t>
            </a:r>
            <a:r>
              <a:rPr lang="en-GB" dirty="0" err="1"/>
              <a:t>ConnectiviyServices</a:t>
            </a:r>
            <a:r>
              <a:rPr lang="en-GB" dirty="0"/>
              <a:t>)</a:t>
            </a:r>
          </a:p>
          <a:p>
            <a:r>
              <a:rPr lang="en-GB" dirty="0"/>
              <a:t>The </a:t>
            </a:r>
            <a:r>
              <a:rPr lang="en-GB" dirty="0" err="1"/>
              <a:t>PathSets</a:t>
            </a:r>
            <a:r>
              <a:rPr lang="en-GB" dirty="0"/>
              <a:t>, </a:t>
            </a:r>
            <a:r>
              <a:rPr lang="en-GB" dirty="0" err="1"/>
              <a:t>PathIntents</a:t>
            </a:r>
            <a:r>
              <a:rPr lang="en-GB" dirty="0"/>
              <a:t> and Paths are maintained by the Controller as candidate constraints for use when creating </a:t>
            </a:r>
            <a:r>
              <a:rPr lang="en-GB" dirty="0" err="1"/>
              <a:t>ConnectivityService</a:t>
            </a:r>
            <a:endParaRPr lang="en-GB" dirty="0"/>
          </a:p>
          <a:p>
            <a:endParaRPr lang="en-GB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6F5B13C-5F78-473F-83DF-308A2AF7BC83}"/>
              </a:ext>
            </a:extLst>
          </p:cNvPr>
          <p:cNvSpPr/>
          <p:nvPr/>
        </p:nvSpPr>
        <p:spPr>
          <a:xfrm>
            <a:off x="7315200" y="2768138"/>
            <a:ext cx="390698" cy="1745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CDEE030-4A70-49E8-A28F-9FE8613C25E7}"/>
              </a:ext>
            </a:extLst>
          </p:cNvPr>
          <p:cNvSpPr/>
          <p:nvPr/>
        </p:nvSpPr>
        <p:spPr>
          <a:xfrm>
            <a:off x="7315200" y="3341716"/>
            <a:ext cx="390698" cy="1745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19C0364-9338-4FF4-BA30-1A55687DDD84}"/>
              </a:ext>
            </a:extLst>
          </p:cNvPr>
          <p:cNvSpPr/>
          <p:nvPr/>
        </p:nvSpPr>
        <p:spPr>
          <a:xfrm>
            <a:off x="6317673" y="3826727"/>
            <a:ext cx="390698" cy="1745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8EED1AD-46E2-430E-872B-E844B3735BDB}"/>
              </a:ext>
            </a:extLst>
          </p:cNvPr>
          <p:cNvSpPr/>
          <p:nvPr/>
        </p:nvSpPr>
        <p:spPr>
          <a:xfrm>
            <a:off x="6863574" y="2529941"/>
            <a:ext cx="390698" cy="1745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1B860F5-C40F-46C3-A073-0C3AFDF7FE76}"/>
              </a:ext>
            </a:extLst>
          </p:cNvPr>
          <p:cNvSpPr/>
          <p:nvPr/>
        </p:nvSpPr>
        <p:spPr>
          <a:xfrm>
            <a:off x="7315200" y="3797934"/>
            <a:ext cx="390698" cy="1745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D8C65DC-6639-498B-A42D-941DB3B44C10}"/>
              </a:ext>
            </a:extLst>
          </p:cNvPr>
          <p:cNvSpPr/>
          <p:nvPr/>
        </p:nvSpPr>
        <p:spPr>
          <a:xfrm>
            <a:off x="8661862" y="3739443"/>
            <a:ext cx="390698" cy="1745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CAF7EB-EDC9-4371-94F5-69E4B23B3EF4}"/>
              </a:ext>
            </a:extLst>
          </p:cNvPr>
          <p:cNvSpPr txBox="1"/>
          <p:nvPr/>
        </p:nvSpPr>
        <p:spPr>
          <a:xfrm>
            <a:off x="7058923" y="839847"/>
            <a:ext cx="409260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I have changed some names to make more sense. We do not need to change the names.</a:t>
            </a:r>
          </a:p>
          <a:p>
            <a:r>
              <a:rPr lang="en-GB" sz="1100" dirty="0"/>
              <a:t>Red fill means questionable or insufficient</a:t>
            </a:r>
          </a:p>
          <a:p>
            <a:r>
              <a:rPr lang="en-GB" sz="1100" dirty="0"/>
              <a:t>Red line is new </a:t>
            </a:r>
          </a:p>
          <a:p>
            <a:r>
              <a:rPr lang="en-GB" sz="1100" dirty="0"/>
              <a:t>Red text indicates proposed change (independent of new stuff)</a:t>
            </a:r>
          </a:p>
        </p:txBody>
      </p:sp>
    </p:spTree>
    <p:extLst>
      <p:ext uri="{BB962C8B-B14F-4D97-AF65-F5344CB8AC3E}">
        <p14:creationId xmlns:p14="http://schemas.microsoft.com/office/powerpoint/2010/main" val="2447276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E7EF7-DC31-4A4C-9FB7-8C9EB342C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815"/>
            <a:ext cx="10515600" cy="507077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ConnectivityServiceComputationService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A975F-36C1-4427-8A99-D7946C6D0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8026"/>
            <a:ext cx="10515600" cy="6199974"/>
          </a:xfrm>
        </p:spPr>
        <p:txBody>
          <a:bodyPr>
            <a:normAutofit fontScale="40000" lnSpcReduction="20000"/>
          </a:bodyPr>
          <a:lstStyle/>
          <a:p>
            <a:r>
              <a:rPr lang="en-GB" dirty="0"/>
              <a:t>For want of a better name </a:t>
            </a:r>
            <a:r>
              <a:rPr lang="en-GB" dirty="0">
                <a:sym typeface="Wingdings" panose="05000000000000000000" pitchFamily="2" charset="2"/>
              </a:rPr>
              <a:t>… fortunately we can just use </a:t>
            </a:r>
            <a:r>
              <a:rPr lang="en-GB" dirty="0" err="1">
                <a:sym typeface="Wingdings" panose="05000000000000000000" pitchFamily="2" charset="2"/>
              </a:rPr>
              <a:t>ConnectivityService</a:t>
            </a:r>
            <a:r>
              <a:rPr lang="en-GB" dirty="0">
                <a:sym typeface="Wingdings" panose="05000000000000000000" pitchFamily="2" charset="2"/>
              </a:rPr>
              <a:t> with the right state combinations )</a:t>
            </a:r>
          </a:p>
          <a:p>
            <a:r>
              <a:rPr lang="en-GB" dirty="0">
                <a:sym typeface="Wingdings" panose="05000000000000000000" pitchFamily="2" charset="2"/>
              </a:rPr>
              <a:t>Allows a PCE to provide a number of full definitions for a requested </a:t>
            </a:r>
            <a:r>
              <a:rPr lang="en-GB" dirty="0" err="1">
                <a:sym typeface="Wingdings" panose="05000000000000000000" pitchFamily="2" charset="2"/>
              </a:rPr>
              <a:t>ConnectivityService</a:t>
            </a:r>
            <a:r>
              <a:rPr lang="en-GB" dirty="0">
                <a:sym typeface="Wingdings" panose="05000000000000000000" pitchFamily="2" charset="2"/>
              </a:rPr>
              <a:t> with defined SIPs in terms of existing and </a:t>
            </a:r>
            <a:r>
              <a:rPr lang="en-GB" u="sng" dirty="0">
                <a:solidFill>
                  <a:srgbClr val="FF0000"/>
                </a:solidFill>
                <a:sym typeface="Wingdings" panose="05000000000000000000" pitchFamily="2" charset="2"/>
              </a:rPr>
              <a:t>potential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Connections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CEPs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NEPS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Links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Nodes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Topologies</a:t>
            </a:r>
          </a:p>
          <a:p>
            <a:r>
              <a:rPr lang="en-GB" dirty="0">
                <a:sym typeface="Wingdings" panose="05000000000000000000" pitchFamily="2" charset="2"/>
              </a:rPr>
              <a:t>Most classes seem to have </a:t>
            </a:r>
            <a:r>
              <a:rPr lang="en-GB" dirty="0" err="1">
                <a:sym typeface="Wingdings" panose="05000000000000000000" pitchFamily="2" charset="2"/>
              </a:rPr>
              <a:t>LifecycleState</a:t>
            </a:r>
            <a:r>
              <a:rPr lang="en-GB" dirty="0">
                <a:sym typeface="Wingdings" panose="05000000000000000000" pitchFamily="2" charset="2"/>
              </a:rPr>
              <a:t> (indirectly) other than Topology</a:t>
            </a:r>
          </a:p>
          <a:p>
            <a:r>
              <a:rPr lang="en-GB" dirty="0">
                <a:sym typeface="Wingdings" panose="05000000000000000000" pitchFamily="2" charset="2"/>
              </a:rPr>
              <a:t>Lifecycle state of PLANNED could be used but this seems to be a distortion of its purpose 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So PREPLANNED or CANDIDATE may be necessary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We can’t use POTENTIAL as we have that for another purpose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There may be other changes to Lifecycle state (and this plays into long lived operations and </a:t>
            </a:r>
            <a:r>
              <a:rPr lang="en-GB">
                <a:sym typeface="Wingdings" panose="05000000000000000000" pitchFamily="2" charset="2"/>
              </a:rPr>
              <a:t>late failures)</a:t>
            </a:r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A </a:t>
            </a:r>
            <a:r>
              <a:rPr lang="en-GB" dirty="0" err="1">
                <a:sym typeface="Wingdings" panose="05000000000000000000" pitchFamily="2" charset="2"/>
              </a:rPr>
              <a:t>ConnectivityService</a:t>
            </a:r>
            <a:r>
              <a:rPr lang="en-GB" dirty="0">
                <a:sym typeface="Wingdings" panose="05000000000000000000" pitchFamily="2" charset="2"/>
              </a:rPr>
              <a:t> can have many alternative Connections (with different costs etc.)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Whilst the model multiplicity allows for this there would be confusion between cases where multiple Connections were required together </a:t>
            </a:r>
            <a:r>
              <a:rPr lang="en-GB" dirty="0" err="1">
                <a:sym typeface="Wingdings" panose="05000000000000000000" pitchFamily="2" charset="2"/>
              </a:rPr>
              <a:t>rto</a:t>
            </a:r>
            <a:r>
              <a:rPr lang="en-GB" dirty="0">
                <a:sym typeface="Wingdings" panose="05000000000000000000" pitchFamily="2" charset="2"/>
              </a:rPr>
              <a:t> support a </a:t>
            </a:r>
            <a:r>
              <a:rPr lang="en-GB" dirty="0" err="1">
                <a:sym typeface="Wingdings" panose="05000000000000000000" pitchFamily="2" charset="2"/>
              </a:rPr>
              <a:t>ConnectivityService</a:t>
            </a:r>
            <a:r>
              <a:rPr lang="en-GB" dirty="0">
                <a:sym typeface="Wingdings" panose="05000000000000000000" pitchFamily="2" charset="2"/>
              </a:rPr>
              <a:t> and there were alternatives of these multiple Connections</a:t>
            </a:r>
          </a:p>
          <a:p>
            <a:r>
              <a:rPr lang="en-GB" dirty="0">
                <a:sym typeface="Wingdings" panose="05000000000000000000" pitchFamily="2" charset="2"/>
              </a:rPr>
              <a:t>It would seem that </a:t>
            </a:r>
            <a:r>
              <a:rPr lang="en-GB" dirty="0" err="1">
                <a:sym typeface="Wingdings" panose="05000000000000000000" pitchFamily="2" charset="2"/>
              </a:rPr>
              <a:t>ConnectivityServices</a:t>
            </a:r>
            <a:r>
              <a:rPr lang="en-GB" dirty="0">
                <a:sym typeface="Wingdings" panose="05000000000000000000" pitchFamily="2" charset="2"/>
              </a:rPr>
              <a:t> with a time dimension to the Connection support may also benefit from an optional additional level of indirection </a:t>
            </a:r>
          </a:p>
          <a:p>
            <a:pPr lvl="1"/>
            <a:r>
              <a:rPr lang="en-GB" dirty="0" err="1">
                <a:sym typeface="Wingdings" panose="05000000000000000000" pitchFamily="2" charset="2"/>
              </a:rPr>
              <a:t>AlternativeConnection</a:t>
            </a:r>
            <a:r>
              <a:rPr lang="en-GB" dirty="0">
                <a:sym typeface="Wingdings" panose="05000000000000000000" pitchFamily="2" charset="2"/>
              </a:rPr>
              <a:t> “between” </a:t>
            </a:r>
            <a:r>
              <a:rPr lang="en-GB" dirty="0" err="1">
                <a:sym typeface="Wingdings" panose="05000000000000000000" pitchFamily="2" charset="2"/>
              </a:rPr>
              <a:t>ConnenctivityService</a:t>
            </a:r>
            <a:r>
              <a:rPr lang="en-GB" dirty="0">
                <a:sym typeface="Wingdings" panose="05000000000000000000" pitchFamily="2" charset="2"/>
              </a:rPr>
              <a:t> and Connection with properties indicating whether the referenced set is alternative candidates or </a:t>
            </a:r>
            <a:r>
              <a:rPr lang="en-GB" dirty="0" err="1">
                <a:sym typeface="Wingdings" panose="05000000000000000000" pitchFamily="2" charset="2"/>
              </a:rPr>
              <a:t>timeSelected</a:t>
            </a:r>
            <a:r>
              <a:rPr lang="en-GB" dirty="0">
                <a:sym typeface="Wingdings" panose="05000000000000000000" pitchFamily="2" charset="2"/>
              </a:rPr>
              <a:t> and allowing for a candidate sets of connections and an alternative candidate set of time selected connection sets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One class with the appropriate complex attributes appears sufficient where there is an opportunity for multiple instances of the class</a:t>
            </a:r>
          </a:p>
          <a:p>
            <a:r>
              <a:rPr lang="en-GB" dirty="0">
                <a:sym typeface="Wingdings" panose="05000000000000000000" pitchFamily="2" charset="2"/>
              </a:rPr>
              <a:t>The same treatment as for </a:t>
            </a:r>
            <a:r>
              <a:rPr lang="en-GB" dirty="0" err="1">
                <a:sym typeface="Wingdings" panose="05000000000000000000" pitchFamily="2" charset="2"/>
              </a:rPr>
              <a:t>ConnectivityService</a:t>
            </a:r>
            <a:r>
              <a:rPr lang="en-GB" dirty="0">
                <a:sym typeface="Wingdings" panose="05000000000000000000" pitchFamily="2" charset="2"/>
              </a:rPr>
              <a:t> would seem to be necessary for CSEP </a:t>
            </a:r>
            <a:r>
              <a:rPr lang="en-GB" dirty="0" err="1">
                <a:sym typeface="Wingdings" panose="05000000000000000000" pitchFamily="2" charset="2"/>
              </a:rPr>
              <a:t>wrt</a:t>
            </a:r>
            <a:r>
              <a:rPr lang="en-GB" dirty="0">
                <a:sym typeface="Wingdings" panose="05000000000000000000" pitchFamily="2" charset="2"/>
              </a:rPr>
              <a:t> CEP and SIP</a:t>
            </a:r>
          </a:p>
          <a:p>
            <a:r>
              <a:rPr lang="en-GB" dirty="0">
                <a:sym typeface="Wingdings" panose="05000000000000000000" pitchFamily="2" charset="2"/>
              </a:rPr>
              <a:t>It is necessary to allow for </a:t>
            </a:r>
            <a:r>
              <a:rPr lang="en-GB" dirty="0" err="1">
                <a:sym typeface="Wingdings" panose="05000000000000000000" pitchFamily="2" charset="2"/>
              </a:rPr>
              <a:t>recomputation</a:t>
            </a:r>
            <a:r>
              <a:rPr lang="en-GB" dirty="0">
                <a:sym typeface="Wingdings" panose="05000000000000000000" pitchFamily="2" charset="2"/>
              </a:rPr>
              <a:t> of an existing </a:t>
            </a:r>
            <a:r>
              <a:rPr lang="en-GB" dirty="0" err="1">
                <a:sym typeface="Wingdings" panose="05000000000000000000" pitchFamily="2" charset="2"/>
              </a:rPr>
              <a:t>ConnectivityService</a:t>
            </a:r>
            <a:r>
              <a:rPr lang="en-GB" dirty="0">
                <a:sym typeface="Wingdings" panose="05000000000000000000" pitchFamily="2" charset="2"/>
              </a:rPr>
              <a:t> and then a “roll” and this may also benefit from the intermediate classes</a:t>
            </a:r>
          </a:p>
          <a:p>
            <a:r>
              <a:rPr lang="en-GB" dirty="0">
                <a:sym typeface="Wingdings" panose="05000000000000000000" pitchFamily="2" charset="2"/>
              </a:rPr>
              <a:t>For regrooming a network there would be a case for the simultaneous computation of a (large) number of </a:t>
            </a:r>
            <a:r>
              <a:rPr lang="en-GB" dirty="0" err="1">
                <a:sym typeface="Wingdings" panose="05000000000000000000" pitchFamily="2" charset="2"/>
              </a:rPr>
              <a:t>ConnectivityServices</a:t>
            </a:r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The computation could be standalone and stateless (a set of computation results are offered and forgotten)  for one or more new </a:t>
            </a:r>
            <a:r>
              <a:rPr lang="en-GB" dirty="0" err="1">
                <a:sym typeface="Wingdings" panose="05000000000000000000" pitchFamily="2" charset="2"/>
              </a:rPr>
              <a:t>ConnectivityServices</a:t>
            </a:r>
            <a:r>
              <a:rPr lang="en-GB" dirty="0">
                <a:sym typeface="Wingdings" panose="05000000000000000000" pitchFamily="2" charset="2"/>
              </a:rPr>
              <a:t> (transactional for the computation)</a:t>
            </a:r>
          </a:p>
          <a:p>
            <a:r>
              <a:rPr lang="en-GB" dirty="0">
                <a:sym typeface="Wingdings" panose="05000000000000000000" pitchFamily="2" charset="2"/>
              </a:rPr>
              <a:t>The computation could be standalone and stateless of a proposal for modification of a connectivity service given a set of </a:t>
            </a:r>
            <a:r>
              <a:rPr lang="en-GB" dirty="0" err="1">
                <a:sym typeface="Wingdings" panose="05000000000000000000" pitchFamily="2" charset="2"/>
              </a:rPr>
              <a:t>constraiints</a:t>
            </a:r>
            <a:r>
              <a:rPr lang="en-GB" dirty="0">
                <a:sym typeface="Wingdings" panose="05000000000000000000" pitchFamily="2" charset="2"/>
              </a:rPr>
              <a:t> where a put/patch of the </a:t>
            </a:r>
            <a:r>
              <a:rPr lang="en-GB" dirty="0" err="1">
                <a:sym typeface="Wingdings" panose="05000000000000000000" pitchFamily="2" charset="2"/>
              </a:rPr>
              <a:t>ConnectivityService</a:t>
            </a:r>
            <a:r>
              <a:rPr lang="en-GB" dirty="0">
                <a:sym typeface="Wingdings" panose="05000000000000000000" pitchFamily="2" charset="2"/>
              </a:rPr>
              <a:t> with new constraints is made with a “candidate” flag and a new Connection(s) (potentially reusing bits of the old Connections(s) is returned</a:t>
            </a:r>
          </a:p>
          <a:p>
            <a:r>
              <a:rPr lang="en-GB" dirty="0">
                <a:sym typeface="Wingdings" panose="05000000000000000000" pitchFamily="2" charset="2"/>
              </a:rPr>
              <a:t>The computation could be part of the ongoing control of existing connectivity where there is limited state during the task</a:t>
            </a:r>
          </a:p>
          <a:p>
            <a:r>
              <a:rPr lang="en-GB" dirty="0">
                <a:sym typeface="Wingdings" panose="05000000000000000000" pitchFamily="2" charset="2"/>
              </a:rPr>
              <a:t>The case where there is a large number of </a:t>
            </a:r>
            <a:r>
              <a:rPr lang="en-GB" dirty="0" err="1">
                <a:sym typeface="Wingdings" panose="05000000000000000000" pitchFamily="2" charset="2"/>
              </a:rPr>
              <a:t>ConnectivityService</a:t>
            </a:r>
            <a:r>
              <a:rPr lang="en-GB" dirty="0">
                <a:sym typeface="Wingdings" panose="05000000000000000000" pitchFamily="2" charset="2"/>
              </a:rPr>
              <a:t> and where there is a stage process suggests the need for a Task and it is suggested that the Core model Task is applicable as a basis for this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pPr lvl="1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BBB585-C494-4577-ADC3-B32813EEF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377" y="1088969"/>
            <a:ext cx="2532992" cy="211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945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54296-A405-460A-BE0B-2C60ED94C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Proposal for remainder of slot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DB8DB-C39A-4866-AE34-40F701CA3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Sketch various cases</a:t>
            </a:r>
          </a:p>
          <a:p>
            <a:r>
              <a:rPr lang="en-GB" dirty="0"/>
              <a:t>Sketch model enhancements</a:t>
            </a:r>
          </a:p>
          <a:p>
            <a:r>
              <a:rPr lang="en-GB" dirty="0"/>
              <a:t>Validate essence of proposal</a:t>
            </a:r>
          </a:p>
          <a:p>
            <a:r>
              <a:rPr lang="en-GB" dirty="0"/>
              <a:t>Discuss next steps</a:t>
            </a:r>
          </a:p>
        </p:txBody>
      </p:sp>
    </p:spTree>
    <p:extLst>
      <p:ext uri="{BB962C8B-B14F-4D97-AF65-F5344CB8AC3E}">
        <p14:creationId xmlns:p14="http://schemas.microsoft.com/office/powerpoint/2010/main" val="2949245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C6BCBA0317FE45A8D0802EC51AB3B1" ma:contentTypeVersion="13" ma:contentTypeDescription="Create a new document." ma:contentTypeScope="" ma:versionID="7b55837e8b4bf0e771eaf53b5733f168">
  <xsd:schema xmlns:xsd="http://www.w3.org/2001/XMLSchema" xmlns:xs="http://www.w3.org/2001/XMLSchema" xmlns:p="http://schemas.microsoft.com/office/2006/metadata/properties" xmlns:ns3="2b3b7a9a-9f4e-4287-887d-66a893a8deff" xmlns:ns4="ad05b431-1422-4e90-a916-f1fafe37ef17" targetNamespace="http://schemas.microsoft.com/office/2006/metadata/properties" ma:root="true" ma:fieldsID="b6bfb53b1306204a04e60b5f76dfe771" ns3:_="" ns4:_="">
    <xsd:import namespace="2b3b7a9a-9f4e-4287-887d-66a893a8deff"/>
    <xsd:import namespace="ad05b431-1422-4e90-a916-f1fafe37ef1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3b7a9a-9f4e-4287-887d-66a893a8de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05b431-1422-4e90-a916-f1fafe37ef1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58DB1AE-2F11-4900-A268-D8348088370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4300E94-59A6-4306-AE4E-9CF4A4BF53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3b7a9a-9f4e-4287-887d-66a893a8deff"/>
    <ds:schemaRef ds:uri="ad05b431-1422-4e90-a916-f1fafe37ef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A94919B-AEE7-48E8-B8E1-44AE1D9982A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1348</TotalTime>
  <Words>915</Words>
  <Application>Microsoft Office PowerPoint</Application>
  <PresentationFormat>Widescreen</PresentationFormat>
  <Paragraphs>78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TAPI Connectivity Service Computation Service </vt:lpstr>
      <vt:lpstr>Introduction</vt:lpstr>
      <vt:lpstr>TapiPathComputation</vt:lpstr>
      <vt:lpstr>TapiPathComputation – Current structure </vt:lpstr>
      <vt:lpstr>TapiPathComputation – Proposed Adjustments</vt:lpstr>
      <vt:lpstr>ConnectivityServiceComputationService</vt:lpstr>
      <vt:lpstr>Proposal for remainder of slot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TAPI areas for work</dc:title>
  <dc:creator>Davis, Nigel</dc:creator>
  <cp:lastModifiedBy>Davis, Nigel</cp:lastModifiedBy>
  <cp:revision>14</cp:revision>
  <dcterms:created xsi:type="dcterms:W3CDTF">2020-02-24T13:09:44Z</dcterms:created>
  <dcterms:modified xsi:type="dcterms:W3CDTF">2020-05-06T12:10:03Z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0x01010048C6BCBA0317FE45A8D0802EC51AB3B1</vt:lpwstr>
  </property>
</Properties>
</file>